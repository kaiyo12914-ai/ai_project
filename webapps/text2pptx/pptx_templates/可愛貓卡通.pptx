
<file path=[Content_Types].xml><?xml version="1.0" encoding="utf-8"?>
<ns0:Types xmlns:ns0="http://schemas.openxmlformats.org/package/2006/content-types">
  <ns0:Default Extension="fntdata" ContentType="application/x-fontdata"/>
  <ns0:Default Extension="jpeg" ContentType="image/jpeg"/>
  <ns0:Default Extension="png" ContentType="image/png"/>
  <ns0:Default Extension="rels" ContentType="application/vnd.openxmlformats-package.relationships+xml"/>
  <ns0:Default Extension="xml" ContentType="application/xml"/>
  <ns0:Override PartName="/docProps/app.xml" ContentType="application/vnd.openxmlformats-officedocument.extended-properties+xml"/>
  <ns0:Override PartName="/docProps/core.xml" ContentType="application/vnd.openxmlformats-package.core-properties+xml"/>
  <ns0:Override PartName="/ppt/media/image10.svg" ContentType="image/svg+xml"/>
  <ns0:Override PartName="/ppt/media/image12.svg" ContentType="image/svg+xml"/>
  <ns0:Override PartName="/ppt/media/image14.svg" ContentType="image/svg+xml"/>
  <ns0:Override PartName="/ppt/media/image16.svg" ContentType="image/svg+xml"/>
  <ns0:Override PartName="/ppt/media/image18.svg" ContentType="image/svg+xml"/>
  <ns0:Override PartName="/ppt/media/image2.svg" ContentType="image/svg+xml"/>
  <ns0:Override PartName="/ppt/media/image20.svg" ContentType="image/svg+xml"/>
  <ns0:Override PartName="/ppt/media/image22.svg" ContentType="image/svg+xml"/>
  <ns0:Override PartName="/ppt/media/image24.svg" ContentType="image/svg+xml"/>
  <ns0:Override PartName="/ppt/media/image26.svg" ContentType="image/svg+xml"/>
  <ns0:Override PartName="/ppt/media/image28.svg" ContentType="image/svg+xml"/>
  <ns0:Override PartName="/ppt/media/image30.svg" ContentType="image/svg+xml"/>
  <ns0:Override PartName="/ppt/media/image32.svg" ContentType="image/svg+xml"/>
  <ns0:Override PartName="/ppt/media/image34.svg" ContentType="image/svg+xml"/>
  <ns0:Override PartName="/ppt/media/image36.svg" ContentType="image/svg+xml"/>
  <ns0:Override PartName="/ppt/media/image39.svg" ContentType="image/svg+xml"/>
  <ns0:Override PartName="/ppt/media/image4.svg" ContentType="image/svg+xml"/>
  <ns0:Override PartName="/ppt/media/image41.svg" ContentType="image/svg+xml"/>
  <ns0:Override PartName="/ppt/media/image43.svg" ContentType="image/svg+xml"/>
  <ns0:Override PartName="/ppt/media/image45.svg" ContentType="image/svg+xml"/>
  <ns0:Override PartName="/ppt/media/image6.svg" ContentType="image/svg+xml"/>
  <ns0:Override PartName="/ppt/media/image8.svg" ContentType="image/svg+xml"/>
  <ns0:Override PartName="/ppt/presProps.xml" ContentType="application/vnd.openxmlformats-officedocument.presentationml.presProps+xml"/>
  <ns0:Override PartName="/ppt/presentation.xml" ContentType="application/vnd.openxmlformats-officedocument.presentationml.presentation.main+xml"/>
  <ns0:Override PartName="/ppt/slideLayouts/slideLayout7.xml" ContentType="application/vnd.openxmlformats-officedocument.presentationml.slideLayout+xml"/>
  <ns0:Override PartName="/ppt/slideMasters/slideMaster1.xml" ContentType="application/vnd.openxmlformats-officedocument.presentationml.slideMaster+xml"/>
  <ns0:Override PartName="/ppt/slides/slide1.xml" ContentType="application/vnd.openxmlformats-officedocument.presentationml.slide+xml"/>
  <ns0:Override PartName="/ppt/slides/slide10.xml" ContentType="application/vnd.openxmlformats-officedocument.presentationml.slide+xml"/>
  <ns0:Override PartName="/ppt/slides/slide2.xml" ContentType="application/vnd.openxmlformats-officedocument.presentationml.slide+xml"/>
  <ns0:Override PartName="/ppt/slides/slide3.xml" ContentType="application/vnd.openxmlformats-officedocument.presentationml.slide+xml"/>
  <ns0:Override PartName="/ppt/slides/slide4.xml" ContentType="application/vnd.openxmlformats-officedocument.presentationml.slide+xml"/>
  <ns0:Override PartName="/ppt/slides/slide5.xml" ContentType="application/vnd.openxmlformats-officedocument.presentationml.slide+xml"/>
  <ns0:Override PartName="/ppt/slides/slide6.xml" ContentType="application/vnd.openxmlformats-officedocument.presentationml.slide+xml"/>
  <ns0:Override PartName="/ppt/slides/slide7.xml" ContentType="application/vnd.openxmlformats-officedocument.presentationml.slide+xml"/>
  <ns0:Override PartName="/ppt/slides/slide8.xml" ContentType="application/vnd.openxmlformats-officedocument.presentationml.slide+xml"/>
  <ns0:Override PartName="/ppt/slides/slide9.xml" ContentType="application/vnd.openxmlformats-officedocument.presentationml.slide+xml"/>
  <ns0:Override PartName="/ppt/tableStyles.xml" ContentType="application/vnd.openxmlformats-officedocument.presentationml.tableStyles+xml"/>
  <ns0:Override PartName="/ppt/theme/theme1.xml" ContentType="application/vnd.openxmlformats-officedocument.theme+xml"/>
  <ns0:Override PartName="/ppt/viewProps.xml" ContentType="application/vnd.openxmlformats-officedocument.presentationml.viewProps+xml"/>
  <ns0:Override PartName="/ppt/slideLayouts/slideLayout12.xml" ContentType="application/vnd.openxmlformats-officedocument.presentationml.slideLayout+xml"/>
  <ns0:Override PartName="/ppt/slideLayouts/slideLayout13.xml" ContentType="application/vnd.openxmlformats-officedocument.presentationml.slideLayout+xml"/>
  <ns0:Override PartName="/ppt/slideLayouts/slideLayout14.xml" ContentType="application/vnd.openxmlformats-officedocument.presentationml.slideLayout+xml"/>
  <ns0:Override PartName="/ppt/slideLayouts/slideLayout15.xml" ContentType="application/vnd.openxmlformats-officedocument.presentationml.slideLayout+xml"/>
  <ns0:Override PartName="/ppt/slideLayouts/slideLayout16.xml" ContentType="application/vnd.openxmlformats-officedocument.presentationml.slideLayout+xml"/>
  <ns0:Override PartName="/ppt/slideLayouts/slideLayout17.xml" ContentType="application/vnd.openxmlformats-officedocument.presentationml.slideLayout+xml"/>
  <ns0:Override PartName="/ppt/slideLayouts/slideLayout18.xml" ContentType="application/vnd.openxmlformats-officedocument.presentationml.slideLayout+xml"/>
  <ns0:Override PartName="/ppt/slideLayouts/slideLayout19.xml" ContentType="application/vnd.openxmlformats-officedocument.presentationml.slideLayout+xml"/>
  <ns0:Override PartName="/ppt/slideLayouts/slideLayout20.xml" ContentType="application/vnd.openxmlformats-officedocument.presentationml.slideLayout+xml"/>
</ns0: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ns0:presentation xmlns:ns0="http://schemas.openxmlformats.org/presentationml/2006/main" xmlns:ns1="http://schemas.openxmlformats.org/officeDocument/2006/relationships" xmlns:ns2="http://schemas.openxmlformats.org/drawingml/2006/main" saveSubsetFonts="1" embedTrueTypeFonts="true">
  <ns0:sldMasterIdLst>
    <ns0:sldMasterId id="2147483648" ns1:id="rId1"/>
  </ns0:sldMasterIdLst>
  <ns0:sldIdLst>
    <ns0:sldId id="256" ns1:id="rId6"/>
    <ns0:sldId id="257" ns1:id="rId7"/>
    <ns0:sldId id="258" ns1:id="rId8"/>
    <ns0:sldId id="259" ns1:id="rId9"/>
    <ns0:sldId id="260" ns1:id="rId10"/>
    <ns0:sldId id="261" ns1:id="rId11"/>
    <ns0:sldId id="262" ns1:id="rId12"/>
    <ns0:sldId id="263" ns1:id="rId13"/>
    <ns0:sldId id="264" ns1:id="rId14"/>
    <ns0:sldId id="265" ns1:id="rId15"/>
  </ns0:sldIdLst>
  <ns0:sldSz cx="18288000" cy="10287000"/>
  <ns0:notesSz cx="6858000" cy="9144000"/>
  <ns0:embeddedFontLst>
    <ns0:embeddedFont>
      <ns0:font typeface="TT Milks Casual Pie Base" charset="1" panose="02000503030000020003"/>
      <ns0:regular ns1:id="rId16"/>
    </ns0:embeddedFont>
    <ns0:embeddedFont>
      <ns0:font typeface="Jua" charset="1" panose="00000000000000000000"/>
      <ns0:regular ns1:id="rId17"/>
    </ns0:embeddedFont>
  </ns0:embeddedFontLst>
  <ns0:defaultTextStyle>
    <ns2:defPPr>
      <ns2:defRPr lang="en-US"/>
    </ns2:defPPr>
    <ns2:lvl1pPr marL="0" algn="l" defTabSz="914400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1pPr>
    <ns2:lvl2pPr marL="457200" algn="l" defTabSz="914400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2pPr>
    <ns2:lvl3pPr marL="914400" algn="l" defTabSz="914400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3pPr>
    <ns2:lvl4pPr marL="1371600" algn="l" defTabSz="914400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4pPr>
    <ns2:lvl5pPr marL="1828800" algn="l" defTabSz="914400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5pPr>
    <ns2:lvl6pPr marL="2286000" algn="l" defTabSz="914400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6pPr>
    <ns2:lvl7pPr marL="2743200" algn="l" defTabSz="914400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7pPr>
    <ns2:lvl8pPr marL="3200400" algn="l" defTabSz="914400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8pPr>
    <ns2:lvl9pPr marL="3657600" algn="l" defTabSz="914400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9pPr>
  </ns0:defaultTextStyle>
</ns0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?>
<ns0:Relationships xmlns:ns0="http://schemas.openxmlformats.org/package/2006/relationships"><ns0:Relationship Id="rId1" Type="http://schemas.openxmlformats.org/officeDocument/2006/relationships/slideMaster" Target="slideMasters/slideMaster1.xml" /><ns0:Relationship Id="rId2" Type="http://schemas.openxmlformats.org/officeDocument/2006/relationships/presProps" Target="presProps.xml" /><ns0:Relationship Id="rId3" Type="http://schemas.openxmlformats.org/officeDocument/2006/relationships/viewProps" Target="viewProps.xml" /><ns0:Relationship Id="rId4" Type="http://schemas.openxmlformats.org/officeDocument/2006/relationships/theme" Target="theme/theme1.xml" /><ns0:Relationship Id="rId5" Type="http://schemas.openxmlformats.org/officeDocument/2006/relationships/tableStyles" Target="tableStyles.xml" /><ns0:Relationship Id="rId6" Type="http://schemas.openxmlformats.org/officeDocument/2006/relationships/slide" Target="slides/slide1.xml" /><ns0:Relationship Id="rId7" Type="http://schemas.openxmlformats.org/officeDocument/2006/relationships/slide" Target="slides/slide2.xml" /><ns0:Relationship Id="rId8" Type="http://schemas.openxmlformats.org/officeDocument/2006/relationships/slide" Target="slides/slide3.xml" /><ns0:Relationship Id="rId9" Type="http://schemas.openxmlformats.org/officeDocument/2006/relationships/slide" Target="slides/slide4.xml" /><ns0:Relationship Id="rId10" Type="http://schemas.openxmlformats.org/officeDocument/2006/relationships/slide" Target="slides/slide5.xml" /><ns0:Relationship Id="rId11" Type="http://schemas.openxmlformats.org/officeDocument/2006/relationships/slide" Target="slides/slide6.xml" /><ns0:Relationship Id="rId12" Type="http://schemas.openxmlformats.org/officeDocument/2006/relationships/slide" Target="slides/slide7.xml" /><ns0:Relationship Id="rId13" Type="http://schemas.openxmlformats.org/officeDocument/2006/relationships/slide" Target="slides/slide8.xml" /><ns0:Relationship Id="rId14" Type="http://schemas.openxmlformats.org/officeDocument/2006/relationships/slide" Target="slides/slide9.xml" /><ns0:Relationship Id="rId15" Type="http://schemas.openxmlformats.org/officeDocument/2006/relationships/slide" Target="slides/slide10.xml" /><ns0:Relationship Id="rId16" Type="http://schemas.openxmlformats.org/officeDocument/2006/relationships/font" Target="fonts/font16.fntdata" /><ns0:Relationship Id="rId17" Type="http://schemas.openxmlformats.org/officeDocument/2006/relationships/font" Target="fonts/font17.fntdata" /></ns0:Relationships>
</file>

<file path=ppt/slideLayouts/_rels/slideLayout7.xml.rels><?xml version='1.0' encoding='utf-8'?>
<ns0:Relationships xmlns:ns0="http://schemas.openxmlformats.org/package/2006/relationships"><ns0:Relationship Id="rId1" Type="http://schemas.openxmlformats.org/officeDocument/2006/relationships/slideMaster" Target="../slideMasters/slideMaster1.xml" /><ns0:Relationship Id="rId2" Type="http://schemas.openxmlformats.org/officeDocument/2006/relationships/image" Target="../media/image1.png" /><ns0:Relationship Id="rId3" Type="http://schemas.openxmlformats.org/officeDocument/2006/relationships/image" Target="../media/image2.svg" /><ns0:Relationship Id="rId4" Type="http://schemas.openxmlformats.org/officeDocument/2006/relationships/image" Target="../media/image3.png" /><ns0:Relationship Id="rId5" Type="http://schemas.openxmlformats.org/officeDocument/2006/relationships/image" Target="../media/image4.svg" /><ns0:Relationship Id="rId6" Type="http://schemas.openxmlformats.org/officeDocument/2006/relationships/image" Target="../media/image3.png" /><ns0:Relationship Id="rId7" Type="http://schemas.openxmlformats.org/officeDocument/2006/relationships/image" Target="../media/image4.svg" /><ns0:Relationship Id="rId8" Type="http://schemas.openxmlformats.org/officeDocument/2006/relationships/image" Target="../media/image5.png" /><ns0:Relationship Id="rId9" Type="http://schemas.openxmlformats.org/officeDocument/2006/relationships/image" Target="../media/image6.svg" /><ns0:Relationship Id="rId10" Type="http://schemas.openxmlformats.org/officeDocument/2006/relationships/image" Target="../media/image7.png" /><ns0:Relationship Id="rId11" Type="http://schemas.openxmlformats.org/officeDocument/2006/relationships/image" Target="../media/image8.svg" /><ns0:Relationship Id="rId12" Type="http://schemas.openxmlformats.org/officeDocument/2006/relationships/image" Target="../media/image9.png" /><ns0:Relationship Id="rId13" Type="http://schemas.openxmlformats.org/officeDocument/2006/relationships/image" Target="../media/image10.svg" /><ns0:Relationship Id="rId14" Type="http://schemas.openxmlformats.org/officeDocument/2006/relationships/image" Target="../media/image11.png" /><ns0:Relationship Id="rId15" Type="http://schemas.openxmlformats.org/officeDocument/2006/relationships/image" Target="../media/image12.svg" /><ns0:Relationship Id="rId16" Type="http://schemas.openxmlformats.org/officeDocument/2006/relationships/image" Target="../media/image13.png" /><ns0:Relationship Id="rId17" Type="http://schemas.openxmlformats.org/officeDocument/2006/relationships/image" Target="../media/image14.svg" /></ns0:Relationships>
</file>

<file path=ppt/slideLayouts/_rels/slideLayout12.xml.rels><?xml version='1.0' encoding='utf-8'?>
<ns0:Relationships xmlns:ns0="http://schemas.openxmlformats.org/package/2006/relationships"><ns0:Relationship Id="rId1" Type="http://schemas.openxmlformats.org/officeDocument/2006/relationships/slideMaster" Target="../slideMasters/slideMaster1.xml" /><ns0:Relationship Id="rId2" Type="http://schemas.openxmlformats.org/officeDocument/2006/relationships/image" Target="../media/image1.png" /><ns0:Relationship Id="rId3" Type="http://schemas.openxmlformats.org/officeDocument/2006/relationships/image" Target="../media/image2.svg" /><ns0:Relationship Id="rId4" Type="http://schemas.openxmlformats.org/officeDocument/2006/relationships/image" Target="../media/image3.png" /><ns0:Relationship Id="rId5" Type="http://schemas.openxmlformats.org/officeDocument/2006/relationships/image" Target="../media/image4.svg" /><ns0:Relationship Id="rId6" Type="http://schemas.openxmlformats.org/officeDocument/2006/relationships/image" Target="../media/image3.png" /><ns0:Relationship Id="rId7" Type="http://schemas.openxmlformats.org/officeDocument/2006/relationships/image" Target="../media/image4.svg" /><ns0:Relationship Id="rId8" Type="http://schemas.openxmlformats.org/officeDocument/2006/relationships/image" Target="../media/image15.png" /><ns0:Relationship Id="rId9" Type="http://schemas.openxmlformats.org/officeDocument/2006/relationships/image" Target="../media/image16.svg" /><ns0:Relationship Id="rId10" Type="http://schemas.openxmlformats.org/officeDocument/2006/relationships/image" Target="../media/image17.png" /><ns0:Relationship Id="rId11" Type="http://schemas.openxmlformats.org/officeDocument/2006/relationships/image" Target="../media/image18.svg" /><ns0:Relationship Id="rId12" Type="http://schemas.openxmlformats.org/officeDocument/2006/relationships/image" Target="../media/image13.png" /><ns0:Relationship Id="rId13" Type="http://schemas.openxmlformats.org/officeDocument/2006/relationships/image" Target="../media/image14.svg" /><ns0:Relationship Id="rId14" Type="http://schemas.openxmlformats.org/officeDocument/2006/relationships/image" Target="../media/image9.png" /><ns0:Relationship Id="rId15" Type="http://schemas.openxmlformats.org/officeDocument/2006/relationships/image" Target="../media/image10.svg" /><ns0:Relationship Id="rId16" Type="http://schemas.openxmlformats.org/officeDocument/2006/relationships/image" Target="../media/image11.png" /><ns0:Relationship Id="rId17" Type="http://schemas.openxmlformats.org/officeDocument/2006/relationships/image" Target="../media/image12.svg" /></ns0:Relationships>
</file>

<file path=ppt/slideLayouts/_rels/slideLayout13.xml.rels><?xml version='1.0' encoding='utf-8'?>
<ns0:Relationships xmlns:ns0="http://schemas.openxmlformats.org/package/2006/relationships"><ns0:Relationship Id="rId1" Type="http://schemas.openxmlformats.org/officeDocument/2006/relationships/slideMaster" Target="../slideMasters/slideMaster1.xml" /><ns0:Relationship Id="rId2" Type="http://schemas.openxmlformats.org/officeDocument/2006/relationships/image" Target="../media/image1.png" /><ns0:Relationship Id="rId3" Type="http://schemas.openxmlformats.org/officeDocument/2006/relationships/image" Target="../media/image2.svg" /><ns0:Relationship Id="rId4" Type="http://schemas.openxmlformats.org/officeDocument/2006/relationships/image" Target="../media/image3.png" /><ns0:Relationship Id="rId5" Type="http://schemas.openxmlformats.org/officeDocument/2006/relationships/image" Target="../media/image4.svg" /><ns0:Relationship Id="rId6" Type="http://schemas.openxmlformats.org/officeDocument/2006/relationships/image" Target="../media/image19.png" /><ns0:Relationship Id="rId7" Type="http://schemas.openxmlformats.org/officeDocument/2006/relationships/image" Target="../media/image20.svg" /><ns0:Relationship Id="rId8" Type="http://schemas.openxmlformats.org/officeDocument/2006/relationships/image" Target="../media/image3.png" /><ns0:Relationship Id="rId9" Type="http://schemas.openxmlformats.org/officeDocument/2006/relationships/image" Target="../media/image4.svg" /><ns0:Relationship Id="rId10" Type="http://schemas.openxmlformats.org/officeDocument/2006/relationships/image" Target="../media/image13.png" /><ns0:Relationship Id="rId11" Type="http://schemas.openxmlformats.org/officeDocument/2006/relationships/image" Target="../media/image14.svg" /><ns0:Relationship Id="rId12" Type="http://schemas.openxmlformats.org/officeDocument/2006/relationships/image" Target="../media/image11.png" /><ns0:Relationship Id="rId13" Type="http://schemas.openxmlformats.org/officeDocument/2006/relationships/image" Target="../media/image12.svg" /><ns0:Relationship Id="rId14" Type="http://schemas.openxmlformats.org/officeDocument/2006/relationships/image" Target="../media/image9.png" /><ns0:Relationship Id="rId15" Type="http://schemas.openxmlformats.org/officeDocument/2006/relationships/image" Target="../media/image10.svg" /></ns0:Relationships>
</file>

<file path=ppt/slideLayouts/_rels/slideLayout14.xml.rels><?xml version='1.0' encoding='utf-8'?>
<ns0:Relationships xmlns:ns0="http://schemas.openxmlformats.org/package/2006/relationships"><ns0:Relationship Id="rId1" Type="http://schemas.openxmlformats.org/officeDocument/2006/relationships/slideMaster" Target="../slideMasters/slideMaster1.xml" /><ns0:Relationship Id="rId2" Type="http://schemas.openxmlformats.org/officeDocument/2006/relationships/image" Target="../media/image1.png" /><ns0:Relationship Id="rId3" Type="http://schemas.openxmlformats.org/officeDocument/2006/relationships/image" Target="../media/image2.svg" /><ns0:Relationship Id="rId4" Type="http://schemas.openxmlformats.org/officeDocument/2006/relationships/image" Target="../media/image21.png" /><ns0:Relationship Id="rId5" Type="http://schemas.openxmlformats.org/officeDocument/2006/relationships/image" Target="../media/image22.svg" /><ns0:Relationship Id="rId6" Type="http://schemas.openxmlformats.org/officeDocument/2006/relationships/image" Target="../media/image3.png" /><ns0:Relationship Id="rId7" Type="http://schemas.openxmlformats.org/officeDocument/2006/relationships/image" Target="../media/image4.svg" /><ns0:Relationship Id="rId8" Type="http://schemas.openxmlformats.org/officeDocument/2006/relationships/image" Target="../media/image13.png" /><ns0:Relationship Id="rId9" Type="http://schemas.openxmlformats.org/officeDocument/2006/relationships/image" Target="../media/image14.svg" /><ns0:Relationship Id="rId10" Type="http://schemas.openxmlformats.org/officeDocument/2006/relationships/image" Target="../media/image11.png" /><ns0:Relationship Id="rId11" Type="http://schemas.openxmlformats.org/officeDocument/2006/relationships/image" Target="../media/image12.svg" /><ns0:Relationship Id="rId12" Type="http://schemas.openxmlformats.org/officeDocument/2006/relationships/image" Target="../media/image9.png" /><ns0:Relationship Id="rId13" Type="http://schemas.openxmlformats.org/officeDocument/2006/relationships/image" Target="../media/image10.svg" /></ns0:Relationships>
</file>

<file path=ppt/slideLayouts/_rels/slideLayout15.xml.rels><?xml version='1.0' encoding='utf-8'?>
<ns0:Relationships xmlns:ns0="http://schemas.openxmlformats.org/package/2006/relationships"><ns0:Relationship Id="rId1" Type="http://schemas.openxmlformats.org/officeDocument/2006/relationships/slideMaster" Target="../slideMasters/slideMaster1.xml" /><ns0:Relationship Id="rId2" Type="http://schemas.openxmlformats.org/officeDocument/2006/relationships/image" Target="../media/image1.png" /><ns0:Relationship Id="rId3" Type="http://schemas.openxmlformats.org/officeDocument/2006/relationships/image" Target="../media/image2.svg" /><ns0:Relationship Id="rId4" Type="http://schemas.openxmlformats.org/officeDocument/2006/relationships/image" Target="../media/image3.png" /><ns0:Relationship Id="rId5" Type="http://schemas.openxmlformats.org/officeDocument/2006/relationships/image" Target="../media/image4.svg" /><ns0:Relationship Id="rId6" Type="http://schemas.openxmlformats.org/officeDocument/2006/relationships/image" Target="../media/image23.png" /><ns0:Relationship Id="rId7" Type="http://schemas.openxmlformats.org/officeDocument/2006/relationships/image" Target="../media/image24.svg" /><ns0:Relationship Id="rId8" Type="http://schemas.openxmlformats.org/officeDocument/2006/relationships/image" Target="../media/image3.png" /><ns0:Relationship Id="rId9" Type="http://schemas.openxmlformats.org/officeDocument/2006/relationships/image" Target="../media/image4.svg" /><ns0:Relationship Id="rId10" Type="http://schemas.openxmlformats.org/officeDocument/2006/relationships/image" Target="../media/image13.png" /><ns0:Relationship Id="rId11" Type="http://schemas.openxmlformats.org/officeDocument/2006/relationships/image" Target="../media/image14.svg" /><ns0:Relationship Id="rId12" Type="http://schemas.openxmlformats.org/officeDocument/2006/relationships/image" Target="../media/image13.png" /><ns0:Relationship Id="rId13" Type="http://schemas.openxmlformats.org/officeDocument/2006/relationships/image" Target="../media/image14.svg" /><ns0:Relationship Id="rId14" Type="http://schemas.openxmlformats.org/officeDocument/2006/relationships/image" Target="../media/image9.png" /><ns0:Relationship Id="rId15" Type="http://schemas.openxmlformats.org/officeDocument/2006/relationships/image" Target="../media/image10.svg" /></ns0:Relationships>
</file>

<file path=ppt/slideLayouts/_rels/slideLayout16.xml.rels><?xml version='1.0' encoding='utf-8'?>
<ns0:Relationships xmlns:ns0="http://schemas.openxmlformats.org/package/2006/relationships"><ns0:Relationship Id="rId1" Type="http://schemas.openxmlformats.org/officeDocument/2006/relationships/slideMaster" Target="../slideMasters/slideMaster1.xml" /><ns0:Relationship Id="rId2" Type="http://schemas.openxmlformats.org/officeDocument/2006/relationships/image" Target="../media/image1.png" /><ns0:Relationship Id="rId3" Type="http://schemas.openxmlformats.org/officeDocument/2006/relationships/image" Target="../media/image2.svg" /><ns0:Relationship Id="rId4" Type="http://schemas.openxmlformats.org/officeDocument/2006/relationships/image" Target="../media/image3.png" /><ns0:Relationship Id="rId5" Type="http://schemas.openxmlformats.org/officeDocument/2006/relationships/image" Target="../media/image4.svg" /><ns0:Relationship Id="rId6" Type="http://schemas.openxmlformats.org/officeDocument/2006/relationships/image" Target="../media/image25.png" /><ns0:Relationship Id="rId7" Type="http://schemas.openxmlformats.org/officeDocument/2006/relationships/image" Target="../media/image26.svg" /><ns0:Relationship Id="rId8" Type="http://schemas.openxmlformats.org/officeDocument/2006/relationships/image" Target="../media/image27.png" /><ns0:Relationship Id="rId9" Type="http://schemas.openxmlformats.org/officeDocument/2006/relationships/image" Target="../media/image28.svg" /><ns0:Relationship Id="rId10" Type="http://schemas.openxmlformats.org/officeDocument/2006/relationships/image" Target="../media/image11.png" /><ns0:Relationship Id="rId11" Type="http://schemas.openxmlformats.org/officeDocument/2006/relationships/image" Target="../media/image12.svg" /><ns0:Relationship Id="rId12" Type="http://schemas.openxmlformats.org/officeDocument/2006/relationships/image" Target="../media/image13.png" /><ns0:Relationship Id="rId13" Type="http://schemas.openxmlformats.org/officeDocument/2006/relationships/image" Target="../media/image14.svg" /><ns0:Relationship Id="rId14" Type="http://schemas.openxmlformats.org/officeDocument/2006/relationships/image" Target="../media/image9.png" /><ns0:Relationship Id="rId15" Type="http://schemas.openxmlformats.org/officeDocument/2006/relationships/image" Target="../media/image10.svg" /></ns0:Relationships>
</file>

<file path=ppt/slideLayouts/_rels/slideLayout17.xml.rels><?xml version='1.0' encoding='utf-8'?>
<ns0:Relationships xmlns:ns0="http://schemas.openxmlformats.org/package/2006/relationships"><ns0:Relationship Id="rId1" Type="http://schemas.openxmlformats.org/officeDocument/2006/relationships/slideMaster" Target="../slideMasters/slideMaster1.xml" /><ns0:Relationship Id="rId2" Type="http://schemas.openxmlformats.org/officeDocument/2006/relationships/image" Target="../media/image1.png" /><ns0:Relationship Id="rId3" Type="http://schemas.openxmlformats.org/officeDocument/2006/relationships/image" Target="../media/image2.svg" /><ns0:Relationship Id="rId4" Type="http://schemas.openxmlformats.org/officeDocument/2006/relationships/image" Target="../media/image3.png" /><ns0:Relationship Id="rId5" Type="http://schemas.openxmlformats.org/officeDocument/2006/relationships/image" Target="../media/image4.svg" /><ns0:Relationship Id="rId6" Type="http://schemas.openxmlformats.org/officeDocument/2006/relationships/image" Target="../media/image29.png" /><ns0:Relationship Id="rId7" Type="http://schemas.openxmlformats.org/officeDocument/2006/relationships/image" Target="../media/image30.svg" /><ns0:Relationship Id="rId8" Type="http://schemas.openxmlformats.org/officeDocument/2006/relationships/image" Target="../media/image31.png" /><ns0:Relationship Id="rId9" Type="http://schemas.openxmlformats.org/officeDocument/2006/relationships/image" Target="../media/image32.svg" /><ns0:Relationship Id="rId10" Type="http://schemas.openxmlformats.org/officeDocument/2006/relationships/image" Target="../media/image3.png" /><ns0:Relationship Id="rId11" Type="http://schemas.openxmlformats.org/officeDocument/2006/relationships/image" Target="../media/image4.svg" /><ns0:Relationship Id="rId12" Type="http://schemas.openxmlformats.org/officeDocument/2006/relationships/image" Target="../media/image13.png" /><ns0:Relationship Id="rId13" Type="http://schemas.openxmlformats.org/officeDocument/2006/relationships/image" Target="../media/image14.svg" /><ns0:Relationship Id="rId14" Type="http://schemas.openxmlformats.org/officeDocument/2006/relationships/image" Target="../media/image11.png" /><ns0:Relationship Id="rId15" Type="http://schemas.openxmlformats.org/officeDocument/2006/relationships/image" Target="../media/image12.svg" /><ns0:Relationship Id="rId16" Type="http://schemas.openxmlformats.org/officeDocument/2006/relationships/image" Target="../media/image9.png" /><ns0:Relationship Id="rId17" Type="http://schemas.openxmlformats.org/officeDocument/2006/relationships/image" Target="../media/image10.svg" /></ns0:Relationships>
</file>

<file path=ppt/slideLayouts/_rels/slideLayout18.xml.rels><?xml version='1.0' encoding='utf-8'?>
<ns0:Relationships xmlns:ns0="http://schemas.openxmlformats.org/package/2006/relationships"><ns0:Relationship Id="rId1" Type="http://schemas.openxmlformats.org/officeDocument/2006/relationships/slideMaster" Target="../slideMasters/slideMaster1.xml" /><ns0:Relationship Id="rId2" Type="http://schemas.openxmlformats.org/officeDocument/2006/relationships/image" Target="../media/image1.png" /><ns0:Relationship Id="rId3" Type="http://schemas.openxmlformats.org/officeDocument/2006/relationships/image" Target="../media/image2.svg" /><ns0:Relationship Id="rId4" Type="http://schemas.openxmlformats.org/officeDocument/2006/relationships/image" Target="../media/image3.png" /><ns0:Relationship Id="rId5" Type="http://schemas.openxmlformats.org/officeDocument/2006/relationships/image" Target="../media/image4.svg" /><ns0:Relationship Id="rId6" Type="http://schemas.openxmlformats.org/officeDocument/2006/relationships/image" Target="../media/image33.png" /><ns0:Relationship Id="rId7" Type="http://schemas.openxmlformats.org/officeDocument/2006/relationships/image" Target="../media/image34.svg" /><ns0:Relationship Id="rId8" Type="http://schemas.openxmlformats.org/officeDocument/2006/relationships/image" Target="../media/image35.png" /><ns0:Relationship Id="rId9" Type="http://schemas.openxmlformats.org/officeDocument/2006/relationships/image" Target="../media/image36.svg" /><ns0:Relationship Id="rId10" Type="http://schemas.openxmlformats.org/officeDocument/2006/relationships/image" Target="../media/image3.png" /><ns0:Relationship Id="rId11" Type="http://schemas.openxmlformats.org/officeDocument/2006/relationships/image" Target="../media/image4.svg" /><ns0:Relationship Id="rId12" Type="http://schemas.openxmlformats.org/officeDocument/2006/relationships/image" Target="../media/image13.png" /><ns0:Relationship Id="rId13" Type="http://schemas.openxmlformats.org/officeDocument/2006/relationships/image" Target="../media/image14.svg" /><ns0:Relationship Id="rId14" Type="http://schemas.openxmlformats.org/officeDocument/2006/relationships/image" Target="../media/image13.png" /><ns0:Relationship Id="rId15" Type="http://schemas.openxmlformats.org/officeDocument/2006/relationships/image" Target="../media/image14.svg" /><ns0:Relationship Id="rId16" Type="http://schemas.openxmlformats.org/officeDocument/2006/relationships/image" Target="../media/image9.png" /><ns0:Relationship Id="rId17" Type="http://schemas.openxmlformats.org/officeDocument/2006/relationships/image" Target="../media/image10.svg" /><ns0:Relationship Id="rId18" Type="http://schemas.openxmlformats.org/officeDocument/2006/relationships/image" Target="../media/image9.png" /><ns0:Relationship Id="rId19" Type="http://schemas.openxmlformats.org/officeDocument/2006/relationships/image" Target="../media/image10.svg" /></ns0:Relationships>
</file>

<file path=ppt/slideLayouts/_rels/slideLayout19.xml.rels><?xml version='1.0' encoding='utf-8'?>
<ns0:Relationships xmlns:ns0="http://schemas.openxmlformats.org/package/2006/relationships"><ns0:Relationship Id="rId1" Type="http://schemas.openxmlformats.org/officeDocument/2006/relationships/slideMaster" Target="../slideMasters/slideMaster1.xml" /><ns0:Relationship Id="rId2" Type="http://schemas.openxmlformats.org/officeDocument/2006/relationships/image" Target="../media/image1.png" /><ns0:Relationship Id="rId3" Type="http://schemas.openxmlformats.org/officeDocument/2006/relationships/image" Target="../media/image2.svg" /><ns0:Relationship Id="rId4" Type="http://schemas.openxmlformats.org/officeDocument/2006/relationships/image" Target="../media/image3.png" /><ns0:Relationship Id="rId5" Type="http://schemas.openxmlformats.org/officeDocument/2006/relationships/image" Target="../media/image4.svg" /><ns0:Relationship Id="rId6" Type="http://schemas.openxmlformats.org/officeDocument/2006/relationships/image" Target="../media/image37.jpeg" /><ns0:Relationship Id="rId7" Type="http://schemas.openxmlformats.org/officeDocument/2006/relationships/image" Target="../media/image38.png" /><ns0:Relationship Id="rId8" Type="http://schemas.openxmlformats.org/officeDocument/2006/relationships/image" Target="../media/image39.svg" /><ns0:Relationship Id="rId9" Type="http://schemas.openxmlformats.org/officeDocument/2006/relationships/image" Target="../media/image40.png" /><ns0:Relationship Id="rId10" Type="http://schemas.openxmlformats.org/officeDocument/2006/relationships/image" Target="../media/image41.svg" /><ns0:Relationship Id="rId11" Type="http://schemas.openxmlformats.org/officeDocument/2006/relationships/image" Target="../media/image3.png" /><ns0:Relationship Id="rId12" Type="http://schemas.openxmlformats.org/officeDocument/2006/relationships/image" Target="../media/image4.svg" /><ns0:Relationship Id="rId13" Type="http://schemas.openxmlformats.org/officeDocument/2006/relationships/image" Target="../media/image13.png" /><ns0:Relationship Id="rId14" Type="http://schemas.openxmlformats.org/officeDocument/2006/relationships/image" Target="../media/image14.svg" /><ns0:Relationship Id="rId15" Type="http://schemas.openxmlformats.org/officeDocument/2006/relationships/image" Target="../media/image13.png" /><ns0:Relationship Id="rId16" Type="http://schemas.openxmlformats.org/officeDocument/2006/relationships/image" Target="../media/image14.svg" /><ns0:Relationship Id="rId17" Type="http://schemas.openxmlformats.org/officeDocument/2006/relationships/image" Target="../media/image9.png" /><ns0:Relationship Id="rId18" Type="http://schemas.openxmlformats.org/officeDocument/2006/relationships/image" Target="../media/image10.svg" /></ns0:Relationships>
</file>

<file path=ppt/slideLayouts/_rels/slideLayout20.xml.rels><?xml version='1.0' encoding='utf-8'?>
<ns0:Relationships xmlns:ns0="http://schemas.openxmlformats.org/package/2006/relationships"><ns0:Relationship Id="rId1" Type="http://schemas.openxmlformats.org/officeDocument/2006/relationships/slideMaster" Target="../slideMasters/slideMaster1.xml" /><ns0:Relationship Id="rId2" Type="http://schemas.openxmlformats.org/officeDocument/2006/relationships/image" Target="../media/image1.png" /><ns0:Relationship Id="rId3" Type="http://schemas.openxmlformats.org/officeDocument/2006/relationships/image" Target="../media/image2.svg" /><ns0:Relationship Id="rId4" Type="http://schemas.openxmlformats.org/officeDocument/2006/relationships/image" Target="../media/image3.png" /><ns0:Relationship Id="rId5" Type="http://schemas.openxmlformats.org/officeDocument/2006/relationships/image" Target="../media/image4.svg" /><ns0:Relationship Id="rId6" Type="http://schemas.openxmlformats.org/officeDocument/2006/relationships/image" Target="../media/image42.png" /><ns0:Relationship Id="rId7" Type="http://schemas.openxmlformats.org/officeDocument/2006/relationships/image" Target="../media/image43.svg" /><ns0:Relationship Id="rId8" Type="http://schemas.openxmlformats.org/officeDocument/2006/relationships/image" Target="../media/image44.png" /><ns0:Relationship Id="rId9" Type="http://schemas.openxmlformats.org/officeDocument/2006/relationships/image" Target="../media/image45.svg" /><ns0:Relationship Id="rId10" Type="http://schemas.openxmlformats.org/officeDocument/2006/relationships/image" Target="../media/image13.png" /><ns0:Relationship Id="rId11" Type="http://schemas.openxmlformats.org/officeDocument/2006/relationships/image" Target="../media/image14.svg" /><ns0:Relationship Id="rId12" Type="http://schemas.openxmlformats.org/officeDocument/2006/relationships/image" Target="../media/image13.png" /><ns0:Relationship Id="rId13" Type="http://schemas.openxmlformats.org/officeDocument/2006/relationships/image" Target="../media/image14.svg" /><ns0:Relationship Id="rId14" Type="http://schemas.openxmlformats.org/officeDocument/2006/relationships/image" Target="../media/image9.png" /><ns0:Relationship Id="rId15" Type="http://schemas.openxmlformats.org/officeDocument/2006/relationships/image" Target="../media/image10.svg" /><ns0:Relationship Id="rId16" Type="http://schemas.openxmlformats.org/officeDocument/2006/relationships/image" Target="../media/image9.png" /><ns0:Relationship Id="rId17" Type="http://schemas.openxmlformats.org/officeDocument/2006/relationships/image" Target="../media/image10.svg" /></ns0:Relationships>
</file>

<file path=ppt/slideLayouts/slideLayout7.xml><?xml version="1.0" encoding="utf-8"?>
<ns0:sldLayout xmlns:ns0="http://schemas.openxmlformats.org/presentationml/2006/main" xmlns:ns1="http://schemas.openxmlformats.org/drawingml/2006/main" xmlns:ns2="http://schemas.openxmlformats.org/officeDocument/2006/relationships" xmlns:ns3="http://schemas.microsoft.com/office/drawing/2016/SVG/main" type="blank" preserve="1">
  <ns0:cSld name="版型1"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name="Freeform 2" id="2"/>
          <ns0:cNvSpPr/>
          <ns0:nvPr/>
        </ns0:nvSpPr>
        <ns0:spPr>
          <ns1:xfrm flipH="false" flipV="false" rot="0">
            <ns1:off x="-3616365" y="-7616865"/>
            <ns1:ext cx="25520731" cy="25520731"/>
          </ns1:xfrm>
          <ns1:custGeom>
            <ns1:avLst/>
            <ns1:gdLst/>
            <ns1:ahLst/>
            <ns1:cxnLst/>
            <ns1:rect r="r" b="b" t="t" l="l"/>
            <ns1:pathLst>
              <ns1:path h="25520731" w="25520731">
                <ns1:moveTo>
                  <ns1:pt x="0" y="0"/>
                </ns1:moveTo>
                <ns1:lnTo>
                  <ns1:pt x="25520730" y="0"/>
                </ns1:lnTo>
                <ns1:lnTo>
                  <ns1:pt x="25520730" y="25520730"/>
                </ns1:lnTo>
                <ns1:lnTo>
                  <ns1:pt x="0" y="25520730"/>
                </ns1:lnTo>
                <ns1:lnTo>
                  <ns1:pt x="0" y="0"/>
                </ns1:lnTo>
                <ns1:close/>
              </ns1:path>
            </ns1:pathLst>
          </ns1:custGeom>
          <ns1:blipFill>
            <ns1:blip ns2:embed="rId2">
              <ns1:alphaModFix amt="3000"/>
              <ns1:extLst>
                <ns1:ext uri="{96DAC541-7B7A-43D3-8B79-37D633B846F1}">
                  <ns3:svgBlip ns2:embed="rId3"/>
                </ns1:ext>
              </ns1:extLst>
            </ns1:blip>
            <ns1:stretch>
              <ns1:fillRect l="0" t="0" r="0" b="0"/>
            </ns1:stretch>
          </ns1:blipFill>
        </ns0:spPr>
      </ns0:sp>
      <ns0:sp>
        <ns0:nvSpPr>
          <ns0:cNvPr name="Freeform 3" id="3"/>
          <ns0:cNvSpPr/>
          <ns0:nvPr/>
        </ns0:nvSpPr>
        <ns0:spPr>
          <ns1:xfrm flipH="false" flipV="false" rot="0">
            <ns1:off x="12892355" y="-5826313"/>
            <ns1:ext cx="11602585" cy="11409423"/>
          </ns1:xfrm>
          <ns1:custGeom>
            <ns1:avLst/>
            <ns1:gdLst/>
            <ns1:ahLst/>
            <ns1:cxnLst/>
            <ns1:rect r="r" b="b" t="t" l="l"/>
            <ns1:pathLst>
              <ns1:path h="11409423" w="11602585">
                <ns1:moveTo>
                  <ns1:pt x="0" y="0"/>
                </ns1:moveTo>
                <ns1:lnTo>
                  <ns1:pt x="11602585" y="0"/>
                </ns1:lnTo>
                <ns1:lnTo>
                  <ns1:pt x="11602585" y="11409424"/>
                </ns1:lnTo>
                <ns1:lnTo>
                  <ns1:pt x="0" y="11409424"/>
                </ns1:lnTo>
                <ns1:lnTo>
                  <ns1:pt x="0" y="0"/>
                </ns1:lnTo>
                <ns1:close/>
              </ns1:path>
            </ns1:pathLst>
          </ns1:custGeom>
          <ns1:blipFill>
            <ns1:blip ns2:embed="rId4">
              <ns1:extLst>
                <ns1:ext uri="{96DAC541-7B7A-43D3-8B79-37D633B846F1}">
                  <ns3:svgBlip ns2:embed="rId5"/>
                </ns1:ext>
              </ns1:extLst>
            </ns1:blip>
            <ns1:stretch>
              <ns1:fillRect l="0" t="0" r="0" b="0"/>
            </ns1:stretch>
          </ns1:blipFill>
        </ns0:spPr>
      </ns0:sp>
      <ns0:sp>
        <ns0:nvSpPr>
          <ns0:cNvPr name="Freeform 4" id="4"/>
          <ns0:cNvSpPr/>
          <ns0:nvPr/>
        </ns0:nvSpPr>
        <ns0:spPr>
          <ns1:xfrm flipH="false" flipV="false" rot="0">
            <ns1:off x="-2458585" y="4448740"/>
            <ns1:ext cx="11602585" cy="11409423"/>
          </ns1:xfrm>
          <ns1:custGeom>
            <ns1:avLst/>
            <ns1:gdLst/>
            <ns1:ahLst/>
            <ns1:cxnLst/>
            <ns1:rect r="r" b="b" t="t" l="l"/>
            <ns1:pathLst>
              <ns1:path h="11409423" w="11602585">
                <ns1:moveTo>
                  <ns1:pt x="0" y="0"/>
                </ns1:moveTo>
                <ns1:lnTo>
                  <ns1:pt x="11602585" y="0"/>
                </ns1:lnTo>
                <ns1:lnTo>
                  <ns1:pt x="11602585" y="11409424"/>
                </ns1:lnTo>
                <ns1:lnTo>
                  <ns1:pt x="0" y="11409424"/>
                </ns1:lnTo>
                <ns1:lnTo>
                  <ns1:pt x="0" y="0"/>
                </ns1:lnTo>
                <ns1:close/>
              </ns1:path>
            </ns1:pathLst>
          </ns1:custGeom>
          <ns1:blipFill>
            <ns1:blip ns2:embed="rId6">
              <ns1:extLst>
                <ns1:ext uri="{96DAC541-7B7A-43D3-8B79-37D633B846F1}">
                  <ns3:svgBlip ns2:embed="rId7"/>
                </ns1:ext>
              </ns1:extLst>
            </ns1:blip>
            <ns1:stretch>
              <ns1:fillRect l="0" t="0" r="0" b="0"/>
            </ns1:stretch>
          </ns1:blipFill>
        </ns0:spPr>
      </ns0:sp>
      <ns0:sp>
        <ns0:nvSpPr>
          <ns0:cNvPr name="TextBox 5" id="5"/>
          <ns0:cNvSpPr txBox="true"/>
          <ns0:nvPr/>
        </ns0:nvSpPr>
        <ns0:spPr>
          <ns1:xfrm rot="0">
            <ns1:off x="6357397" y="2568007"/>
            <ns1:ext cx="10901903" cy="5487283"/>
          </ns1:xfrm>
          <ns1:prstGeom prst="rect">
            <ns1:avLst/>
          </ns1:prstGeom>
        </ns0:spPr>
        <ns0:txBody>
          <ns1:bodyPr anchor="t" rtlCol="false" tIns="0" lIns="0" bIns="0" rIns="0">
            <ns1:spAutoFit/>
          </ns1:bodyPr>
          <ns1:lstStyle/>
          <ns1:p>
            <ns1:pPr algn="ctr">
              <ns1:lnSpc>
                <ns1:spcPts val="39007"/>
              </ns1:lnSpc>
            </ns1:pPr>
            <ns1:r>
              <ns1:rPr lang="en-US" sz="27862">
                <ns1:solidFill>
                  <ns1:srgbClr val="FB5A48"/>
                </ns1:solidFill>
                <ns1:latin typeface="TT Milks Casual Pie Base"/>
                <ns1:ea typeface="TT Milks Casual Pie Base"/>
                <ns1:cs typeface="TT Milks Casual Pie Base"/>
                <ns1:sym typeface="TT Milks Casual Pie Base"/>
              </ns1:rPr>
              <ns1:t/>
            </ns1:r>
          </ns1:p>
        </ns0:txBody>
      </ns0:sp>
      <ns0:sp>
        <ns0:nvSpPr>
          <ns0:cNvPr name="TextBox 6" id="6"/>
          <ns0:cNvSpPr txBox="true"/>
          <ns0:nvPr/>
        </ns0:nvSpPr>
        <ns0:spPr>
          <ns1:xfrm rot="-314404">
            <ns1:off x="5954839" y="869288"/>
            <ns1:ext cx="8652006" cy="3615600"/>
          </ns1:xfrm>
          <ns1:prstGeom prst="rect">
            <ns1:avLst/>
          </ns1:prstGeom>
        </ns0:spPr>
        <ns0:txBody>
          <ns1:bodyPr anchor="t" rtlCol="false" tIns="0" lIns="0" bIns="0" rIns="0">
            <ns1:spAutoFit/>
          </ns1:bodyPr>
          <ns1:lstStyle/>
          <ns1:p>
            <ns1:pPr algn="ctr">
              <ns1:lnSpc>
                <ns1:spcPts val="26098"/>
              </ns1:lnSpc>
            </ns1:pPr>
            <ns1:r>
              <ns1:rPr lang="en-US" sz="18641" spc="-186">
                <ns1:solidFill>
                  <ns1:srgbClr val="FB5A48"/>
                </ns1:solidFill>
                <ns1:latin typeface="TT Milks Casual Pie Base"/>
                <ns1:ea typeface="TT Milks Casual Pie Base"/>
                <ns1:cs typeface="TT Milks Casual Pie Base"/>
                <ns1:sym typeface="TT Milks Casual Pie Base"/>
              </ns1:rPr>
              <ns1:t/>
            </ns1:r>
          </ns1:p>
        </ns0:txBody>
      </ns0:sp>
      <ns0:sp>
        <ns0:nvSpPr>
          <ns0:cNvPr name="Freeform 7" id="7"/>
          <ns0:cNvSpPr/>
          <ns0:nvPr/>
        </ns0:nvSpPr>
        <ns0:spPr>
          <ns1:xfrm flipH="false" flipV="false" rot="0">
            <ns1:off x="0" y="4448740"/>
            <ns1:ext cx="8378139" cy="6123658"/>
          </ns1:xfrm>
          <ns1:custGeom>
            <ns1:avLst/>
            <ns1:gdLst/>
            <ns1:ahLst/>
            <ns1:cxnLst/>
            <ns1:rect r="r" b="b" t="t" l="l"/>
            <ns1:pathLst>
              <ns1:path h="6123658" w="8378139">
                <ns1:moveTo>
                  <ns1:pt x="0" y="0"/>
                </ns1:moveTo>
                <ns1:lnTo>
                  <ns1:pt x="8378139" y="0"/>
                </ns1:lnTo>
                <ns1:lnTo>
                  <ns1:pt x="8378139" y="6123659"/>
                </ns1:lnTo>
                <ns1:lnTo>
                  <ns1:pt x="0" y="6123659"/>
                </ns1:lnTo>
                <ns1:lnTo>
                  <ns1:pt x="0" y="0"/>
                </ns1:lnTo>
                <ns1:close/>
              </ns1:path>
            </ns1:pathLst>
          </ns1:custGeom>
          <ns1:blipFill>
            <ns1:blip ns2:embed="rId8">
              <ns1:extLst>
                <ns1:ext uri="{96DAC541-7B7A-43D3-8B79-37D633B846F1}">
                  <ns3:svgBlip ns2:embed="rId9"/>
                </ns1:ext>
              </ns1:extLst>
            </ns1:blip>
            <ns1:stretch>
              <ns1:fillRect l="0" t="0" r="0" b="0"/>
            </ns1:stretch>
          </ns1:blipFill>
        </ns0:spPr>
      </ns0:sp>
      <ns0:sp>
        <ns0:nvSpPr>
          <ns0:cNvPr name="Freeform 8" id="8"/>
          <ns0:cNvSpPr/>
          <ns0:nvPr/>
        </ns0:nvSpPr>
        <ns0:spPr>
          <ns1:xfrm flipH="false" flipV="false" rot="0">
            <ns1:off x="14194497" y="7510570"/>
            <ns1:ext cx="3470538" cy="2776430"/>
          </ns1:xfrm>
          <ns1:custGeom>
            <ns1:avLst/>
            <ns1:gdLst/>
            <ns1:ahLst/>
            <ns1:cxnLst/>
            <ns1:rect r="r" b="b" t="t" l="l"/>
            <ns1:pathLst>
              <ns1:path h="2776430" w="3470538">
                <ns1:moveTo>
                  <ns1:pt x="0" y="0"/>
                </ns1:moveTo>
                <ns1:lnTo>
                  <ns1:pt x="3470538" y="0"/>
                </ns1:lnTo>
                <ns1:lnTo>
                  <ns1:pt x="3470538" y="2776430"/>
                </ns1:lnTo>
                <ns1:lnTo>
                  <ns1:pt x="0" y="2776430"/>
                </ns1:lnTo>
                <ns1:lnTo>
                  <ns1:pt x="0" y="0"/>
                </ns1:lnTo>
                <ns1:close/>
              </ns1:path>
            </ns1:pathLst>
          </ns1:custGeom>
          <ns1:blipFill>
            <ns1:blip ns2:embed="rId10">
              <ns1:extLst>
                <ns1:ext uri="{96DAC541-7B7A-43D3-8B79-37D633B846F1}">
                  <ns3:svgBlip ns2:embed="rId11"/>
                </ns1:ext>
              </ns1:extLst>
            </ns1:blip>
            <ns1:stretch>
              <ns1:fillRect l="0" t="0" r="0" b="0"/>
            </ns1:stretch>
          </ns1:blipFill>
        </ns0:spPr>
      </ns0:sp>
      <ns0:sp>
        <ns0:nvSpPr>
          <ns0:cNvPr name="Freeform 9" id="9"/>
          <ns0:cNvSpPr/>
          <ns0:nvPr/>
        </ns0:nvSpPr>
        <ns0:spPr>
          <ns1:xfrm flipH="false" flipV="false" rot="-1479985">
            <ns1:off x="16272235" y="2504967"/>
            <ns1:ext cx="904022" cy="595626"/>
          </ns1:xfrm>
          <ns1:custGeom>
            <ns1:avLst/>
            <ns1:gdLst/>
            <ns1:ahLst/>
            <ns1:cxnLst/>
            <ns1:rect r="r" b="b" t="t" l="l"/>
            <ns1:pathLst>
              <ns1:path h="595626" w="904022">
                <ns1:moveTo>
                  <ns1:pt x="0" y="0"/>
                </ns1:moveTo>
                <ns1:lnTo>
                  <ns1:pt x="904022" y="0"/>
                </ns1:lnTo>
                <ns1:lnTo>
                  <ns1:pt x="904022" y="595626"/>
                </ns1:lnTo>
                <ns1:lnTo>
                  <ns1:pt x="0" y="595626"/>
                </ns1:lnTo>
                <ns1:lnTo>
                  <ns1:pt x="0" y="0"/>
                </ns1:lnTo>
                <ns1:close/>
              </ns1:path>
            </ns1:pathLst>
          </ns1:custGeom>
          <ns1:blipFill>
            <ns1:blip ns2:embed="rId12">
              <ns1:extLst>
                <ns1:ext uri="{96DAC541-7B7A-43D3-8B79-37D633B846F1}">
                  <ns3:svgBlip ns2:embed="rId13"/>
                </ns1:ext>
              </ns1:extLst>
            </ns1:blip>
            <ns1:stretch>
              <ns1:fillRect l="0" t="0" r="0" b="0"/>
            </ns1:stretch>
          </ns1:blipFill>
          <ns1:ln cap="sq">
            <ns1:noFill/>
            <ns1:prstDash val="solid"/>
            <ns1:miter/>
          </ns1:ln>
        </ns0:spPr>
      </ns0:sp>
      <ns0:sp>
        <ns0:nvSpPr>
          <ns0:cNvPr name="Freeform 10" id="10"/>
          <ns0:cNvSpPr/>
          <ns0:nvPr/>
        </ns0:nvSpPr>
        <ns0:spPr>
          <ns1:xfrm flipH="false" flipV="false" rot="-966297">
            <ns1:off x="110880" y="1534211"/>
            <ns1:ext cx="3403437" cy="1280930"/>
          </ns1:xfrm>
          <ns1:custGeom>
            <ns1:avLst/>
            <ns1:gdLst/>
            <ns1:ahLst/>
            <ns1:cxnLst/>
            <ns1:rect r="r" b="b" t="t" l="l"/>
            <ns1:pathLst>
              <ns1:path h="1280930" w="3403437">
                <ns1:moveTo>
                  <ns1:pt x="0" y="0"/>
                </ns1:moveTo>
                <ns1:lnTo>
                  <ns1:pt x="3403437" y="0"/>
                </ns1:lnTo>
                <ns1:lnTo>
                  <ns1:pt x="3403437" y="1280929"/>
                </ns1:lnTo>
                <ns1:lnTo>
                  <ns1:pt x="0" y="1280929"/>
                </ns1:lnTo>
                <ns1:lnTo>
                  <ns1:pt x="0" y="0"/>
                </ns1:lnTo>
                <ns1:close/>
              </ns1:path>
            </ns1:pathLst>
          </ns1:custGeom>
          <ns1:blipFill>
            <ns1:blip ns2:embed="rId14">
              <ns1:extLst>
                <ns1:ext uri="{96DAC541-7B7A-43D3-8B79-37D633B846F1}">
                  <ns3:svgBlip ns2:embed="rId15"/>
                </ns1:ext>
              </ns1:extLst>
            </ns1:blip>
            <ns1:stretch>
              <ns1:fillRect l="0" t="0" r="0" b="0"/>
            </ns1:stretch>
          </ns1:blipFill>
        </ns0:spPr>
      </ns0:sp>
      <ns0:sp>
        <ns0:nvSpPr>
          <ns0:cNvPr name="Freeform 11" id="11"/>
          <ns0:cNvSpPr/>
          <ns0:nvPr/>
        </ns0:nvSpPr>
        <ns0:spPr>
          <ns1:xfrm flipH="false" flipV="false" rot="0">
            <ns1:off x="9923485" y="7500245"/>
            <ns1:ext cx="2725668" cy="555045"/>
          </ns1:xfrm>
          <ns1:custGeom>
            <ns1:avLst/>
            <ns1:gdLst/>
            <ns1:ahLst/>
            <ns1:cxnLst/>
            <ns1:rect r="r" b="b" t="t" l="l"/>
            <ns1:pathLst>
              <ns1:path h="555045" w="2725668">
                <ns1:moveTo>
                  <ns1:pt x="0" y="0"/>
                </ns1:moveTo>
                <ns1:lnTo>
                  <ns1:pt x="2725667" y="0"/>
                </ns1:lnTo>
                <ns1:lnTo>
                  <ns1:pt x="2725667" y="555045"/>
                </ns1:lnTo>
                <ns1:lnTo>
                  <ns1:pt x="0" y="555045"/>
                </ns1:lnTo>
                <ns1:lnTo>
                  <ns1:pt x="0" y="0"/>
                </ns1:lnTo>
                <ns1:close/>
              </ns1:path>
            </ns1:pathLst>
          </ns1:custGeom>
          <ns1:blipFill>
            <ns1:blip ns2:embed="rId16">
              <ns1:extLst>
                <ns1:ext uri="{96DAC541-7B7A-43D3-8B79-37D633B846F1}">
                  <ns3:svgBlip ns2:embed="rId17"/>
                </ns1:ext>
              </ns1:extLst>
            </ns1:blip>
            <ns1:stretch>
              <ns1:fillRect l="0" t="0" r="0" b="0"/>
            </ns1:stretch>
          </ns1:blipFill>
        </ns0:spPr>
      </ns0:sp>
    </ns0:spTree>
  </ns0:cSld>
  <ns0:clrMapOvr>
    <ns1:masterClrMapping/>
  </ns0:clrMapOvr>
</ns0:sldLayout>
</file>

<file path=ppt/slideLayouts/slideLayout12.xml><?xml version="1.0" encoding="utf-8"?>
<ns0:sldLayout xmlns:ns0="http://schemas.openxmlformats.org/presentationml/2006/main" xmlns:ns1="http://schemas.openxmlformats.org/drawingml/2006/main" xmlns:ns2="http://schemas.openxmlformats.org/officeDocument/2006/relationships" xmlns:ns3="http://schemas.microsoft.com/office/drawing/2016/SVG/main" type="blank" preserve="1">
  <ns0:cSld name="版型2"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name="Freeform 2" id="2"/>
          <ns0:cNvSpPr/>
          <ns0:nvPr/>
        </ns0:nvSpPr>
        <ns0:spPr>
          <ns1:xfrm flipH="false" flipV="false" rot="0">
            <ns1:off x="-3616365" y="-7616865"/>
            <ns1:ext cx="25520731" cy="25520731"/>
          </ns1:xfrm>
          <ns1:custGeom>
            <ns1:avLst/>
            <ns1:gdLst/>
            <ns1:ahLst/>
            <ns1:cxnLst/>
            <ns1:rect r="r" b="b" t="t" l="l"/>
            <ns1:pathLst>
              <ns1:path h="25520731" w="25520731">
                <ns1:moveTo>
                  <ns1:pt x="0" y="0"/>
                </ns1:moveTo>
                <ns1:lnTo>
                  <ns1:pt x="25520730" y="0"/>
                </ns1:lnTo>
                <ns1:lnTo>
                  <ns1:pt x="25520730" y="25520730"/>
                </ns1:lnTo>
                <ns1:lnTo>
                  <ns1:pt x="0" y="25520730"/>
                </ns1:lnTo>
                <ns1:lnTo>
                  <ns1:pt x="0" y="0"/>
                </ns1:lnTo>
                <ns1:close/>
              </ns1:path>
            </ns1:pathLst>
          </ns1:custGeom>
          <ns1:blipFill>
            <ns1:blip ns2:embed="rId2">
              <ns1:alphaModFix amt="3000"/>
              <ns1:extLst>
                <ns1:ext uri="{96DAC541-7B7A-43D3-8B79-37D633B846F1}">
                  <ns3:svgBlip ns2:embed="rId3"/>
                </ns1:ext>
              </ns1:extLst>
            </ns1:blip>
            <ns1:stretch>
              <ns1:fillRect l="0" t="0" r="0" b="0"/>
            </ns1:stretch>
          </ns1:blipFill>
          <ns1:ln cap="sq">
            <ns1:noFill/>
            <ns1:prstDash val="solid"/>
            <ns1:miter/>
          </ns1:ln>
        </ns0:spPr>
      </ns0:sp>
      <ns0:sp>
        <ns0:nvSpPr>
          <ns0:cNvPr name="Freeform 3" id="3"/>
          <ns0:cNvSpPr/>
          <ns0:nvPr/>
        </ns0:nvSpPr>
        <ns0:spPr>
          <ns1:xfrm flipH="false" flipV="false" rot="0">
            <ns1:off x="11458008" y="-6265923"/>
            <ns1:ext cx="11602585" cy="11409423"/>
          </ns1:xfrm>
          <ns1:custGeom>
            <ns1:avLst/>
            <ns1:gdLst/>
            <ns1:ahLst/>
            <ns1:cxnLst/>
            <ns1:rect r="r" b="b" t="t" l="l"/>
            <ns1:pathLst>
              <ns1:path h="11409423" w="11602585">
                <ns1:moveTo>
                  <ns1:pt x="0" y="0"/>
                </ns1:moveTo>
                <ns1:lnTo>
                  <ns1:pt x="11602584" y="0"/>
                </ns1:lnTo>
                <ns1:lnTo>
                  <ns1:pt x="11602584" y="11409423"/>
                </ns1:lnTo>
                <ns1:lnTo>
                  <ns1:pt x="0" y="11409423"/>
                </ns1:lnTo>
                <ns1:lnTo>
                  <ns1:pt x="0" y="0"/>
                </ns1:lnTo>
                <ns1:close/>
              </ns1:path>
            </ns1:pathLst>
          </ns1:custGeom>
          <ns1:blipFill>
            <ns1:blip ns2:embed="rId4">
              <ns1:extLst>
                <ns1:ext uri="{96DAC541-7B7A-43D3-8B79-37D633B846F1}">
                  <ns3:svgBlip ns2:embed="rId5"/>
                </ns1:ext>
              </ns1:extLst>
            </ns1:blip>
            <ns1:stretch>
              <ns1:fillRect l="0" t="0" r="0" b="0"/>
            </ns1:stretch>
          </ns1:blipFill>
        </ns0:spPr>
      </ns0:sp>
      <ns0:sp>
        <ns0:nvSpPr>
          <ns0:cNvPr name="Freeform 4" id="4"/>
          <ns0:cNvSpPr/>
          <ns0:nvPr/>
        </ns0:nvSpPr>
        <ns0:spPr>
          <ns1:xfrm flipH="false" flipV="false" rot="0">
            <ns1:off x="-2307891" y="6494442"/>
            <ns1:ext cx="11602585" cy="11409423"/>
          </ns1:xfrm>
          <ns1:custGeom>
            <ns1:avLst/>
            <ns1:gdLst/>
            <ns1:ahLst/>
            <ns1:cxnLst/>
            <ns1:rect r="r" b="b" t="t" l="l"/>
            <ns1:pathLst>
              <ns1:path h="11409423" w="11602585">
                <ns1:moveTo>
                  <ns1:pt x="0" y="0"/>
                </ns1:moveTo>
                <ns1:lnTo>
                  <ns1:pt x="11602585" y="0"/>
                </ns1:lnTo>
                <ns1:lnTo>
                  <ns1:pt x="11602585" y="11409423"/>
                </ns1:lnTo>
                <ns1:lnTo>
                  <ns1:pt x="0" y="11409423"/>
                </ns1:lnTo>
                <ns1:lnTo>
                  <ns1:pt x="0" y="0"/>
                </ns1:lnTo>
                <ns1:close/>
              </ns1:path>
            </ns1:pathLst>
          </ns1:custGeom>
          <ns1:blipFill>
            <ns1:blip ns2:embed="rId6">
              <ns1:extLst>
                <ns1:ext uri="{96DAC541-7B7A-43D3-8B79-37D633B846F1}">
                  <ns3:svgBlip ns2:embed="rId7"/>
                </ns1:ext>
              </ns1:extLst>
            </ns1:blip>
            <ns1:stretch>
              <ns1:fillRect l="0" t="0" r="0" b="0"/>
            </ns1:stretch>
          </ns1:blipFill>
        </ns0:spPr>
      </ns0:sp>
      <ns0:sp>
        <ns0:nvSpPr>
          <ns0:cNvPr name="Freeform 5" id="5"/>
          <ns0:cNvSpPr/>
          <ns0:nvPr/>
        </ns0:nvSpPr>
        <ns0:spPr>
          <ns1:xfrm flipH="false" flipV="false" rot="0">
            <ns1:off x="491005" y="5567852"/>
            <ns1:ext cx="6711771" cy="4930101"/>
          </ns1:xfrm>
          <ns1:custGeom>
            <ns1:avLst/>
            <ns1:gdLst/>
            <ns1:ahLst/>
            <ns1:cxnLst/>
            <ns1:rect r="r" b="b" t="t" l="l"/>
            <ns1:pathLst>
              <ns1:path h="4930101" w="6711771">
                <ns1:moveTo>
                  <ns1:pt x="0" y="0"/>
                </ns1:moveTo>
                <ns1:lnTo>
                  <ns1:pt x="6711770" y="0"/>
                </ns1:lnTo>
                <ns1:lnTo>
                  <ns1:pt x="6711770" y="4930101"/>
                </ns1:lnTo>
                <ns1:lnTo>
                  <ns1:pt x="0" y="4930101"/>
                </ns1:lnTo>
                <ns1:lnTo>
                  <ns1:pt x="0" y="0"/>
                </ns1:lnTo>
                <ns1:close/>
              </ns1:path>
            </ns1:pathLst>
          </ns1:custGeom>
          <ns1:blipFill>
            <ns1:blip ns2:embed="rId8">
              <ns1:extLst>
                <ns1:ext uri="{96DAC541-7B7A-43D3-8B79-37D633B846F1}">
                  <ns3:svgBlip ns2:embed="rId9"/>
                </ns1:ext>
              </ns1:extLst>
            </ns1:blip>
            <ns1:stretch>
              <ns1:fillRect l="0" t="0" r="0" b="0"/>
            </ns1:stretch>
          </ns1:blipFill>
        </ns0:spPr>
      </ns0:sp>
      <ns0:sp>
        <ns0:nvSpPr>
          <ns0:cNvPr name="Freeform 6" id="6"/>
          <ns0:cNvSpPr/>
          <ns0:nvPr/>
        </ns0:nvSpPr>
        <ns0:spPr>
          <ns1:xfrm flipH="false" flipV="false" rot="0">
            <ns1:off x="7873906" y="7574587"/>
            <ns1:ext cx="2841575" cy="2712413"/>
          </ns1:xfrm>
          <ns1:custGeom>
            <ns1:avLst/>
            <ns1:gdLst/>
            <ns1:ahLst/>
            <ns1:cxnLst/>
            <ns1:rect r="r" b="b" t="t" l="l"/>
            <ns1:pathLst>
              <ns1:path h="2712413" w="2841575">
                <ns1:moveTo>
                  <ns1:pt x="0" y="0"/>
                </ns1:moveTo>
                <ns1:lnTo>
                  <ns1:pt x="2841576" y="0"/>
                </ns1:lnTo>
                <ns1:lnTo>
                  <ns1:pt x="2841576" y="2712413"/>
                </ns1:lnTo>
                <ns1:lnTo>
                  <ns1:pt x="0" y="2712413"/>
                </ns1:lnTo>
                <ns1:lnTo>
                  <ns1:pt x="0" y="0"/>
                </ns1:lnTo>
                <ns1:close/>
              </ns1:path>
            </ns1:pathLst>
          </ns1:custGeom>
          <ns1:blipFill>
            <ns1:blip ns2:embed="rId10">
              <ns1:extLst>
                <ns1:ext uri="{96DAC541-7B7A-43D3-8B79-37D633B846F1}">
                  <ns3:svgBlip ns2:embed="rId11"/>
                </ns1:ext>
              </ns1:extLst>
            </ns1:blip>
            <ns1:stretch>
              <ns1:fillRect l="0" t="0" r="0" b="0"/>
            </ns1:stretch>
          </ns1:blipFill>
        </ns0:spPr>
      </ns0:sp>
      <ns0:sp>
        <ns0:nvSpPr>
          <ns0:cNvPr name="Freeform 7" id="7"/>
          <ns0:cNvSpPr/>
          <ns0:nvPr/>
        </ns0:nvSpPr>
        <ns0:spPr>
          <ns1:xfrm flipH="false" flipV="false" rot="0">
            <ns1:off x="14125434" y="8703255"/>
            <ns1:ext cx="2725668" cy="555045"/>
          </ns1:xfrm>
          <ns1:custGeom>
            <ns1:avLst/>
            <ns1:gdLst/>
            <ns1:ahLst/>
            <ns1:cxnLst/>
            <ns1:rect r="r" b="b" t="t" l="l"/>
            <ns1:pathLst>
              <ns1:path h="555045" w="2725668">
                <ns1:moveTo>
                  <ns1:pt x="0" y="0"/>
                </ns1:moveTo>
                <ns1:lnTo>
                  <ns1:pt x="2725668" y="0"/>
                </ns1:lnTo>
                <ns1:lnTo>
                  <ns1:pt x="2725668" y="555045"/>
                </ns1:lnTo>
                <ns1:lnTo>
                  <ns1:pt x="0" y="555045"/>
                </ns1:lnTo>
                <ns1:lnTo>
                  <ns1:pt x="0" y="0"/>
                </ns1:lnTo>
                <ns1:close/>
              </ns1:path>
            </ns1:pathLst>
          </ns1:custGeom>
          <ns1:blipFill>
            <ns1:blip ns2:embed="rId12">
              <ns1:extLst>
                <ns1:ext uri="{96DAC541-7B7A-43D3-8B79-37D633B846F1}">
                  <ns3:svgBlip ns2:embed="rId13"/>
                </ns1:ext>
              </ns1:extLst>
            </ns1:blip>
            <ns1:stretch>
              <ns1:fillRect l="0" t="0" r="0" b="0"/>
            </ns1:stretch>
          </ns1:blipFill>
        </ns0:spPr>
      </ns0:sp>
      <ns0:sp>
        <ns0:nvSpPr>
          <ns0:cNvPr name="Freeform 8" id="8"/>
          <ns0:cNvSpPr/>
          <ns0:nvPr/>
        </ns0:nvSpPr>
        <ns0:spPr>
          <ns1:xfrm flipH="false" flipV="false" rot="-1479985">
            <ns1:off x="8936420" y="513058"/>
            <ns1:ext cx="904022" cy="595626"/>
          </ns1:xfrm>
          <ns1:custGeom>
            <ns1:avLst/>
            <ns1:gdLst/>
            <ns1:ahLst/>
            <ns1:cxnLst/>
            <ns1:rect r="r" b="b" t="t" l="l"/>
            <ns1:pathLst>
              <ns1:path h="595626" w="904022">
                <ns1:moveTo>
                  <ns1:pt x="0" y="0"/>
                </ns1:moveTo>
                <ns1:lnTo>
                  <ns1:pt x="904021" y="0"/>
                </ns1:lnTo>
                <ns1:lnTo>
                  <ns1:pt x="904021" y="595626"/>
                </ns1:lnTo>
                <ns1:lnTo>
                  <ns1:pt x="0" y="595626"/>
                </ns1:lnTo>
                <ns1:lnTo>
                  <ns1:pt x="0" y="0"/>
                </ns1:lnTo>
                <ns1:close/>
              </ns1:path>
            </ns1:pathLst>
          </ns1:custGeom>
          <ns1:blipFill>
            <ns1:blip ns2:embed="rId14">
              <ns1:extLst>
                <ns1:ext uri="{96DAC541-7B7A-43D3-8B79-37D633B846F1}">
                  <ns3:svgBlip ns2:embed="rId15"/>
                </ns1:ext>
              </ns1:extLst>
            </ns1:blip>
            <ns1:stretch>
              <ns1:fillRect l="0" t="0" r="0" b="0"/>
            </ns1:stretch>
          </ns1:blipFill>
          <ns1:ln cap="sq">
            <ns1:noFill/>
            <ns1:prstDash val="solid"/>
            <ns1:miter/>
          </ns1:ln>
        </ns0:spPr>
      </ns0:sp>
      <ns0:sp>
        <ns0:nvSpPr>
          <ns0:cNvPr name="Freeform 9" id="9"/>
          <ns0:cNvSpPr/>
          <ns0:nvPr/>
        </ns0:nvSpPr>
        <ns0:spPr>
          <ns1:xfrm flipH="false" flipV="false" rot="-966297">
            <ns1:off x="7442282" y="5229771"/>
            <ns1:ext cx="3403437" cy="1280930"/>
          </ns1:xfrm>
          <ns1:custGeom>
            <ns1:avLst/>
            <ns1:gdLst/>
            <ns1:ahLst/>
            <ns1:cxnLst/>
            <ns1:rect r="r" b="b" t="t" l="l"/>
            <ns1:pathLst>
              <ns1:path h="1280930" w="3403437">
                <ns1:moveTo>
                  <ns1:pt x="0" y="0"/>
                </ns1:moveTo>
                <ns1:lnTo>
                  <ns1:pt x="3403436" y="0"/>
                </ns1:lnTo>
                <ns1:lnTo>
                  <ns1:pt x="3403436" y="1280929"/>
                </ns1:lnTo>
                <ns1:lnTo>
                  <ns1:pt x="0" y="1280929"/>
                </ns1:lnTo>
                <ns1:lnTo>
                  <ns1:pt x="0" y="0"/>
                </ns1:lnTo>
                <ns1:close/>
              </ns1:path>
            </ns1:pathLst>
          </ns1:custGeom>
          <ns1:blipFill>
            <ns1:blip ns2:embed="rId16">
              <ns1:extLst>
                <ns1:ext uri="{96DAC541-7B7A-43D3-8B79-37D633B846F1}">
                  <ns3:svgBlip ns2:embed="rId17"/>
                </ns1:ext>
              </ns1:extLst>
            </ns1:blip>
            <ns1:stretch>
              <ns1:fillRect l="0" t="0" r="0" b="0"/>
            </ns1:stretch>
          </ns1:blipFill>
        </ns0:spPr>
      </ns0:sp>
      <ns0:sp>
        <ns0:nvSpPr>
          <ns0:cNvPr name="TextBox 10" id="10"/>
          <ns0:cNvSpPr txBox="true"/>
          <ns0:nvPr/>
        </ns0:nvSpPr>
        <ns0:spPr>
          <ns1:xfrm rot="0">
            <ns1:off x="1028700" y="2088786"/>
            <ns1:ext cx="9686782" cy="1403350"/>
          </ns1:xfrm>
          <ns1:prstGeom prst="rect">
            <ns1:avLst/>
          </ns1:prstGeom>
        </ns0:spPr>
        <ns0:txBody>
          <ns1:bodyPr anchor="t" rtlCol="false" tIns="0" lIns="0" bIns="0" rIns="0">
            <ns1:spAutoFit/>
          </ns1:bodyPr>
          <ns1:lstStyle/>
          <ns1:p>
            <ns1:pPr algn="l" marL="0" indent="0" lvl="1">
              <ns1:lnSpc>
                <ns1:spcPts val="10699"/>
              </ns1:lnSpc>
            </ns1:pPr>
            <ns1:r>
              <ns1:rPr lang="en-US" b="true" sz="9999" strike="noStrike" u="none">
                <ns1:solidFill>
                  <ns1:srgbClr val="FB5A48"/>
                </ns1:solidFill>
                <ns1:latin typeface="TT Milks Casual Pie Base"/>
                <ns1:ea typeface="TT Milks Casual Pie Base"/>
                <ns1:cs typeface="TT Milks Casual Pie Base"/>
                <ns1:sym typeface="TT Milks Casual Pie Base"/>
              </ns1:rPr>
              <ns1:t/>
            </ns1:r>
          </ns1:p>
        </ns0:txBody>
      </ns0:sp>
      <ns0:sp>
        <ns0:nvSpPr>
          <ns0:cNvPr name="TextBox 11" id="11"/>
          <ns0:cNvSpPr txBox="true"/>
          <ns0:nvPr/>
        </ns0:nvSpPr>
        <ns0:spPr>
          <ns1:xfrm rot="0">
            <ns1:off x="1028700" y="3726232"/>
            <ns1:ext cx="9400362" cy="628650"/>
          </ns1:xfrm>
          <ns1:prstGeom prst="rect">
            <ns1:avLst/>
          </ns1:prstGeom>
        </ns0:spPr>
        <ns0:txBody>
          <ns1:bodyPr anchor="t" rtlCol="false" tIns="0" lIns="0" bIns="0" rIns="0">
            <ns1:spAutoFit/>
          </ns1:bodyPr>
          <ns1:lstStyle/>
          <ns1:p>
            <ns1:pPr algn="l" marL="0" indent="0" lvl="0">
              <ns1:lnSpc>
                <ns1:spcPts val="4320"/>
              </ns1:lnSpc>
              <ns1:spcBef>
                <ns1:spcPct val="0"/>
              </ns1:spcBef>
            </ns1:pPr>
            <ns1:r>
              <ns1:rPr lang="en-US" sz="3600" strike="noStrike" u="none">
                <ns1:solidFill>
                  <ns1:srgbClr val="FB5A48"/>
                </ns1:solidFill>
                <ns1:latin typeface="Jua"/>
                <ns1:ea typeface="Jua"/>
                <ns1:cs typeface="Jua"/>
                <ns1:sym typeface="Jua"/>
              </ns1:rPr>
              <ns1:t/>
            </ns1:r>
          </ns1:p>
        </ns0:txBody>
      </ns0:sp>
      <ns0:sp>
        <ns0:nvSpPr>
          <ns0:cNvPr name="TextBox 12" id="12"/>
          <ns0:cNvSpPr txBox="true"/>
          <ns0:nvPr/>
        </ns0:nvSpPr>
        <ns0:spPr>
          <ns1:xfrm rot="0">
            <ns1:off x="11849530" y="1733920"/>
            <ns1:ext cx="4551807" cy="1608257"/>
          </ns1:xfrm>
          <ns1:prstGeom prst="rect">
            <ns1:avLst/>
          </ns1:prstGeom>
        </ns0:spPr>
        <ns0:txBody>
          <ns1:bodyPr anchor="t" rtlCol="false" tIns="0" lIns="0" bIns="0" rIns="0">
            <ns1:spAutoFit/>
          </ns1:bodyPr>
          <ns1:lstStyle/>
          <ns1:p>
            <ns1:pPr algn="l" marL="0" indent="0" lvl="0">
              <ns1:lnSpc>
                <ns1:spcPts val="5959"/>
              </ns1:lnSpc>
              <ns1:spcBef>
                <ns1:spcPct val="0"/>
              </ns1:spcBef>
            </ns1:pPr>
            <ns1:r>
              <ns1:rPr lang="en-US" sz="4966" strike="noStrike" u="none">
                <ns1:solidFill>
                  <ns1:srgbClr val="FFFFFF"/>
                </ns1:solidFill>
                <ns1:latin typeface="Jua"/>
                <ns1:ea typeface="Jua"/>
                <ns1:cs typeface="Jua"/>
                <ns1:sym typeface="Jua"/>
              </ns1:rPr>
              <ns1:t/>
            </ns1:r>
          </ns1:p>
        </ns0:txBody>
      </ns0:sp>
      <ns0:sp>
        <ns0:nvSpPr>
          <ns0:cNvPr name="TextBox 13" id="13"/>
          <ns0:cNvSpPr txBox="true"/>
          <ns0:nvPr/>
        </ns0:nvSpPr>
        <ns0:spPr>
          <ns1:xfrm rot="0">
            <ns1:off x="11849530" y="3959595"/>
            <ns1:ext cx="4551807" cy="1608257"/>
          </ns1:xfrm>
          <ns1:prstGeom prst="rect">
            <ns1:avLst/>
          </ns1:prstGeom>
        </ns0:spPr>
        <ns0:txBody>
          <ns1:bodyPr anchor="t" rtlCol="false" tIns="0" lIns="0" bIns="0" rIns="0">
            <ns1:spAutoFit/>
          </ns1:bodyPr>
          <ns1:lstStyle/>
          <ns1:p>
            <ns1:pPr algn="l" marL="0" indent="0" lvl="0">
              <ns1:lnSpc>
                <ns1:spcPts val="5959"/>
              </ns1:lnSpc>
              <ns1:spcBef>
                <ns1:spcPct val="0"/>
              </ns1:spcBef>
            </ns1:pPr>
            <ns1:r>
              <ns1:rPr lang="en-US" sz="4966">
                <ns1:solidFill>
                  <ns1:srgbClr val="FFFFFF"/>
                </ns1:solidFill>
                <ns1:latin typeface="Jua"/>
                <ns1:ea typeface="Jua"/>
                <ns1:cs typeface="Jua"/>
                <ns1:sym typeface="Jua"/>
              </ns1:rPr>
              <ns1:t/>
            </ns1:r>
          </ns1:p>
        </ns0:txBody>
      </ns0:sp>
      <ns0:sp>
        <ns0:nvSpPr>
          <ns0:cNvPr name="TextBox 14" id="14"/>
          <ns0:cNvSpPr txBox="true"/>
          <ns0:nvPr/>
        </ns0:nvSpPr>
        <ns0:spPr>
          <ns1:xfrm rot="0">
            <ns1:off x="11849530" y="6186977"/>
            <ns1:ext cx="4551807" cy="1608257"/>
          </ns1:xfrm>
          <ns1:prstGeom prst="rect">
            <ns1:avLst/>
          </ns1:prstGeom>
        </ns0:spPr>
        <ns0:txBody>
          <ns1:bodyPr anchor="t" rtlCol="false" tIns="0" lIns="0" bIns="0" rIns="0">
            <ns1:spAutoFit/>
          </ns1:bodyPr>
          <ns1:lstStyle/>
          <ns1:p>
            <ns1:pPr algn="l" marL="0" indent="0" lvl="0">
              <ns1:lnSpc>
                <ns1:spcPts val="5959"/>
              </ns1:lnSpc>
              <ns1:spcBef>
                <ns1:spcPct val="0"/>
              </ns1:spcBef>
            </ns1:pPr>
            <ns1:r>
              <ns1:rPr lang="en-US" sz="4966">
                <ns1:solidFill>
                  <ns1:srgbClr val="FFFFFF"/>
                </ns1:solidFill>
                <ns1:latin typeface="Jua"/>
                <ns1:ea typeface="Jua"/>
                <ns1:cs typeface="Jua"/>
                <ns1:sym typeface="Jua"/>
              </ns1:rPr>
              <ns1:t/>
            </ns1:r>
          </ns1:p>
        </ns0:txBody>
      </ns0:sp>
    </ns0:spTree>
  </ns0:cSld>
  <ns0:clrMapOvr>
    <ns1:masterClrMapping/>
  </ns0:clrMapOvr>
</ns0:sldLayout>
</file>

<file path=ppt/slideLayouts/slideLayout13.xml><?xml version="1.0" encoding="utf-8"?>
<ns0:sldLayout xmlns:ns0="http://schemas.openxmlformats.org/presentationml/2006/main" xmlns:ns1="http://schemas.openxmlformats.org/drawingml/2006/main" xmlns:ns2="http://schemas.openxmlformats.org/officeDocument/2006/relationships" xmlns:ns3="http://schemas.microsoft.com/office/drawing/2016/SVG/main" type="blank" preserve="1">
  <ns0:cSld name="版型3"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name="Freeform 2" id="2"/>
          <ns0:cNvSpPr/>
          <ns0:nvPr/>
        </ns0:nvSpPr>
        <ns0:spPr>
          <ns1:xfrm flipH="false" flipV="false" rot="0">
            <ns1:off x="-3616365" y="-7616865"/>
            <ns1:ext cx="25520731" cy="25520731"/>
          </ns1:xfrm>
          <ns1:custGeom>
            <ns1:avLst/>
            <ns1:gdLst/>
            <ns1:ahLst/>
            <ns1:cxnLst/>
            <ns1:rect r="r" b="b" t="t" l="l"/>
            <ns1:pathLst>
              <ns1:path h="25520731" w="25520731">
                <ns1:moveTo>
                  <ns1:pt x="0" y="0"/>
                </ns1:moveTo>
                <ns1:lnTo>
                  <ns1:pt x="25520730" y="0"/>
                </ns1:lnTo>
                <ns1:lnTo>
                  <ns1:pt x="25520730" y="25520730"/>
                </ns1:lnTo>
                <ns1:lnTo>
                  <ns1:pt x="0" y="25520730"/>
                </ns1:lnTo>
                <ns1:lnTo>
                  <ns1:pt x="0" y="0"/>
                </ns1:lnTo>
                <ns1:close/>
              </ns1:path>
            </ns1:pathLst>
          </ns1:custGeom>
          <ns1:blipFill>
            <ns1:blip ns2:embed="rId2">
              <ns1:alphaModFix amt="3000"/>
              <ns1:extLst>
                <ns1:ext uri="{96DAC541-7B7A-43D3-8B79-37D633B846F1}">
                  <ns3:svgBlip ns2:embed="rId3"/>
                </ns1:ext>
              </ns1:extLst>
            </ns1:blip>
            <ns1:stretch>
              <ns1:fillRect l="0" t="0" r="0" b="0"/>
            </ns1:stretch>
          </ns1:blipFill>
          <ns1:ln cap="sq">
            <ns1:noFill/>
            <ns1:prstDash val="solid"/>
            <ns1:miter/>
          </ns1:ln>
        </ns0:spPr>
      </ns0:sp>
      <ns0:sp>
        <ns0:nvSpPr>
          <ns0:cNvPr name="Freeform 3" id="3"/>
          <ns0:cNvSpPr/>
          <ns0:nvPr/>
        </ns0:nvSpPr>
        <ns0:spPr>
          <ns1:xfrm flipH="false" flipV="false" rot="0">
            <ns1:off x="10747175" y="4117601"/>
            <ns1:ext cx="11602585" cy="11409423"/>
          </ns1:xfrm>
          <ns1:custGeom>
            <ns1:avLst/>
            <ns1:gdLst/>
            <ns1:ahLst/>
            <ns1:cxnLst/>
            <ns1:rect r="r" b="b" t="t" l="l"/>
            <ns1:pathLst>
              <ns1:path h="11409423" w="11602585">
                <ns1:moveTo>
                  <ns1:pt x="0" y="0"/>
                </ns1:moveTo>
                <ns1:lnTo>
                  <ns1:pt x="11602585" y="0"/>
                </ns1:lnTo>
                <ns1:lnTo>
                  <ns1:pt x="11602585" y="11409423"/>
                </ns1:lnTo>
                <ns1:lnTo>
                  <ns1:pt x="0" y="11409423"/>
                </ns1:lnTo>
                <ns1:lnTo>
                  <ns1:pt x="0" y="0"/>
                </ns1:lnTo>
                <ns1:close/>
              </ns1:path>
            </ns1:pathLst>
          </ns1:custGeom>
          <ns1:blipFill>
            <ns1:blip ns2:embed="rId4">
              <ns1:extLst>
                <ns1:ext uri="{96DAC541-7B7A-43D3-8B79-37D633B846F1}">
                  <ns3:svgBlip ns2:embed="rId5"/>
                </ns1:ext>
              </ns1:extLst>
            </ns1:blip>
            <ns1:stretch>
              <ns1:fillRect l="0" t="0" r="0" b="0"/>
            </ns1:stretch>
          </ns1:blipFill>
        </ns0:spPr>
      </ns0:sp>
      <ns0:sp>
        <ns0:nvSpPr>
          <ns0:cNvPr name="TextBox 4" id="4"/>
          <ns0:cNvSpPr txBox="true"/>
          <ns0:nvPr/>
        </ns0:nvSpPr>
        <ns0:spPr>
          <ns1:xfrm rot="0">
            <ns1:off x="4296196" y="3211641"/>
            <ns1:ext cx="9695608" cy="4108450"/>
          </ns1:xfrm>
          <ns1:prstGeom prst="rect">
            <ns1:avLst/>
          </ns1:prstGeom>
        </ns0:spPr>
        <ns0:txBody>
          <ns1:bodyPr anchor="t" rtlCol="false" tIns="0" lIns="0" bIns="0" rIns="0">
            <ns1:spAutoFit/>
          </ns1:bodyPr>
          <ns1:lstStyle/>
          <ns1:p>
            <ns1:pPr algn="ctr" marL="0" indent="0" lvl="1">
              <ns1:lnSpc>
                <ns1:spcPts val="10699"/>
              </ns1:lnSpc>
              <ns1:spcBef>
                <ns1:spcPct val="0"/>
              </ns1:spcBef>
            </ns1:pPr>
            <ns1:r>
              <ns1:rPr lang="en-US" b="true" sz="9999" strike="noStrike" u="none">
                <ns1:solidFill>
                  <ns1:srgbClr val="FB5A48"/>
                </ns1:solidFill>
                <ns1:latin typeface="TT Milks Casual Pie Base"/>
                <ns1:ea typeface="TT Milks Casual Pie Base"/>
                <ns1:cs typeface="TT Milks Casual Pie Base"/>
                <ns1:sym typeface="TT Milks Casual Pie Base"/>
              </ns1:rPr>
              <ns1:t/>
            </ns1:r>
          </ns1:p>
        </ns0:txBody>
      </ns0:sp>
      <ns0:sp>
        <ns0:nvSpPr>
          <ns0:cNvPr name="Freeform 5" id="5"/>
          <ns0:cNvSpPr/>
          <ns0:nvPr/>
        </ns0:nvSpPr>
        <ns0:spPr>
          <ns1:xfrm flipH="false" flipV="false" rot="0">
            <ns1:off x="13032840" y="5528691"/>
            <ns1:ext cx="5255160" cy="4758309"/>
          </ns1:xfrm>
          <ns1:custGeom>
            <ns1:avLst/>
            <ns1:gdLst/>
            <ns1:ahLst/>
            <ns1:cxnLst/>
            <ns1:rect r="r" b="b" t="t" l="l"/>
            <ns1:pathLst>
              <ns1:path h="4758309" w="5255160">
                <ns1:moveTo>
                  <ns1:pt x="0" y="0"/>
                </ns1:moveTo>
                <ns1:lnTo>
                  <ns1:pt x="5255160" y="0"/>
                </ns1:lnTo>
                <ns1:lnTo>
                  <ns1:pt x="5255160" y="4758309"/>
                </ns1:lnTo>
                <ns1:lnTo>
                  <ns1:pt x="0" y="4758309"/>
                </ns1:lnTo>
                <ns1:lnTo>
                  <ns1:pt x="0" y="0"/>
                </ns1:lnTo>
                <ns1:close/>
              </ns1:path>
            </ns1:pathLst>
          </ns1:custGeom>
          <ns1:blipFill>
            <ns1:blip ns2:embed="rId6">
              <ns1:extLst>
                <ns1:ext uri="{96DAC541-7B7A-43D3-8B79-37D633B846F1}">
                  <ns3:svgBlip ns2:embed="rId7"/>
                </ns1:ext>
              </ns1:extLst>
            </ns1:blip>
            <ns1:stretch>
              <ns1:fillRect l="0" t="0" r="0" b="0"/>
            </ns1:stretch>
          </ns1:blipFill>
        </ns0:spPr>
      </ns0:sp>
      <ns0:sp>
        <ns0:nvSpPr>
          <ns0:cNvPr name="Freeform 6" id="6"/>
          <ns0:cNvSpPr/>
          <ns0:nvPr/>
        </ns0:nvSpPr>
        <ns0:spPr>
          <ns1:xfrm flipH="false" flipV="false" rot="0">
            <ns1:off x="-6660550" y="-6675773"/>
            <ns1:ext cx="11602585" cy="11409423"/>
          </ns1:xfrm>
          <ns1:custGeom>
            <ns1:avLst/>
            <ns1:gdLst/>
            <ns1:ahLst/>
            <ns1:cxnLst/>
            <ns1:rect r="r" b="b" t="t" l="l"/>
            <ns1:pathLst>
              <ns1:path h="11409423" w="11602585">
                <ns1:moveTo>
                  <ns1:pt x="0" y="0"/>
                </ns1:moveTo>
                <ns1:lnTo>
                  <ns1:pt x="11602585" y="0"/>
                </ns1:lnTo>
                <ns1:lnTo>
                  <ns1:pt x="11602585" y="11409423"/>
                </ns1:lnTo>
                <ns1:lnTo>
                  <ns1:pt x="0" y="11409423"/>
                </ns1:lnTo>
                <ns1:lnTo>
                  <ns1:pt x="0" y="0"/>
                </ns1:lnTo>
                <ns1:close/>
              </ns1:path>
            </ns1:pathLst>
          </ns1:custGeom>
          <ns1:blipFill>
            <ns1:blip ns2:embed="rId8">
              <ns1:extLst>
                <ns1:ext uri="{96DAC541-7B7A-43D3-8B79-37D633B846F1}">
                  <ns3:svgBlip ns2:embed="rId9"/>
                </ns1:ext>
              </ns1:extLst>
            </ns1:blip>
            <ns1:stretch>
              <ns1:fillRect l="0" t="0" r="0" b="0"/>
            </ns1:stretch>
          </ns1:blipFill>
        </ns0:spPr>
      </ns0:sp>
      <ns0:sp>
        <ns0:nvSpPr>
          <ns0:cNvPr name="Freeform 7" id="7"/>
          <ns0:cNvSpPr/>
          <ns0:nvPr/>
        </ns0:nvSpPr>
        <ns0:spPr>
          <ns1:xfrm flipH="false" flipV="false" rot="0">
            <ns1:off x="2130568" y="7897940"/>
            <ns1:ext cx="2725668" cy="555045"/>
          </ns1:xfrm>
          <ns1:custGeom>
            <ns1:avLst/>
            <ns1:gdLst/>
            <ns1:ahLst/>
            <ns1:cxnLst/>
            <ns1:rect r="r" b="b" t="t" l="l"/>
            <ns1:pathLst>
              <ns1:path h="555045" w="2725668">
                <ns1:moveTo>
                  <ns1:pt x="0" y="0"/>
                </ns1:moveTo>
                <ns1:lnTo>
                  <ns1:pt x="2725667" y="0"/>
                </ns1:lnTo>
                <ns1:lnTo>
                  <ns1:pt x="2725667" y="555045"/>
                </ns1:lnTo>
                <ns1:lnTo>
                  <ns1:pt x="0" y="555045"/>
                </ns1:lnTo>
                <ns1:lnTo>
                  <ns1:pt x="0" y="0"/>
                </ns1:lnTo>
                <ns1:close/>
              </ns1:path>
            </ns1:pathLst>
          </ns1:custGeom>
          <ns1:blipFill>
            <ns1:blip ns2:embed="rId10">
              <ns1:extLst>
                <ns1:ext uri="{96DAC541-7B7A-43D3-8B79-37D633B846F1}">
                  <ns3:svgBlip ns2:embed="rId11"/>
                </ns1:ext>
              </ns1:extLst>
            </ns1:blip>
            <ns1:stretch>
              <ns1:fillRect l="0" t="0" r="0" b="0"/>
            </ns1:stretch>
          </ns1:blipFill>
        </ns0:spPr>
      </ns0:sp>
      <ns0:sp>
        <ns0:nvSpPr>
          <ns0:cNvPr name="Freeform 8" id="8"/>
          <ns0:cNvSpPr/>
          <ns0:nvPr/>
        </ns0:nvSpPr>
        <ns0:spPr>
          <ns1:xfrm flipH="false" flipV="false" rot="-966297">
            <ns1:off x="13786550" y="1273844"/>
            <ns1:ext cx="3403437" cy="1280930"/>
          </ns1:xfrm>
          <ns1:custGeom>
            <ns1:avLst/>
            <ns1:gdLst/>
            <ns1:ahLst/>
            <ns1:cxnLst/>
            <ns1:rect r="r" b="b" t="t" l="l"/>
            <ns1:pathLst>
              <ns1:path h="1280930" w="3403437">
                <ns1:moveTo>
                  <ns1:pt x="0" y="0"/>
                </ns1:moveTo>
                <ns1:lnTo>
                  <ns1:pt x="3403436" y="0"/>
                </ns1:lnTo>
                <ns1:lnTo>
                  <ns1:pt x="3403436" y="1280930"/>
                </ns1:lnTo>
                <ns1:lnTo>
                  <ns1:pt x="0" y="1280930"/>
                </ns1:lnTo>
                <ns1:lnTo>
                  <ns1:pt x="0" y="0"/>
                </ns1:lnTo>
                <ns1:close/>
              </ns1:path>
            </ns1:pathLst>
          </ns1:custGeom>
          <ns1:blipFill>
            <ns1:blip ns2:embed="rId12">
              <ns1:extLst>
                <ns1:ext uri="{96DAC541-7B7A-43D3-8B79-37D633B846F1}">
                  <ns3:svgBlip ns2:embed="rId13"/>
                </ns1:ext>
              </ns1:extLst>
            </ns1:blip>
            <ns1:stretch>
              <ns1:fillRect l="0" t="0" r="0" b="0"/>
            </ns1:stretch>
          </ns1:blipFill>
        </ns0:spPr>
      </ns0:sp>
      <ns0:sp>
        <ns0:nvSpPr>
          <ns0:cNvPr name="Freeform 9" id="9"/>
          <ns0:cNvSpPr/>
          <ns0:nvPr/>
        </ns0:nvSpPr>
        <ns0:spPr>
          <ns1:xfrm flipH="false" flipV="false" rot="-1479985">
            <ns1:off x="1111743" y="1344425"/>
            <ns1:ext cx="904022" cy="595626"/>
          </ns1:xfrm>
          <ns1:custGeom>
            <ns1:avLst/>
            <ns1:gdLst/>
            <ns1:ahLst/>
            <ns1:cxnLst/>
            <ns1:rect r="r" b="b" t="t" l="l"/>
            <ns1:pathLst>
              <ns1:path h="595626" w="904022">
                <ns1:moveTo>
                  <ns1:pt x="0" y="0"/>
                </ns1:moveTo>
                <ns1:lnTo>
                  <ns1:pt x="904022" y="0"/>
                </ns1:lnTo>
                <ns1:lnTo>
                  <ns1:pt x="904022" y="595627"/>
                </ns1:lnTo>
                <ns1:lnTo>
                  <ns1:pt x="0" y="595627"/>
                </ns1:lnTo>
                <ns1:lnTo>
                  <ns1:pt x="0" y="0"/>
                </ns1:lnTo>
                <ns1:close/>
              </ns1:path>
            </ns1:pathLst>
          </ns1:custGeom>
          <ns1:blipFill>
            <ns1:blip ns2:embed="rId14">
              <ns1:extLst>
                <ns1:ext uri="{96DAC541-7B7A-43D3-8B79-37D633B846F1}">
                  <ns3:svgBlip ns2:embed="rId15"/>
                </ns1:ext>
              </ns1:extLst>
            </ns1:blip>
            <ns1:stretch>
              <ns1:fillRect l="0" t="0" r="0" b="0"/>
            </ns1:stretch>
          </ns1:blipFill>
          <ns1:ln cap="sq">
            <ns1:noFill/>
            <ns1:prstDash val="solid"/>
            <ns1:miter/>
          </ns1:ln>
        </ns0:spPr>
      </ns0:sp>
      <ns0:sp>
        <ns0:nvSpPr>
          <ns0:cNvPr name="TextBox 10" id="10"/>
          <ns0:cNvSpPr txBox="true"/>
          <ns0:nvPr/>
        </ns0:nvSpPr>
        <ns0:spPr>
          <ns1:xfrm rot="0">
            <ns1:off x="5255160" y="904875"/>
            <ns1:ext cx="7777680" cy="876300"/>
          </ns1:xfrm>
          <ns1:prstGeom prst="rect">
            <ns1:avLst/>
          </ns1:prstGeom>
        </ns0:spPr>
        <ns0:txBody>
          <ns1:bodyPr anchor="t" rtlCol="false" tIns="0" lIns="0" bIns="0" rIns="0">
            <ns1:spAutoFit/>
          </ns1:bodyPr>
          <ns1:lstStyle/>
          <ns1:p>
            <ns1:pPr algn="ctr" marL="0" indent="0" lvl="0">
              <ns1:lnSpc>
                <ns1:spcPts val="5959"/>
              </ns1:lnSpc>
              <ns1:spcBef>
                <ns1:spcPct val="0"/>
              </ns1:spcBef>
            </ns1:pPr>
            <ns1:r>
              <ns1:rPr lang="en-US" sz="4966" strike="noStrike" u="none">
                <ns1:solidFill>
                  <ns1:srgbClr val="FFFFFF"/>
                </ns1:solidFill>
                <ns1:latin typeface="Jua"/>
                <ns1:ea typeface="Jua"/>
                <ns1:cs typeface="Jua"/>
                <ns1:sym typeface="Jua"/>
              </ns1:rPr>
              <ns1:t/>
            </ns1:r>
          </ns1:p>
        </ns0:txBody>
      </ns0:sp>
    </ns0:spTree>
  </ns0:cSld>
  <ns0:clrMapOvr>
    <ns1:masterClrMapping/>
  </ns0:clrMapOvr>
</ns0:sldLayout>
</file>

<file path=ppt/slideLayouts/slideLayout14.xml><?xml version="1.0" encoding="utf-8"?>
<ns0:sldLayout xmlns:ns0="http://schemas.openxmlformats.org/presentationml/2006/main" xmlns:ns1="http://schemas.openxmlformats.org/drawingml/2006/main" xmlns:ns2="http://schemas.openxmlformats.org/officeDocument/2006/relationships" xmlns:ns3="http://schemas.microsoft.com/office/drawing/2016/SVG/main" type="blank" preserve="1">
  <ns0:cSld name="版型4"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name="Freeform 2" id="2"/>
          <ns0:cNvSpPr/>
          <ns0:nvPr/>
        </ns0:nvSpPr>
        <ns0:spPr>
          <ns1:xfrm flipH="false" flipV="false" rot="0">
            <ns1:off x="-3616365" y="-7616865"/>
            <ns1:ext cx="25520731" cy="25520731"/>
          </ns1:xfrm>
          <ns1:custGeom>
            <ns1:avLst/>
            <ns1:gdLst/>
            <ns1:ahLst/>
            <ns1:cxnLst/>
            <ns1:rect r="r" b="b" t="t" l="l"/>
            <ns1:pathLst>
              <ns1:path h="25520731" w="25520731">
                <ns1:moveTo>
                  <ns1:pt x="0" y="0"/>
                </ns1:moveTo>
                <ns1:lnTo>
                  <ns1:pt x="25520730" y="0"/>
                </ns1:lnTo>
                <ns1:lnTo>
                  <ns1:pt x="25520730" y="25520730"/>
                </ns1:lnTo>
                <ns1:lnTo>
                  <ns1:pt x="0" y="25520730"/>
                </ns1:lnTo>
                <ns1:lnTo>
                  <ns1:pt x="0" y="0"/>
                </ns1:lnTo>
                <ns1:close/>
              </ns1:path>
            </ns1:pathLst>
          </ns1:custGeom>
          <ns1:blipFill>
            <ns1:blip ns2:embed="rId2">
              <ns1:alphaModFix amt="3000"/>
              <ns1:extLst>
                <ns1:ext uri="{96DAC541-7B7A-43D3-8B79-37D633B846F1}">
                  <ns3:svgBlip ns2:embed="rId3"/>
                </ns1:ext>
              </ns1:extLst>
            </ns1:blip>
            <ns1:stretch>
              <ns1:fillRect l="0" t="0" r="0" b="0"/>
            </ns1:stretch>
          </ns1:blipFill>
          <ns1:ln cap="sq">
            <ns1:noFill/>
            <ns1:prstDash val="solid"/>
            <ns1:miter/>
          </ns1:ln>
        </ns0:spPr>
      </ns0:sp>
      <ns0:grpSp>
        <ns0:nvGrpSpPr>
          <ns0:cNvPr name="Group 3" id="3"/>
          <ns0:cNvGrpSpPr/>
          <ns0:nvPr/>
        </ns0:nvGrpSpPr>
        <ns0:grpSpPr>
          <ns1:xfrm rot="0">
            <ns1:off x="3447870" y="3212918"/>
            <ns1:ext cx="11392260" cy="4559114"/>
            <ns1:chOff x="0" y="0"/>
            <ns1:chExt cx="3000431" cy="1200754"/>
          </ns1:xfrm>
        </ns0:grpSpPr>
        <ns0:sp>
          <ns0:nvSpPr>
            <ns0:cNvPr name="Freeform 4" id="4"/>
            <ns0:cNvSpPr/>
            <ns0:nvPr/>
          </ns0:nvSpPr>
          <ns0:spPr>
            <ns1:xfrm flipH="false" flipV="false" rot="0">
              <ns1:off x="0" y="0"/>
              <ns1:ext cx="3000431" cy="1200754"/>
            </ns1:xfrm>
            <ns1:custGeom>
              <ns1:avLst/>
              <ns1:gdLst/>
              <ns1:ahLst/>
              <ns1:cxnLst/>
              <ns1:rect r="r" b="b" t="t" l="l"/>
              <ns1:pathLst>
                <ns1:path h="1200754" w="3000431">
                  <ns1:moveTo>
                    <ns1:pt x="34658" y="0"/>
                  </ns1:moveTo>
                  <ns1:lnTo>
                    <ns1:pt x="2965772" y="0"/>
                  </ns1:lnTo>
                  <ns1:cubicBezTo>
                    <ns1:pt x="2984914" y="0"/>
                    <ns1:pt x="3000431" y="15517"/>
                    <ns1:pt x="3000431" y="34658"/>
                  </ns1:cubicBezTo>
                  <ns1:lnTo>
                    <ns1:pt x="3000431" y="1166096"/>
                  </ns1:lnTo>
                  <ns1:cubicBezTo>
                    <ns1:pt x="3000431" y="1185237"/>
                    <ns1:pt x="2984914" y="1200754"/>
                    <ns1:pt x="2965772" y="1200754"/>
                  </ns1:cubicBezTo>
                  <ns1:lnTo>
                    <ns1:pt x="34658" y="1200754"/>
                  </ns1:lnTo>
                  <ns1:cubicBezTo>
                    <ns1:pt x="25466" y="1200754"/>
                    <ns1:pt x="16651" y="1197103"/>
                    <ns1:pt x="10151" y="1190603"/>
                  </ns1:cubicBezTo>
                  <ns1:cubicBezTo>
                    <ns1:pt x="3652" y="1184103"/>
                    <ns1:pt x="0" y="1175288"/>
                    <ns1:pt x="0" y="1166096"/>
                  </ns1:cubicBezTo>
                  <ns1:lnTo>
                    <ns1:pt x="0" y="34658"/>
                  </ns1:lnTo>
                  <ns1:cubicBezTo>
                    <ns1:pt x="0" y="15517"/>
                    <ns1:pt x="15517" y="0"/>
                    <ns1:pt x="34658" y="0"/>
                  </ns1:cubicBezTo>
                  <ns1:close/>
                </ns1:path>
              </ns1:pathLst>
            </ns1:custGeom>
            <ns1:solidFill>
              <ns1:srgbClr val="75D6D0"/>
            </ns1:solidFill>
          </ns0:spPr>
        </ns0:sp>
        <ns0:sp>
          <ns0:nvSpPr>
            <ns0:cNvPr name="TextBox 5" id="5"/>
            <ns0:cNvSpPr txBox="true"/>
            <ns0:nvPr/>
          </ns0:nvSpPr>
          <ns0:spPr>
            <ns1:xfrm>
              <ns1:off x="0" y="-57150"/>
              <ns1:ext cx="3000431" cy="1257904"/>
            </ns1:xfrm>
            <ns1:prstGeom prst="rect">
              <ns1:avLst/>
            </ns1:prstGeom>
          </ns0:spPr>
          <ns0:txBody>
            <ns1:bodyPr anchor="ctr" rtlCol="false" tIns="50800" lIns="50800" bIns="50800" rIns="50800"/>
            <ns1:lstStyle/>
            <ns1:p>
              <ns1:pPr algn="ctr">
                <ns1:lnSpc>
                  <ns1:spcPts val="2659"/>
                </ns1:lnSpc>
              </ns1:pPr>
            </ns1:p>
          </ns0:txBody>
        </ns0:sp>
      </ns0:grpSp>
      <ns0:sp>
        <ns0:nvSpPr>
          <ns0:cNvPr name="TextBox 6" id="6"/>
          <ns0:cNvSpPr txBox="true"/>
          <ns0:nvPr/>
        </ns0:nvSpPr>
        <ns0:spPr>
          <ns1:xfrm rot="0">
            <ns1:off x="4296196" y="4847950"/>
            <ns1:ext cx="9695608" cy="1403350"/>
          </ns1:xfrm>
          <ns1:prstGeom prst="rect">
            <ns1:avLst/>
          </ns1:prstGeom>
        </ns0:spPr>
        <ns0:txBody>
          <ns1:bodyPr anchor="t" rtlCol="false" tIns="0" lIns="0" bIns="0" rIns="0">
            <ns1:spAutoFit/>
          </ns1:bodyPr>
          <ns1:lstStyle/>
          <ns1:p>
            <ns1:pPr algn="ctr" marL="0" indent="0" lvl="1">
              <ns1:lnSpc>
                <ns1:spcPts val="10699"/>
              </ns1:lnSpc>
              <ns1:spcBef>
                <ns1:spcPct val="0"/>
              </ns1:spcBef>
            </ns1:pPr>
            <ns1:r>
              <ns1:rPr lang="en-US" sz="9999">
                <ns1:solidFill>
                  <ns1:srgbClr val="FB5A48"/>
                </ns1:solidFill>
                <ns1:latin typeface="TT Milks Casual Pie Base"/>
                <ns1:ea typeface="TT Milks Casual Pie Base"/>
                <ns1:cs typeface="TT Milks Casual Pie Base"/>
                <ns1:sym typeface="TT Milks Casual Pie Base"/>
              </ns1:rPr>
              <ns1:t/>
            </ns1:r>
          </ns1:p>
        </ns0:txBody>
      </ns0:sp>
      <ns0:sp>
        <ns0:nvSpPr>
          <ns0:cNvPr name="Freeform 7" id="7"/>
          <ns0:cNvSpPr/>
          <ns0:nvPr/>
        </ns0:nvSpPr>
        <ns0:spPr>
          <ns1:xfrm flipH="true" flipV="false" rot="0">
            <ns1:off x="0" y="5492474"/>
            <ns1:ext cx="5925818" cy="4794526"/>
          </ns1:xfrm>
          <ns1:custGeom>
            <ns1:avLst/>
            <ns1:gdLst/>
            <ns1:ahLst/>
            <ns1:cxnLst/>
            <ns1:rect r="r" b="b" t="t" l="l"/>
            <ns1:pathLst>
              <ns1:path h="4794526" w="5925818">
                <ns1:moveTo>
                  <ns1:pt x="5925818" y="0"/>
                </ns1:moveTo>
                <ns1:lnTo>
                  <ns1:pt x="0" y="0"/>
                </ns1:lnTo>
                <ns1:lnTo>
                  <ns1:pt x="0" y="4794526"/>
                </ns1:lnTo>
                <ns1:lnTo>
                  <ns1:pt x="5925818" y="4794526"/>
                </ns1:lnTo>
                <ns1:lnTo>
                  <ns1:pt x="5925818" y="0"/>
                </ns1:lnTo>
                <ns1:close/>
              </ns1:path>
            </ns1:pathLst>
          </ns1:custGeom>
          <ns1:blipFill>
            <ns1:blip ns2:embed="rId4">
              <ns1:extLst>
                <ns1:ext uri="{96DAC541-7B7A-43D3-8B79-37D633B846F1}">
                  <ns3:svgBlip ns2:embed="rId5"/>
                </ns1:ext>
              </ns1:extLst>
            </ns1:blip>
            <ns1:stretch>
              <ns1:fillRect l="0" t="0" r="0" b="0"/>
            </ns1:stretch>
          </ns1:blipFill>
        </ns0:spPr>
      </ns0:sp>
      <ns0:sp>
        <ns0:nvSpPr>
          <ns0:cNvPr name="TextBox 8" id="8"/>
          <ns0:cNvSpPr txBox="true"/>
          <ns0:nvPr/>
        </ns0:nvSpPr>
        <ns0:spPr>
          <ns1:xfrm rot="0">
            <ns1:off x="5255160" y="904875"/>
            <ns1:ext cx="7777680" cy="876300"/>
          </ns1:xfrm>
          <ns1:prstGeom prst="rect">
            <ns1:avLst/>
          </ns1:prstGeom>
        </ns0:spPr>
        <ns0:txBody>
          <ns1:bodyPr anchor="t" rtlCol="false" tIns="0" lIns="0" bIns="0" rIns="0">
            <ns1:spAutoFit/>
          </ns1:bodyPr>
          <ns1:lstStyle/>
          <ns1:p>
            <ns1:pPr algn="ctr" marL="0" indent="0" lvl="0">
              <ns1:lnSpc>
                <ns1:spcPts val="5959"/>
              </ns1:lnSpc>
              <ns1:spcBef>
                <ns1:spcPct val="0"/>
              </ns1:spcBef>
            </ns1:pPr>
            <ns1:r>
              <ns1:rPr lang="en-US" sz="4966">
                <ns1:solidFill>
                  <ns1:srgbClr val="FFFFFF"/>
                </ns1:solidFill>
                <ns1:latin typeface="Jua"/>
                <ns1:ea typeface="Jua"/>
                <ns1:cs typeface="Jua"/>
                <ns1:sym typeface="Jua"/>
              </ns1:rPr>
              <ns1:t/>
            </ns1:r>
          </ns1:p>
        </ns0:txBody>
      </ns0:sp>
      <ns0:sp>
        <ns0:nvSpPr>
          <ns0:cNvPr name="Freeform 9" id="9"/>
          <ns0:cNvSpPr/>
          <ns0:nvPr/>
        </ns0:nvSpPr>
        <ns0:spPr>
          <ns1:xfrm flipH="false" flipV="false" rot="0">
            <ns1:off x="12486708" y="-8196505"/>
            <ns1:ext cx="11602585" cy="11409423"/>
          </ns1:xfrm>
          <ns1:custGeom>
            <ns1:avLst/>
            <ns1:gdLst/>
            <ns1:ahLst/>
            <ns1:cxnLst/>
            <ns1:rect r="r" b="b" t="t" l="l"/>
            <ns1:pathLst>
              <ns1:path h="11409423" w="11602585">
                <ns1:moveTo>
                  <ns1:pt x="0" y="0"/>
                </ns1:moveTo>
                <ns1:lnTo>
                  <ns1:pt x="11602584" y="0"/>
                </ns1:lnTo>
                <ns1:lnTo>
                  <ns1:pt x="11602584" y="11409423"/>
                </ns1:lnTo>
                <ns1:lnTo>
                  <ns1:pt x="0" y="11409423"/>
                </ns1:lnTo>
                <ns1:lnTo>
                  <ns1:pt x="0" y="0"/>
                </ns1:lnTo>
                <ns1:close/>
              </ns1:path>
            </ns1:pathLst>
          </ns1:custGeom>
          <ns1:blipFill>
            <ns1:blip ns2:embed="rId6">
              <ns1:extLst>
                <ns1:ext uri="{96DAC541-7B7A-43D3-8B79-37D633B846F1}">
                  <ns3:svgBlip ns2:embed="rId7"/>
                </ns1:ext>
              </ns1:extLst>
            </ns1:blip>
            <ns1:stretch>
              <ns1:fillRect l="0" t="0" r="0" b="0"/>
            </ns1:stretch>
          </ns1:blipFill>
        </ns0:spPr>
      </ns0:sp>
      <ns0:sp>
        <ns0:nvSpPr>
          <ns0:cNvPr name="Freeform 10" id="10"/>
          <ns0:cNvSpPr/>
          <ns0:nvPr/>
        </ns0:nvSpPr>
        <ns0:spPr>
          <ns1:xfrm flipH="false" flipV="false" rot="0">
            <ns1:off x="14297586" y="8223153"/>
            <ns1:ext cx="2725668" cy="555045"/>
          </ns1:xfrm>
          <ns1:custGeom>
            <ns1:avLst/>
            <ns1:gdLst/>
            <ns1:ahLst/>
            <ns1:cxnLst/>
            <ns1:rect r="r" b="b" t="t" l="l"/>
            <ns1:pathLst>
              <ns1:path h="555045" w="2725668">
                <ns1:moveTo>
                  <ns1:pt x="0" y="0"/>
                </ns1:moveTo>
                <ns1:lnTo>
                  <ns1:pt x="2725668" y="0"/>
                </ns1:lnTo>
                <ns1:lnTo>
                  <ns1:pt x="2725668" y="555045"/>
                </ns1:lnTo>
                <ns1:lnTo>
                  <ns1:pt x="0" y="555045"/>
                </ns1:lnTo>
                <ns1:lnTo>
                  <ns1:pt x="0" y="0"/>
                </ns1:lnTo>
                <ns1:close/>
              </ns1:path>
            </ns1:pathLst>
          </ns1:custGeom>
          <ns1:blipFill>
            <ns1:blip ns2:embed="rId8">
              <ns1:extLst>
                <ns1:ext uri="{96DAC541-7B7A-43D3-8B79-37D633B846F1}">
                  <ns3:svgBlip ns2:embed="rId9"/>
                </ns1:ext>
              </ns1:extLst>
            </ns1:blip>
            <ns1:stretch>
              <ns1:fillRect l="0" t="0" r="0" b="0"/>
            </ns1:stretch>
          </ns1:blipFill>
        </ns0:spPr>
      </ns0:sp>
      <ns0:sp>
        <ns0:nvSpPr>
          <ns0:cNvPr name="Freeform 11" id="11"/>
          <ns0:cNvSpPr/>
          <ns0:nvPr/>
        </ns0:nvSpPr>
        <ns0:spPr>
          <ns1:xfrm flipH="false" flipV="false" rot="-966297">
            <ns1:off x="781880" y="1641925"/>
            <ns1:ext cx="3403437" cy="1280930"/>
          </ns1:xfrm>
          <ns1:custGeom>
            <ns1:avLst/>
            <ns1:gdLst/>
            <ns1:ahLst/>
            <ns1:cxnLst/>
            <ns1:rect r="r" b="b" t="t" l="l"/>
            <ns1:pathLst>
              <ns1:path h="1280930" w="3403437">
                <ns1:moveTo>
                  <ns1:pt x="0" y="0"/>
                </ns1:moveTo>
                <ns1:lnTo>
                  <ns1:pt x="3403436" y="0"/>
                </ns1:lnTo>
                <ns1:lnTo>
                  <ns1:pt x="3403436" y="1280930"/>
                </ns1:lnTo>
                <ns1:lnTo>
                  <ns1:pt x="0" y="1280930"/>
                </ns1:lnTo>
                <ns1:lnTo>
                  <ns1:pt x="0" y="0"/>
                </ns1:lnTo>
                <ns1:close/>
              </ns1:path>
            </ns1:pathLst>
          </ns1:custGeom>
          <ns1:blipFill>
            <ns1:blip ns2:embed="rId10">
              <ns1:extLst>
                <ns1:ext uri="{96DAC541-7B7A-43D3-8B79-37D633B846F1}">
                  <ns3:svgBlip ns2:embed="rId11"/>
                </ns1:ext>
              </ns1:extLst>
            </ns1:blip>
            <ns1:stretch>
              <ns1:fillRect l="0" t="0" r="0" b="0"/>
            </ns1:stretch>
          </ns1:blipFill>
        </ns0:spPr>
      </ns0:sp>
      <ns0:sp>
        <ns0:nvSpPr>
          <ns0:cNvPr name="Freeform 12" id="12"/>
          <ns0:cNvSpPr/>
          <ns0:nvPr/>
        </ns0:nvSpPr>
        <ns0:spPr>
          <ns1:xfrm flipH="false" flipV="false" rot="-1479985">
            <ns1:off x="16036189" y="730887"/>
            <ns1:ext cx="904022" cy="595626"/>
          </ns1:xfrm>
          <ns1:custGeom>
            <ns1:avLst/>
            <ns1:gdLst/>
            <ns1:ahLst/>
            <ns1:cxnLst/>
            <ns1:rect r="r" b="b" t="t" l="l"/>
            <ns1:pathLst>
              <ns1:path h="595626" w="904022">
                <ns1:moveTo>
                  <ns1:pt x="0" y="0"/>
                </ns1:moveTo>
                <ns1:lnTo>
                  <ns1:pt x="904022" y="0"/>
                </ns1:lnTo>
                <ns1:lnTo>
                  <ns1:pt x="904022" y="595626"/>
                </ns1:lnTo>
                <ns1:lnTo>
                  <ns1:pt x="0" y="595626"/>
                </ns1:lnTo>
                <ns1:lnTo>
                  <ns1:pt x="0" y="0"/>
                </ns1:lnTo>
                <ns1:close/>
              </ns1:path>
            </ns1:pathLst>
          </ns1:custGeom>
          <ns1:blipFill>
            <ns1:blip ns2:embed="rId12">
              <ns1:extLst>
                <ns1:ext uri="{96DAC541-7B7A-43D3-8B79-37D633B846F1}">
                  <ns3:svgBlip ns2:embed="rId13"/>
                </ns1:ext>
              </ns1:extLst>
            </ns1:blip>
            <ns1:stretch>
              <ns1:fillRect l="0" t="0" r="0" b="0"/>
            </ns1:stretch>
          </ns1:blipFill>
          <ns1:ln cap="sq">
            <ns1:noFill/>
            <ns1:prstDash val="solid"/>
            <ns1:miter/>
          </ns1:ln>
        </ns0:spPr>
      </ns0:sp>
    </ns0:spTree>
  </ns0:cSld>
  <ns0:clrMapOvr>
    <ns1:masterClrMapping/>
  </ns0:clrMapOvr>
</ns0:sldLayout>
</file>

<file path=ppt/slideLayouts/slideLayout15.xml><?xml version="1.0" encoding="utf-8"?>
<ns0:sldLayout xmlns:ns0="http://schemas.openxmlformats.org/presentationml/2006/main" xmlns:ns1="http://schemas.openxmlformats.org/drawingml/2006/main" xmlns:ns2="http://schemas.openxmlformats.org/officeDocument/2006/relationships" xmlns:ns3="http://schemas.microsoft.com/office/drawing/2016/SVG/main" type="blank" preserve="1">
  <ns0:cSld name="版型5"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name="Freeform 2" id="2"/>
          <ns0:cNvSpPr/>
          <ns0:nvPr/>
        </ns0:nvSpPr>
        <ns0:spPr>
          <ns1:xfrm flipH="false" flipV="false" rot="0">
            <ns1:off x="-3616365" y="-7616865"/>
            <ns1:ext cx="25520731" cy="25520731"/>
          </ns1:xfrm>
          <ns1:custGeom>
            <ns1:avLst/>
            <ns1:gdLst/>
            <ns1:ahLst/>
            <ns1:cxnLst/>
            <ns1:rect r="r" b="b" t="t" l="l"/>
            <ns1:pathLst>
              <ns1:path h="25520731" w="25520731">
                <ns1:moveTo>
                  <ns1:pt x="0" y="0"/>
                </ns1:moveTo>
                <ns1:lnTo>
                  <ns1:pt x="25520730" y="0"/>
                </ns1:lnTo>
                <ns1:lnTo>
                  <ns1:pt x="25520730" y="25520730"/>
                </ns1:lnTo>
                <ns1:lnTo>
                  <ns1:pt x="0" y="25520730"/>
                </ns1:lnTo>
                <ns1:lnTo>
                  <ns1:pt x="0" y="0"/>
                </ns1:lnTo>
                <ns1:close/>
              </ns1:path>
            </ns1:pathLst>
          </ns1:custGeom>
          <ns1:blipFill>
            <ns1:blip ns2:embed="rId2">
              <ns1:alphaModFix amt="3000"/>
              <ns1:extLst>
                <ns1:ext uri="{96DAC541-7B7A-43D3-8B79-37D633B846F1}">
                  <ns3:svgBlip ns2:embed="rId3"/>
                </ns1:ext>
              </ns1:extLst>
            </ns1:blip>
            <ns1:stretch>
              <ns1:fillRect l="0" t="0" r="0" b="0"/>
            </ns1:stretch>
          </ns1:blipFill>
          <ns1:ln cap="sq">
            <ns1:noFill/>
            <ns1:prstDash val="solid"/>
            <ns1:miter/>
          </ns1:ln>
        </ns0:spPr>
      </ns0:sp>
      <ns0:sp>
        <ns0:nvSpPr>
          <ns0:cNvPr name="Freeform 3" id="3"/>
          <ns0:cNvSpPr/>
          <ns0:nvPr/>
        </ns0:nvSpPr>
        <ns0:spPr>
          <ns1:xfrm flipH="false" flipV="false" rot="0">
            <ns1:off x="12164812" y="5499123"/>
            <ns1:ext cx="11602585" cy="11409423"/>
          </ns1:xfrm>
          <ns1:custGeom>
            <ns1:avLst/>
            <ns1:gdLst/>
            <ns1:ahLst/>
            <ns1:cxnLst/>
            <ns1:rect r="r" b="b" t="t" l="l"/>
            <ns1:pathLst>
              <ns1:path h="11409423" w="11602585">
                <ns1:moveTo>
                  <ns1:pt x="0" y="0"/>
                </ns1:moveTo>
                <ns1:lnTo>
                  <ns1:pt x="11602585" y="0"/>
                </ns1:lnTo>
                <ns1:lnTo>
                  <ns1:pt x="11602585" y="11409423"/>
                </ns1:lnTo>
                <ns1:lnTo>
                  <ns1:pt x="0" y="11409423"/>
                </ns1:lnTo>
                <ns1:lnTo>
                  <ns1:pt x="0" y="0"/>
                </ns1:lnTo>
                <ns1:close/>
              </ns1:path>
            </ns1:pathLst>
          </ns1:custGeom>
          <ns1:blipFill>
            <ns1:blip ns2:embed="rId4">
              <ns1:extLst>
                <ns1:ext uri="{96DAC541-7B7A-43D3-8B79-37D633B846F1}">
                  <ns3:svgBlip ns2:embed="rId5"/>
                </ns1:ext>
              </ns1:extLst>
            </ns1:blip>
            <ns1:stretch>
              <ns1:fillRect l="0" t="0" r="0" b="0"/>
            </ns1:stretch>
          </ns1:blipFill>
        </ns0:spPr>
      </ns0:sp>
      <ns0:grpSp>
        <ns0:nvGrpSpPr>
          <ns0:cNvPr name="Group 4" id="4"/>
          <ns0:cNvGrpSpPr/>
          <ns0:nvPr/>
        </ns0:nvGrpSpPr>
        <ns0:grpSpPr>
          <ns1:xfrm rot="0">
            <ns1:off x="4786926" y="5499123"/>
            <ns1:ext cx="4075099" cy="1285608"/>
            <ns1:chOff x="0" y="0"/>
            <ns1:chExt cx="1073277" cy="338596"/>
          </ns1:xfrm>
        </ns0:grpSpPr>
        <ns0:sp>
          <ns0:nvSpPr>
            <ns0:cNvPr name="Freeform 5" id="5"/>
            <ns0:cNvSpPr/>
            <ns0:nvPr/>
          </ns0:nvSpPr>
          <ns0:spPr>
            <ns1:xfrm flipH="false" flipV="false" rot="0">
              <ns1:off x="0" y="0"/>
              <ns1:ext cx="1073277" cy="338596"/>
            </ns1:xfrm>
            <ns1:custGeom>
              <ns1:avLst/>
              <ns1:gdLst/>
              <ns1:ahLst/>
              <ns1:cxnLst/>
              <ns1:rect r="r" b="b" t="t" l="l"/>
              <ns1:pathLst>
                <ns1:path h="338596" w="1073277">
                  <ns1:moveTo>
                    <ns1:pt x="96890" y="0"/>
                  </ns1:moveTo>
                  <ns1:lnTo>
                    <ns1:pt x="976387" y="0"/>
                  </ns1:lnTo>
                  <ns1:cubicBezTo>
                    <ns1:pt x="1002084" y="0"/>
                    <ns1:pt x="1026728" y="10208"/>
                    <ns1:pt x="1044899" y="28379"/>
                  </ns1:cubicBezTo>
                  <ns1:cubicBezTo>
                    <ns1:pt x="1063069" y="46549"/>
                    <ns1:pt x="1073277" y="71193"/>
                    <ns1:pt x="1073277" y="96890"/>
                  </ns1:cubicBezTo>
                  <ns1:lnTo>
                    <ns1:pt x="1073277" y="241706"/>
                  </ns1:lnTo>
                  <ns1:cubicBezTo>
                    <ns1:pt x="1073277" y="267403"/>
                    <ns1:pt x="1063069" y="292047"/>
                    <ns1:pt x="1044899" y="310218"/>
                  </ns1:cubicBezTo>
                  <ns1:cubicBezTo>
                    <ns1:pt x="1026728" y="328388"/>
                    <ns1:pt x="1002084" y="338596"/>
                    <ns1:pt x="976387" y="338596"/>
                  </ns1:cubicBezTo>
                  <ns1:lnTo>
                    <ns1:pt x="96890" y="338596"/>
                  </ns1:lnTo>
                  <ns1:cubicBezTo>
                    <ns1:pt x="71193" y="338596"/>
                    <ns1:pt x="46549" y="328388"/>
                    <ns1:pt x="28379" y="310218"/>
                  </ns1:cubicBezTo>
                  <ns1:cubicBezTo>
                    <ns1:pt x="10208" y="292047"/>
                    <ns1:pt x="0" y="267403"/>
                    <ns1:pt x="0" y="241706"/>
                  </ns1:cubicBezTo>
                  <ns1:lnTo>
                    <ns1:pt x="0" y="96890"/>
                  </ns1:lnTo>
                  <ns1:cubicBezTo>
                    <ns1:pt x="0" y="71193"/>
                    <ns1:pt x="10208" y="46549"/>
                    <ns1:pt x="28379" y="28379"/>
                  </ns1:cubicBezTo>
                  <ns1:cubicBezTo>
                    <ns1:pt x="46549" y="10208"/>
                    <ns1:pt x="71193" y="0"/>
                    <ns1:pt x="96890" y="0"/>
                  </ns1:cubicBezTo>
                  <ns1:close/>
                </ns1:path>
              </ns1:pathLst>
            </ns1:custGeom>
            <ns1:solidFill>
              <ns1:srgbClr val="75D6D0"/>
            </ns1:solidFill>
          </ns0:spPr>
        </ns0:sp>
        <ns0:sp>
          <ns0:nvSpPr>
            <ns0:cNvPr name="TextBox 6" id="6"/>
            <ns0:cNvSpPr txBox="true"/>
            <ns0:nvPr/>
          </ns0:nvSpPr>
          <ns0:spPr>
            <ns1:xfrm>
              <ns1:off x="0" y="-142875"/>
              <ns1:ext cx="1073277" cy="481471"/>
            </ns1:xfrm>
            <ns1:prstGeom prst="rect">
              <ns1:avLst/>
            </ns1:prstGeom>
          </ns0:spPr>
          <ns0:txBody>
            <ns1:bodyPr anchor="ctr" rtlCol="false" tIns="50800" lIns="50800" bIns="50800" rIns="50800"/>
            <ns1:lstStyle/>
            <ns1:p>
              <ns1:pPr algn="ctr">
                <ns1:lnSpc>
                  <ns1:spcPts val="4200"/>
                </ns1:lnSpc>
              </ns1:pPr>
              <ns1:r>
                <ns1:rPr lang="en-US" sz="3000">
                  <ns1:solidFill>
                    <ns1:srgbClr val="000000"/>
                  </ns1:solidFill>
                  <ns1:latin typeface="Jua"/>
                  <ns1:ea typeface="Jua"/>
                  <ns1:cs typeface="Jua"/>
                  <ns1:sym typeface="Jua"/>
                </ns1:rPr>
                <ns1:t/>
              </ns1:r>
            </ns1:p>
          </ns0:txBody>
        </ns0:sp>
      </ns0:grpSp>
      <ns0:grpSp>
        <ns0:nvGrpSpPr>
          <ns0:cNvPr name="Group 7" id="7"/>
          <ns0:cNvGrpSpPr/>
          <ns0:nvPr/>
        </ns0:nvGrpSpPr>
        <ns0:grpSpPr>
          <ns1:xfrm rot="0">
            <ns1:off x="9425975" y="5499123"/>
            <ns1:ext cx="4075099" cy="1285608"/>
            <ns1:chOff x="0" y="0"/>
            <ns1:chExt cx="1073277" cy="338596"/>
          </ns1:xfrm>
        </ns0:grpSpPr>
        <ns0:sp>
          <ns0:nvSpPr>
            <ns0:cNvPr name="Freeform 8" id="8"/>
            <ns0:cNvSpPr/>
            <ns0:nvPr/>
          </ns0:nvSpPr>
          <ns0:spPr>
            <ns1:xfrm flipH="false" flipV="false" rot="0">
              <ns1:off x="0" y="0"/>
              <ns1:ext cx="1073277" cy="338596"/>
            </ns1:xfrm>
            <ns1:custGeom>
              <ns1:avLst/>
              <ns1:gdLst/>
              <ns1:ahLst/>
              <ns1:cxnLst/>
              <ns1:rect r="r" b="b" t="t" l="l"/>
              <ns1:pathLst>
                <ns1:path h="338596" w="1073277">
                  <ns1:moveTo>
                    <ns1:pt x="96890" y="0"/>
                  </ns1:moveTo>
                  <ns1:lnTo>
                    <ns1:pt x="976387" y="0"/>
                  </ns1:lnTo>
                  <ns1:cubicBezTo>
                    <ns1:pt x="1002084" y="0"/>
                    <ns1:pt x="1026728" y="10208"/>
                    <ns1:pt x="1044899" y="28379"/>
                  </ns1:cubicBezTo>
                  <ns1:cubicBezTo>
                    <ns1:pt x="1063069" y="46549"/>
                    <ns1:pt x="1073277" y="71193"/>
                    <ns1:pt x="1073277" y="96890"/>
                  </ns1:cubicBezTo>
                  <ns1:lnTo>
                    <ns1:pt x="1073277" y="241706"/>
                  </ns1:lnTo>
                  <ns1:cubicBezTo>
                    <ns1:pt x="1073277" y="267403"/>
                    <ns1:pt x="1063069" y="292047"/>
                    <ns1:pt x="1044899" y="310218"/>
                  </ns1:cubicBezTo>
                  <ns1:cubicBezTo>
                    <ns1:pt x="1026728" y="328388"/>
                    <ns1:pt x="1002084" y="338596"/>
                    <ns1:pt x="976387" y="338596"/>
                  </ns1:cubicBezTo>
                  <ns1:lnTo>
                    <ns1:pt x="96890" y="338596"/>
                  </ns1:lnTo>
                  <ns1:cubicBezTo>
                    <ns1:pt x="71193" y="338596"/>
                    <ns1:pt x="46549" y="328388"/>
                    <ns1:pt x="28379" y="310218"/>
                  </ns1:cubicBezTo>
                  <ns1:cubicBezTo>
                    <ns1:pt x="10208" y="292047"/>
                    <ns1:pt x="0" y="267403"/>
                    <ns1:pt x="0" y="241706"/>
                  </ns1:cubicBezTo>
                  <ns1:lnTo>
                    <ns1:pt x="0" y="96890"/>
                  </ns1:lnTo>
                  <ns1:cubicBezTo>
                    <ns1:pt x="0" y="71193"/>
                    <ns1:pt x="10208" y="46549"/>
                    <ns1:pt x="28379" y="28379"/>
                  </ns1:cubicBezTo>
                  <ns1:cubicBezTo>
                    <ns1:pt x="46549" y="10208"/>
                    <ns1:pt x="71193" y="0"/>
                    <ns1:pt x="96890" y="0"/>
                  </ns1:cubicBezTo>
                  <ns1:close/>
                </ns1:path>
              </ns1:pathLst>
            </ns1:custGeom>
            <ns1:solidFill>
              <ns1:srgbClr val="75D6D0"/>
            </ns1:solidFill>
            <ns1:ln cap="rnd">
              <ns1:noFill/>
              <ns1:prstDash val="solid"/>
              <ns1:round/>
            </ns1:ln>
          </ns0:spPr>
        </ns0:sp>
        <ns0:sp>
          <ns0:nvSpPr>
            <ns0:cNvPr name="TextBox 9" id="9"/>
            <ns0:cNvSpPr txBox="true"/>
            <ns0:nvPr/>
          </ns0:nvSpPr>
          <ns0:spPr>
            <ns1:xfrm>
              <ns1:off x="0" y="-142875"/>
              <ns1:ext cx="1073277" cy="481471"/>
            </ns1:xfrm>
            <ns1:prstGeom prst="rect">
              <ns1:avLst/>
            </ns1:prstGeom>
          </ns0:spPr>
          <ns0:txBody>
            <ns1:bodyPr anchor="ctr" rtlCol="false" tIns="50800" lIns="50800" bIns="50800" rIns="50800"/>
            <ns1:lstStyle/>
            <ns1:p>
              <ns1:pPr algn="ctr" marL="0" indent="0" lvl="0">
                <ns1:lnSpc>
                  <ns1:spcPts val="4200"/>
                </ns1:lnSpc>
                <ns1:spcBef>
                  <ns1:spcPct val="0"/>
                </ns1:spcBef>
              </ns1:pPr>
              <ns1:r>
                <ns1:rPr lang="en-US" sz="3000" strike="noStrike" u="none">
                  <ns1:solidFill>
                    <ns1:srgbClr val="000000"/>
                  </ns1:solidFill>
                  <ns1:latin typeface="Jua"/>
                  <ns1:ea typeface="Jua"/>
                  <ns1:cs typeface="Jua"/>
                  <ns1:sym typeface="Jua"/>
                </ns1:rPr>
                <ns1:t/>
              </ns1:r>
            </ns1:p>
          </ns0:txBody>
        </ns0:sp>
      </ns0:grpSp>
      <ns0:grpSp>
        <ns0:nvGrpSpPr>
          <ns0:cNvPr name="Group 10" id="10"/>
          <ns0:cNvGrpSpPr/>
          <ns0:nvPr/>
        </ns0:nvGrpSpPr>
        <ns0:grpSpPr>
          <ns1:xfrm rot="0">
            <ns1:off x="7106450" y="7137156"/>
            <ns1:ext cx="4075099" cy="1285608"/>
            <ns1:chOff x="0" y="0"/>
            <ns1:chExt cx="1073277" cy="338596"/>
          </ns1:xfrm>
        </ns0:grpSpPr>
        <ns0:sp>
          <ns0:nvSpPr>
            <ns0:cNvPr name="Freeform 11" id="11"/>
            <ns0:cNvSpPr/>
            <ns0:nvPr/>
          </ns0:nvSpPr>
          <ns0:spPr>
            <ns1:xfrm flipH="false" flipV="false" rot="0">
              <ns1:off x="0" y="0"/>
              <ns1:ext cx="1073277" cy="338596"/>
            </ns1:xfrm>
            <ns1:custGeom>
              <ns1:avLst/>
              <ns1:gdLst/>
              <ns1:ahLst/>
              <ns1:cxnLst/>
              <ns1:rect r="r" b="b" t="t" l="l"/>
              <ns1:pathLst>
                <ns1:path h="338596" w="1073277">
                  <ns1:moveTo>
                    <ns1:pt x="96890" y="0"/>
                  </ns1:moveTo>
                  <ns1:lnTo>
                    <ns1:pt x="976387" y="0"/>
                  </ns1:lnTo>
                  <ns1:cubicBezTo>
                    <ns1:pt x="1002084" y="0"/>
                    <ns1:pt x="1026728" y="10208"/>
                    <ns1:pt x="1044899" y="28379"/>
                  </ns1:cubicBezTo>
                  <ns1:cubicBezTo>
                    <ns1:pt x="1063069" y="46549"/>
                    <ns1:pt x="1073277" y="71193"/>
                    <ns1:pt x="1073277" y="96890"/>
                  </ns1:cubicBezTo>
                  <ns1:lnTo>
                    <ns1:pt x="1073277" y="241706"/>
                  </ns1:lnTo>
                  <ns1:cubicBezTo>
                    <ns1:pt x="1073277" y="267403"/>
                    <ns1:pt x="1063069" y="292047"/>
                    <ns1:pt x="1044899" y="310218"/>
                  </ns1:cubicBezTo>
                  <ns1:cubicBezTo>
                    <ns1:pt x="1026728" y="328388"/>
                    <ns1:pt x="1002084" y="338596"/>
                    <ns1:pt x="976387" y="338596"/>
                  </ns1:cubicBezTo>
                  <ns1:lnTo>
                    <ns1:pt x="96890" y="338596"/>
                  </ns1:lnTo>
                  <ns1:cubicBezTo>
                    <ns1:pt x="71193" y="338596"/>
                    <ns1:pt x="46549" y="328388"/>
                    <ns1:pt x="28379" y="310218"/>
                  </ns1:cubicBezTo>
                  <ns1:cubicBezTo>
                    <ns1:pt x="10208" y="292047"/>
                    <ns1:pt x="0" y="267403"/>
                    <ns1:pt x="0" y="241706"/>
                  </ns1:cubicBezTo>
                  <ns1:lnTo>
                    <ns1:pt x="0" y="96890"/>
                  </ns1:lnTo>
                  <ns1:cubicBezTo>
                    <ns1:pt x="0" y="71193"/>
                    <ns1:pt x="10208" y="46549"/>
                    <ns1:pt x="28379" y="28379"/>
                  </ns1:cubicBezTo>
                  <ns1:cubicBezTo>
                    <ns1:pt x="46549" y="10208"/>
                    <ns1:pt x="71193" y="0"/>
                    <ns1:pt x="96890" y="0"/>
                  </ns1:cubicBezTo>
                  <ns1:close/>
                </ns1:path>
              </ns1:pathLst>
            </ns1:custGeom>
            <ns1:solidFill>
              <ns1:srgbClr val="75D6D0"/>
            </ns1:solidFill>
            <ns1:ln cap="rnd">
              <ns1:noFill/>
              <ns1:prstDash val="solid"/>
              <ns1:round/>
            </ns1:ln>
          </ns0:spPr>
        </ns0:sp>
        <ns0:sp>
          <ns0:nvSpPr>
            <ns0:cNvPr name="TextBox 12" id="12"/>
            <ns0:cNvSpPr txBox="true"/>
            <ns0:nvPr/>
          </ns0:nvSpPr>
          <ns0:spPr>
            <ns1:xfrm>
              <ns1:off x="0" y="-142875"/>
              <ns1:ext cx="1073277" cy="481471"/>
            </ns1:xfrm>
            <ns1:prstGeom prst="rect">
              <ns1:avLst/>
            </ns1:prstGeom>
          </ns0:spPr>
          <ns0:txBody>
            <ns1:bodyPr anchor="ctr" rtlCol="false" tIns="50800" lIns="50800" bIns="50800" rIns="50800"/>
            <ns1:lstStyle/>
            <ns1:p>
              <ns1:pPr algn="ctr" marL="0" indent="0" lvl="0">
                <ns1:lnSpc>
                  <ns1:spcPts val="4200"/>
                </ns1:lnSpc>
                <ns1:spcBef>
                  <ns1:spcPct val="0"/>
                </ns1:spcBef>
              </ns1:pPr>
              <ns1:r>
                <ns1:rPr lang="en-US" sz="3000" strike="noStrike" u="none">
                  <ns1:solidFill>
                    <ns1:srgbClr val="000000"/>
                  </ns1:solidFill>
                  <ns1:latin typeface="Jua"/>
                  <ns1:ea typeface="Jua"/>
                  <ns1:cs typeface="Jua"/>
                  <ns1:sym typeface="Jua"/>
                </ns1:rPr>
                <ns1:t/>
              </ns1:r>
            </ns1:p>
          </ns0:txBody>
        </ns0:sp>
      </ns0:grpSp>
      <ns0:sp>
        <ns0:nvSpPr>
          <ns0:cNvPr name="Freeform 13" id="13"/>
          <ns0:cNvSpPr/>
          <ns0:nvPr/>
        </ns0:nvSpPr>
        <ns0:spPr>
          <ns1:xfrm flipH="false" flipV="false" rot="0">
            <ns1:off x="13032840" y="5499123"/>
            <ns1:ext cx="5383927" cy="4874901"/>
          </ns1:xfrm>
          <ns1:custGeom>
            <ns1:avLst/>
            <ns1:gdLst/>
            <ns1:ahLst/>
            <ns1:cxnLst/>
            <ns1:rect r="r" b="b" t="t" l="l"/>
            <ns1:pathLst>
              <ns1:path h="4874901" w="5383927">
                <ns1:moveTo>
                  <ns1:pt x="0" y="0"/>
                </ns1:moveTo>
                <ns1:lnTo>
                  <ns1:pt x="5383927" y="0"/>
                </ns1:lnTo>
                <ns1:lnTo>
                  <ns1:pt x="5383927" y="4874901"/>
                </ns1:lnTo>
                <ns1:lnTo>
                  <ns1:pt x="0" y="4874901"/>
                </ns1:lnTo>
                <ns1:lnTo>
                  <ns1:pt x="0" y="0"/>
                </ns1:lnTo>
                <ns1:close/>
              </ns1:path>
            </ns1:pathLst>
          </ns1:custGeom>
          <ns1:blipFill>
            <ns1:blip ns2:embed="rId6">
              <ns1:extLst>
                <ns1:ext uri="{96DAC541-7B7A-43D3-8B79-37D633B846F1}">
                  <ns3:svgBlip ns2:embed="rId7"/>
                </ns1:ext>
              </ns1:extLst>
            </ns1:blip>
            <ns1:stretch>
              <ns1:fillRect l="0" t="0" r="0" b="0"/>
            </ns1:stretch>
          </ns1:blipFill>
        </ns0:spPr>
      </ns0:sp>
      <ns0:sp>
        <ns0:nvSpPr>
          <ns0:cNvPr name="TextBox 14" id="14"/>
          <ns0:cNvSpPr txBox="true"/>
          <ns0:nvPr/>
        </ns0:nvSpPr>
        <ns0:spPr>
          <ns1:xfrm rot="0">
            <ns1:off x="2799732" y="2802890"/>
            <ns1:ext cx="12688536" cy="2340610"/>
          </ns1:xfrm>
          <ns1:prstGeom prst="rect">
            <ns1:avLst/>
          </ns1:prstGeom>
        </ns0:spPr>
        <ns0:txBody>
          <ns1:bodyPr anchor="t" rtlCol="false" tIns="0" lIns="0" bIns="0" rIns="0">
            <ns1:spAutoFit/>
          </ns1:bodyPr>
          <ns1:lstStyle/>
          <ns1:p>
            <ns1:pPr algn="ctr" marL="0" indent="0" lvl="1">
              <ns1:lnSpc>
                <ns1:spcPts val="9094"/>
              </ns1:lnSpc>
              <ns1:spcBef>
                <ns1:spcPct val="0"/>
              </ns1:spcBef>
            </ns1:pPr>
            <ns1:r>
              <ns1:rPr lang="en-US" sz="8499">
                <ns1:solidFill>
                  <ns1:srgbClr val="FB5A48"/>
                </ns1:solidFill>
                <ns1:latin typeface="TT Milks Casual Pie Base"/>
                <ns1:ea typeface="TT Milks Casual Pie Base"/>
                <ns1:cs typeface="TT Milks Casual Pie Base"/>
                <ns1:sym typeface="TT Milks Casual Pie Base"/>
              </ns1:rPr>
              <ns1:t/>
            </ns1:r>
          </ns1:p>
        </ns0:txBody>
      </ns0:sp>
      <ns0:sp>
        <ns0:nvSpPr>
          <ns0:cNvPr name="TextBox 15" id="15"/>
          <ns0:cNvSpPr txBox="true"/>
          <ns0:nvPr/>
        </ns0:nvSpPr>
        <ns0:spPr>
          <ns1:xfrm rot="0">
            <ns1:off x="5255160" y="904875"/>
            <ns1:ext cx="7777680" cy="876300"/>
          </ns1:xfrm>
          <ns1:prstGeom prst="rect">
            <ns1:avLst/>
          </ns1:prstGeom>
        </ns0:spPr>
        <ns0:txBody>
          <ns1:bodyPr anchor="t" rtlCol="false" tIns="0" lIns="0" bIns="0" rIns="0">
            <ns1:spAutoFit/>
          </ns1:bodyPr>
          <ns1:lstStyle/>
          <ns1:p>
            <ns1:pPr algn="ctr" marL="0" indent="0" lvl="0">
              <ns1:lnSpc>
                <ns1:spcPts val="5959"/>
              </ns1:lnSpc>
              <ns1:spcBef>
                <ns1:spcPct val="0"/>
              </ns1:spcBef>
            </ns1:pPr>
            <ns1:r>
              <ns1:rPr lang="en-US" sz="4966">
                <ns1:solidFill>
                  <ns1:srgbClr val="FFFFFF"/>
                </ns1:solidFill>
                <ns1:latin typeface="Jua"/>
                <ns1:ea typeface="Jua"/>
                <ns1:cs typeface="Jua"/>
                <ns1:sym typeface="Jua"/>
              </ns1:rPr>
              <ns1:t/>
            </ns1:r>
          </ns1:p>
        </ns0:txBody>
      </ns0:sp>
      <ns0:sp>
        <ns0:nvSpPr>
          <ns0:cNvPr name="Freeform 16" id="16"/>
          <ns0:cNvSpPr/>
          <ns0:nvPr/>
        </ns0:nvSpPr>
        <ns0:spPr>
          <ns1:xfrm flipH="false" flipV="false" rot="0">
            <ns1:off x="-5801292" y="-8326386"/>
            <ns1:ext cx="11602585" cy="11409423"/>
          </ns1:xfrm>
          <ns1:custGeom>
            <ns1:avLst/>
            <ns1:gdLst/>
            <ns1:ahLst/>
            <ns1:cxnLst/>
            <ns1:rect r="r" b="b" t="t" l="l"/>
            <ns1:pathLst>
              <ns1:path h="11409423" w="11602585">
                <ns1:moveTo>
                  <ns1:pt x="0" y="0"/>
                </ns1:moveTo>
                <ns1:lnTo>
                  <ns1:pt x="11602584" y="0"/>
                </ns1:lnTo>
                <ns1:lnTo>
                  <ns1:pt x="11602584" y="11409423"/>
                </ns1:lnTo>
                <ns1:lnTo>
                  <ns1:pt x="0" y="11409423"/>
                </ns1:lnTo>
                <ns1:lnTo>
                  <ns1:pt x="0" y="0"/>
                </ns1:lnTo>
                <ns1:close/>
              </ns1:path>
            </ns1:pathLst>
          </ns1:custGeom>
          <ns1:blipFill>
            <ns1:blip ns2:embed="rId8">
              <ns1:extLst>
                <ns1:ext uri="{96DAC541-7B7A-43D3-8B79-37D633B846F1}">
                  <ns3:svgBlip ns2:embed="rId9"/>
                </ns1:ext>
              </ns1:extLst>
            </ns1:blip>
            <ns1:stretch>
              <ns1:fillRect l="0" t="0" r="0" b="0"/>
            </ns1:stretch>
          </ns1:blipFill>
        </ns0:spPr>
      </ns0:sp>
      <ns0:sp>
        <ns0:nvSpPr>
          <ns0:cNvPr name="Freeform 17" id="17"/>
          <ns0:cNvSpPr/>
          <ns0:nvPr/>
        </ns0:nvSpPr>
        <ns0:spPr>
          <ns1:xfrm flipH="false" flipV="false" rot="0">
            <ns1:off x="1570529" y="7572341"/>
            <ns1:ext cx="2725668" cy="555045"/>
          </ns1:xfrm>
          <ns1:custGeom>
            <ns1:avLst/>
            <ns1:gdLst/>
            <ns1:ahLst/>
            <ns1:cxnLst/>
            <ns1:rect r="r" b="b" t="t" l="l"/>
            <ns1:pathLst>
              <ns1:path h="555045" w="2725668">
                <ns1:moveTo>
                  <ns1:pt x="0" y="0"/>
                </ns1:moveTo>
                <ns1:lnTo>
                  <ns1:pt x="2725667" y="0"/>
                </ns1:lnTo>
                <ns1:lnTo>
                  <ns1:pt x="2725667" y="555045"/>
                </ns1:lnTo>
                <ns1:lnTo>
                  <ns1:pt x="0" y="555045"/>
                </ns1:lnTo>
                <ns1:lnTo>
                  <ns1:pt x="0" y="0"/>
                </ns1:lnTo>
                <ns1:close/>
              </ns1:path>
            </ns1:pathLst>
          </ns1:custGeom>
          <ns1:blipFill>
            <ns1:blip ns2:embed="rId10">
              <ns1:extLst>
                <ns1:ext uri="{96DAC541-7B7A-43D3-8B79-37D633B846F1}">
                  <ns3:svgBlip ns2:embed="rId11"/>
                </ns1:ext>
              </ns1:extLst>
            </ns1:blip>
            <ns1:stretch>
              <ns1:fillRect l="0" t="0" r="0" b="0"/>
            </ns1:stretch>
          </ns1:blipFill>
        </ns0:spPr>
      </ns0:sp>
      <ns0:sp>
        <ns0:nvSpPr>
          <ns0:cNvPr name="Freeform 18" id="18"/>
          <ns0:cNvSpPr/>
          <ns0:nvPr/>
        </ns0:nvSpPr>
        <ns0:spPr>
          <ns1:xfrm flipH="false" flipV="false" rot="0">
            <ns1:off x="14533632" y="1404938"/>
            <ns1:ext cx="2725668" cy="555045"/>
          </ns1:xfrm>
          <ns1:custGeom>
            <ns1:avLst/>
            <ns1:gdLst/>
            <ns1:ahLst/>
            <ns1:cxnLst/>
            <ns1:rect r="r" b="b" t="t" l="l"/>
            <ns1:pathLst>
              <ns1:path h="555045" w="2725668">
                <ns1:moveTo>
                  <ns1:pt x="0" y="0"/>
                </ns1:moveTo>
                <ns1:lnTo>
                  <ns1:pt x="2725668" y="0"/>
                </ns1:lnTo>
                <ns1:lnTo>
                  <ns1:pt x="2725668" y="555045"/>
                </ns1:lnTo>
                <ns1:lnTo>
                  <ns1:pt x="0" y="555045"/>
                </ns1:lnTo>
                <ns1:lnTo>
                  <ns1:pt x="0" y="0"/>
                </ns1:lnTo>
                <ns1:close/>
              </ns1:path>
            </ns1:pathLst>
          </ns1:custGeom>
          <ns1:blipFill>
            <ns1:blip ns2:embed="rId12">
              <ns1:extLst>
                <ns1:ext uri="{96DAC541-7B7A-43D3-8B79-37D633B846F1}">
                  <ns3:svgBlip ns2:embed="rId13"/>
                </ns1:ext>
              </ns1:extLst>
            </ns1:blip>
            <ns1:stretch>
              <ns1:fillRect l="0" t="0" r="0" b="0"/>
            </ns1:stretch>
          </ns1:blipFill>
        </ns0:spPr>
      </ns0:sp>
      <ns0:sp>
        <ns0:nvSpPr>
          <ns0:cNvPr name="Freeform 19" id="19"/>
          <ns0:cNvSpPr/>
          <ns0:nvPr/>
        </ns0:nvSpPr>
        <ns0:spPr>
          <ns1:xfrm flipH="false" flipV="false" rot="-1479985">
            <ns1:off x="1496533" y="4570523"/>
            <ns1:ext cx="904022" cy="595626"/>
          </ns1:xfrm>
          <ns1:custGeom>
            <ns1:avLst/>
            <ns1:gdLst/>
            <ns1:ahLst/>
            <ns1:cxnLst/>
            <ns1:rect r="r" b="b" t="t" l="l"/>
            <ns1:pathLst>
              <ns1:path h="595626" w="904022">
                <ns1:moveTo>
                  <ns1:pt x="0" y="0"/>
                </ns1:moveTo>
                <ns1:lnTo>
                  <ns1:pt x="904022" y="0"/>
                </ns1:lnTo>
                <ns1:lnTo>
                  <ns1:pt x="904022" y="595626"/>
                </ns1:lnTo>
                <ns1:lnTo>
                  <ns1:pt x="0" y="595626"/>
                </ns1:lnTo>
                <ns1:lnTo>
                  <ns1:pt x="0" y="0"/>
                </ns1:lnTo>
                <ns1:close/>
              </ns1:path>
            </ns1:pathLst>
          </ns1:custGeom>
          <ns1:blipFill>
            <ns1:blip ns2:embed="rId14">
              <ns1:extLst>
                <ns1:ext uri="{96DAC541-7B7A-43D3-8B79-37D633B846F1}">
                  <ns3:svgBlip ns2:embed="rId15"/>
                </ns1:ext>
              </ns1:extLst>
            </ns1:blip>
            <ns1:stretch>
              <ns1:fillRect l="0" t="0" r="0" b="0"/>
            </ns1:stretch>
          </ns1:blipFill>
          <ns1:ln cap="sq">
            <ns1:noFill/>
            <ns1:prstDash val="solid"/>
            <ns1:miter/>
          </ns1:ln>
        </ns0:spPr>
      </ns0:sp>
    </ns0:spTree>
  </ns0:cSld>
  <ns0:clrMapOvr>
    <ns1:masterClrMapping/>
  </ns0:clrMapOvr>
</ns0:sldLayout>
</file>

<file path=ppt/slideLayouts/slideLayout16.xml><?xml version="1.0" encoding="utf-8"?>
<ns0:sldLayout xmlns:ns0="http://schemas.openxmlformats.org/presentationml/2006/main" xmlns:ns1="http://schemas.openxmlformats.org/drawingml/2006/main" xmlns:ns2="http://schemas.openxmlformats.org/officeDocument/2006/relationships" xmlns:ns3="http://schemas.microsoft.com/office/drawing/2016/SVG/main" type="blank" preserve="1">
  <ns0:cSld name="版型6"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name="Freeform 2" id="2"/>
          <ns0:cNvSpPr/>
          <ns0:nvPr/>
        </ns0:nvSpPr>
        <ns0:spPr>
          <ns1:xfrm flipH="false" flipV="false" rot="0">
            <ns1:off x="-3616365" y="-7616865"/>
            <ns1:ext cx="25520731" cy="25520731"/>
          </ns1:xfrm>
          <ns1:custGeom>
            <ns1:avLst/>
            <ns1:gdLst/>
            <ns1:ahLst/>
            <ns1:cxnLst/>
            <ns1:rect r="r" b="b" t="t" l="l"/>
            <ns1:pathLst>
              <ns1:path h="25520731" w="25520731">
                <ns1:moveTo>
                  <ns1:pt x="0" y="0"/>
                </ns1:moveTo>
                <ns1:lnTo>
                  <ns1:pt x="25520730" y="0"/>
                </ns1:lnTo>
                <ns1:lnTo>
                  <ns1:pt x="25520730" y="25520730"/>
                </ns1:lnTo>
                <ns1:lnTo>
                  <ns1:pt x="0" y="25520730"/>
                </ns1:lnTo>
                <ns1:lnTo>
                  <ns1:pt x="0" y="0"/>
                </ns1:lnTo>
                <ns1:close/>
              </ns1:path>
            </ns1:pathLst>
          </ns1:custGeom>
          <ns1:blipFill>
            <ns1:blip ns2:embed="rId2">
              <ns1:alphaModFix amt="3000"/>
              <ns1:extLst>
                <ns1:ext uri="{96DAC541-7B7A-43D3-8B79-37D633B846F1}">
                  <ns3:svgBlip ns2:embed="rId3"/>
                </ns1:ext>
              </ns1:extLst>
            </ns1:blip>
            <ns1:stretch>
              <ns1:fillRect l="0" t="0" r="0" b="0"/>
            </ns1:stretch>
          </ns1:blipFill>
          <ns1:ln cap="sq">
            <ns1:noFill/>
            <ns1:prstDash val="solid"/>
            <ns1:miter/>
          </ns1:ln>
        </ns0:spPr>
      </ns0:sp>
      <ns0:sp>
        <ns0:nvSpPr>
          <ns0:cNvPr name="Freeform 3" id="3"/>
          <ns0:cNvSpPr/>
          <ns0:nvPr/>
        </ns0:nvSpPr>
        <ns0:spPr>
          <ns1:xfrm flipH="false" flipV="false" rot="0">
            <ns1:off x="12486708" y="6494442"/>
            <ns1:ext cx="11602585" cy="11409423"/>
          </ns1:xfrm>
          <ns1:custGeom>
            <ns1:avLst/>
            <ns1:gdLst/>
            <ns1:ahLst/>
            <ns1:cxnLst/>
            <ns1:rect r="r" b="b" t="t" l="l"/>
            <ns1:pathLst>
              <ns1:path h="11409423" w="11602585">
                <ns1:moveTo>
                  <ns1:pt x="0" y="0"/>
                </ns1:moveTo>
                <ns1:lnTo>
                  <ns1:pt x="11602584" y="0"/>
                </ns1:lnTo>
                <ns1:lnTo>
                  <ns1:pt x="11602584" y="11409423"/>
                </ns1:lnTo>
                <ns1:lnTo>
                  <ns1:pt x="0" y="11409423"/>
                </ns1:lnTo>
                <ns1:lnTo>
                  <ns1:pt x="0" y="0"/>
                </ns1:lnTo>
                <ns1:close/>
              </ns1:path>
            </ns1:pathLst>
          </ns1:custGeom>
          <ns1:blipFill>
            <ns1:blip ns2:embed="rId4">
              <ns1:extLst>
                <ns1:ext uri="{96DAC541-7B7A-43D3-8B79-37D633B846F1}">
                  <ns3:svgBlip ns2:embed="rId5"/>
                </ns1:ext>
              </ns1:extLst>
            </ns1:blip>
            <ns1:stretch>
              <ns1:fillRect l="0" t="0" r="0" b="0"/>
            </ns1:stretch>
          </ns1:blipFill>
        </ns0:spPr>
      </ns0:sp>
      <ns0:grpSp>
        <ns0:nvGrpSpPr>
          <ns0:cNvPr name="Group 4" id="4"/>
          <ns0:cNvGrpSpPr/>
          <ns0:nvPr/>
        </ns0:nvGrpSpPr>
        <ns0:grpSpPr>
          <ns1:xfrm rot="0">
            <ns1:off x="3447870" y="3212918"/>
            <ns1:ext cx="11392260" cy="4559114"/>
            <ns1:chOff x="0" y="0"/>
            <ns1:chExt cx="3000431" cy="1200754"/>
          </ns1:xfrm>
        </ns0:grpSpPr>
        <ns0:sp>
          <ns0:nvSpPr>
            <ns0:cNvPr name="Freeform 5" id="5"/>
            <ns0:cNvSpPr/>
            <ns0:nvPr/>
          </ns0:nvSpPr>
          <ns0:spPr>
            <ns1:xfrm flipH="false" flipV="false" rot="0">
              <ns1:off x="0" y="0"/>
              <ns1:ext cx="3000431" cy="1200754"/>
            </ns1:xfrm>
            <ns1:custGeom>
              <ns1:avLst/>
              <ns1:gdLst/>
              <ns1:ahLst/>
              <ns1:cxnLst/>
              <ns1:rect r="r" b="b" t="t" l="l"/>
              <ns1:pathLst>
                <ns1:path h="1200754" w="3000431">
                  <ns1:moveTo>
                    <ns1:pt x="34658" y="0"/>
                  </ns1:moveTo>
                  <ns1:lnTo>
                    <ns1:pt x="2965772" y="0"/>
                  </ns1:lnTo>
                  <ns1:cubicBezTo>
                    <ns1:pt x="2984914" y="0"/>
                    <ns1:pt x="3000431" y="15517"/>
                    <ns1:pt x="3000431" y="34658"/>
                  </ns1:cubicBezTo>
                  <ns1:lnTo>
                    <ns1:pt x="3000431" y="1166096"/>
                  </ns1:lnTo>
                  <ns1:cubicBezTo>
                    <ns1:pt x="3000431" y="1185237"/>
                    <ns1:pt x="2984914" y="1200754"/>
                    <ns1:pt x="2965772" y="1200754"/>
                  </ns1:cubicBezTo>
                  <ns1:lnTo>
                    <ns1:pt x="34658" y="1200754"/>
                  </ns1:lnTo>
                  <ns1:cubicBezTo>
                    <ns1:pt x="25466" y="1200754"/>
                    <ns1:pt x="16651" y="1197103"/>
                    <ns1:pt x="10151" y="1190603"/>
                  </ns1:cubicBezTo>
                  <ns1:cubicBezTo>
                    <ns1:pt x="3652" y="1184103"/>
                    <ns1:pt x="0" y="1175288"/>
                    <ns1:pt x="0" y="1166096"/>
                  </ns1:cubicBezTo>
                  <ns1:lnTo>
                    <ns1:pt x="0" y="34658"/>
                  </ns1:lnTo>
                  <ns1:cubicBezTo>
                    <ns1:pt x="0" y="15517"/>
                    <ns1:pt x="15517" y="0"/>
                    <ns1:pt x="34658" y="0"/>
                  </ns1:cubicBezTo>
                  <ns1:close/>
                </ns1:path>
              </ns1:pathLst>
            </ns1:custGeom>
            <ns1:solidFill>
              <ns1:srgbClr val="75D6D0"/>
            </ns1:solidFill>
          </ns0:spPr>
        </ns0:sp>
        <ns0:sp>
          <ns0:nvSpPr>
            <ns0:cNvPr name="TextBox 6" id="6"/>
            <ns0:cNvSpPr txBox="true"/>
            <ns0:nvPr/>
          </ns0:nvSpPr>
          <ns0:spPr>
            <ns1:xfrm>
              <ns1:off x="0" y="-57150"/>
              <ns1:ext cx="3000431" cy="1257904"/>
            </ns1:xfrm>
            <ns1:prstGeom prst="rect">
              <ns1:avLst/>
            </ns1:prstGeom>
          </ns0:spPr>
          <ns0:txBody>
            <ns1:bodyPr anchor="ctr" rtlCol="false" tIns="50800" lIns="50800" bIns="50800" rIns="50800"/>
            <ns1:lstStyle/>
            <ns1:p>
              <ns1:pPr algn="ctr">
                <ns1:lnSpc>
                  <ns1:spcPts val="2659"/>
                </ns1:lnSpc>
              </ns1:pPr>
            </ns1:p>
          </ns0:txBody>
        </ns0:sp>
      </ns0:grpSp>
      <ns0:sp>
        <ns0:nvSpPr>
          <ns0:cNvPr name="TextBox 7" id="7"/>
          <ns0:cNvSpPr txBox="true"/>
          <ns0:nvPr/>
        </ns0:nvSpPr>
        <ns0:spPr>
          <ns1:xfrm rot="0">
            <ns1:off x="4296196" y="4847950"/>
            <ns1:ext cx="9695608" cy="1403350"/>
          </ns1:xfrm>
          <ns1:prstGeom prst="rect">
            <ns1:avLst/>
          </ns1:prstGeom>
        </ns0:spPr>
        <ns0:txBody>
          <ns1:bodyPr anchor="t" rtlCol="false" tIns="0" lIns="0" bIns="0" rIns="0">
            <ns1:spAutoFit/>
          </ns1:bodyPr>
          <ns1:lstStyle/>
          <ns1:p>
            <ns1:pPr algn="ctr" marL="0" indent="0" lvl="1">
              <ns1:lnSpc>
                <ns1:spcPts val="10699"/>
              </ns1:lnSpc>
              <ns1:spcBef>
                <ns1:spcPct val="0"/>
              </ns1:spcBef>
            </ns1:pPr>
            <ns1:r>
              <ns1:rPr lang="en-US" sz="9999">
                <ns1:solidFill>
                  <ns1:srgbClr val="FB5A48"/>
                </ns1:solidFill>
                <ns1:latin typeface="TT Milks Casual Pie Base"/>
                <ns1:ea typeface="TT Milks Casual Pie Base"/>
                <ns1:cs typeface="TT Milks Casual Pie Base"/>
                <ns1:sym typeface="TT Milks Casual Pie Base"/>
              </ns1:rPr>
              <ns1:t/>
            </ns1:r>
          </ns1:p>
        </ns0:txBody>
      </ns0:sp>
      <ns0:sp>
        <ns0:nvSpPr>
          <ns0:cNvPr name="Freeform 8" id="8"/>
          <ns0:cNvSpPr/>
          <ns0:nvPr/>
        </ns0:nvSpPr>
        <ns0:spPr>
          <ns1:xfrm flipH="true" flipV="false" rot="0">
            <ns1:off x="0" y="5143500"/>
            <ns1:ext cx="5579734" cy="5143500"/>
          </ns1:xfrm>
          <ns1:custGeom>
            <ns1:avLst/>
            <ns1:gdLst/>
            <ns1:ahLst/>
            <ns1:cxnLst/>
            <ns1:rect r="r" b="b" t="t" l="l"/>
            <ns1:pathLst>
              <ns1:path h="5143500" w="5579734">
                <ns1:moveTo>
                  <ns1:pt x="5579734" y="0"/>
                </ns1:moveTo>
                <ns1:lnTo>
                  <ns1:pt x="0" y="0"/>
                </ns1:lnTo>
                <ns1:lnTo>
                  <ns1:pt x="0" y="5143500"/>
                </ns1:lnTo>
                <ns1:lnTo>
                  <ns1:pt x="5579734" y="5143500"/>
                </ns1:lnTo>
                <ns1:lnTo>
                  <ns1:pt x="5579734" y="0"/>
                </ns1:lnTo>
                <ns1:close/>
              </ns1:path>
            </ns1:pathLst>
          </ns1:custGeom>
          <ns1:blipFill>
            <ns1:blip ns2:embed="rId6">
              <ns1:extLst>
                <ns1:ext uri="{96DAC541-7B7A-43D3-8B79-37D633B846F1}">
                  <ns3:svgBlip ns2:embed="rId7"/>
                </ns1:ext>
              </ns1:extLst>
            </ns1:blip>
            <ns1:stretch>
              <ns1:fillRect l="0" t="0" r="0" b="0"/>
            </ns1:stretch>
          </ns1:blipFill>
        </ns0:spPr>
      </ns0:sp>
      <ns0:sp>
        <ns0:nvSpPr>
          <ns0:cNvPr name="Freeform 9" id="9"/>
          <ns0:cNvSpPr/>
          <ns0:nvPr/>
        </ns0:nvSpPr>
        <ns0:spPr>
          <ns1:xfrm flipH="false" flipV="false" rot="0">
            <ns1:off x="13032840" y="7692932"/>
            <ns1:ext cx="3325728" cy="2594068"/>
          </ns1:xfrm>
          <ns1:custGeom>
            <ns1:avLst/>
            <ns1:gdLst/>
            <ns1:ahLst/>
            <ns1:cxnLst/>
            <ns1:rect r="r" b="b" t="t" l="l"/>
            <ns1:pathLst>
              <ns1:path h="2594068" w="3325728">
                <ns1:moveTo>
                  <ns1:pt x="0" y="0"/>
                </ns1:moveTo>
                <ns1:lnTo>
                  <ns1:pt x="3325728" y="0"/>
                </ns1:lnTo>
                <ns1:lnTo>
                  <ns1:pt x="3325728" y="2594068"/>
                </ns1:lnTo>
                <ns1:lnTo>
                  <ns1:pt x="0" y="2594068"/>
                </ns1:lnTo>
                <ns1:lnTo>
                  <ns1:pt x="0" y="0"/>
                </ns1:lnTo>
                <ns1:close/>
              </ns1:path>
            </ns1:pathLst>
          </ns1:custGeom>
          <ns1:blipFill>
            <ns1:blip ns2:embed="rId8">
              <ns1:extLst>
                <ns1:ext uri="{96DAC541-7B7A-43D3-8B79-37D633B846F1}">
                  <ns3:svgBlip ns2:embed="rId9"/>
                </ns1:ext>
              </ns1:extLst>
            </ns1:blip>
            <ns1:stretch>
              <ns1:fillRect l="0" t="0" r="0" b="0"/>
            </ns1:stretch>
          </ns1:blipFill>
        </ns0:spPr>
      </ns0:sp>
      <ns0:sp>
        <ns0:nvSpPr>
          <ns0:cNvPr name="Freeform 10" id="10"/>
          <ns0:cNvSpPr/>
          <ns0:nvPr/>
        </ns0:nvSpPr>
        <ns0:spPr>
          <ns1:xfrm flipH="false" flipV="false" rot="-966297">
            <ns1:off x="781880" y="1108816"/>
            <ns1:ext cx="3403437" cy="1280930"/>
          </ns1:xfrm>
          <ns1:custGeom>
            <ns1:avLst/>
            <ns1:gdLst/>
            <ns1:ahLst/>
            <ns1:cxnLst/>
            <ns1:rect r="r" b="b" t="t" l="l"/>
            <ns1:pathLst>
              <ns1:path h="1280930" w="3403437">
                <ns1:moveTo>
                  <ns1:pt x="0" y="0"/>
                </ns1:moveTo>
                <ns1:lnTo>
                  <ns1:pt x="3403436" y="0"/>
                </ns1:lnTo>
                <ns1:lnTo>
                  <ns1:pt x="3403436" y="1280930"/>
                </ns1:lnTo>
                <ns1:lnTo>
                  <ns1:pt x="0" y="1280930"/>
                </ns1:lnTo>
                <ns1:lnTo>
                  <ns1:pt x="0" y="0"/>
                </ns1:lnTo>
                <ns1:close/>
              </ns1:path>
            </ns1:pathLst>
          </ns1:custGeom>
          <ns1:blipFill>
            <ns1:blip ns2:embed="rId10">
              <ns1:extLst>
                <ns1:ext uri="{96DAC541-7B7A-43D3-8B79-37D633B846F1}">
                  <ns3:svgBlip ns2:embed="rId11"/>
                </ns1:ext>
              </ns1:extLst>
            </ns1:blip>
            <ns1:stretch>
              <ns1:fillRect l="0" t="0" r="0" b="0"/>
            </ns1:stretch>
          </ns1:blipFill>
        </ns0:spPr>
      </ns0:sp>
      <ns0:sp>
        <ns0:nvSpPr>
          <ns0:cNvPr name="Freeform 11" id="11"/>
          <ns0:cNvSpPr/>
          <ns0:nvPr/>
        </ns0:nvSpPr>
        <ns0:spPr>
          <ns1:xfrm flipH="false" flipV="false" rot="0">
            <ns1:off x="9425975" y="8547899"/>
            <ns1:ext cx="2725668" cy="555045"/>
          </ns1:xfrm>
          <ns1:custGeom>
            <ns1:avLst/>
            <ns1:gdLst/>
            <ns1:ahLst/>
            <ns1:cxnLst/>
            <ns1:rect r="r" b="b" t="t" l="l"/>
            <ns1:pathLst>
              <ns1:path h="555045" w="2725668">
                <ns1:moveTo>
                  <ns1:pt x="0" y="0"/>
                </ns1:moveTo>
                <ns1:lnTo>
                  <ns1:pt x="2725668" y="0"/>
                </ns1:lnTo>
                <ns1:lnTo>
                  <ns1:pt x="2725668" y="555045"/>
                </ns1:lnTo>
                <ns1:lnTo>
                  <ns1:pt x="0" y="555045"/>
                </ns1:lnTo>
                <ns1:lnTo>
                  <ns1:pt x="0" y="0"/>
                </ns1:lnTo>
                <ns1:close/>
              </ns1:path>
            </ns1:pathLst>
          </ns1:custGeom>
          <ns1:blipFill>
            <ns1:blip ns2:embed="rId12">
              <ns1:extLst>
                <ns1:ext uri="{96DAC541-7B7A-43D3-8B79-37D633B846F1}">
                  <ns3:svgBlip ns2:embed="rId13"/>
                </ns1:ext>
              </ns1:extLst>
            </ns1:blip>
            <ns1:stretch>
              <ns1:fillRect l="0" t="0" r="0" b="0"/>
            </ns1:stretch>
          </ns1:blipFill>
        </ns0:spPr>
      </ns0:sp>
      <ns0:sp>
        <ns0:nvSpPr>
          <ns0:cNvPr name="Freeform 12" id="12"/>
          <ns0:cNvSpPr/>
          <ns0:nvPr/>
        </ns0:nvSpPr>
        <ns0:spPr>
          <ns1:xfrm flipH="false" flipV="false" rot="994581">
            <ns1:off x="15807846" y="2964408"/>
            <ns1:ext cx="904022" cy="595626"/>
          </ns1:xfrm>
          <ns1:custGeom>
            <ns1:avLst/>
            <ns1:gdLst/>
            <ns1:ahLst/>
            <ns1:cxnLst/>
            <ns1:rect r="r" b="b" t="t" l="l"/>
            <ns1:pathLst>
              <ns1:path h="595626" w="904022">
                <ns1:moveTo>
                  <ns1:pt x="0" y="0"/>
                </ns1:moveTo>
                <ns1:lnTo>
                  <ns1:pt x="904022" y="0"/>
                </ns1:lnTo>
                <ns1:lnTo>
                  <ns1:pt x="904022" y="595627"/>
                </ns1:lnTo>
                <ns1:lnTo>
                  <ns1:pt x="0" y="595627"/>
                </ns1:lnTo>
                <ns1:lnTo>
                  <ns1:pt x="0" y="0"/>
                </ns1:lnTo>
                <ns1:close/>
              </ns1:path>
            </ns1:pathLst>
          </ns1:custGeom>
          <ns1:blipFill>
            <ns1:blip ns2:embed="rId14">
              <ns1:extLst>
                <ns1:ext uri="{96DAC541-7B7A-43D3-8B79-37D633B846F1}">
                  <ns3:svgBlip ns2:embed="rId15"/>
                </ns1:ext>
              </ns1:extLst>
            </ns1:blip>
            <ns1:stretch>
              <ns1:fillRect l="0" t="0" r="0" b="0"/>
            </ns1:stretch>
          </ns1:blipFill>
          <ns1:ln cap="sq">
            <ns1:noFill/>
            <ns1:prstDash val="solid"/>
            <ns1:miter/>
          </ns1:ln>
        </ns0:spPr>
      </ns0:sp>
      <ns0:sp>
        <ns0:nvSpPr>
          <ns0:cNvPr name="TextBox 13" id="13"/>
          <ns0:cNvSpPr txBox="true"/>
          <ns0:nvPr/>
        </ns0:nvSpPr>
        <ns0:spPr>
          <ns1:xfrm rot="0">
            <ns1:off x="5255160" y="904875"/>
            <ns1:ext cx="7777680" cy="876300"/>
          </ns1:xfrm>
          <ns1:prstGeom prst="rect">
            <ns1:avLst/>
          </ns1:prstGeom>
        </ns0:spPr>
        <ns0:txBody>
          <ns1:bodyPr anchor="t" rtlCol="false" tIns="0" lIns="0" bIns="0" rIns="0">
            <ns1:spAutoFit/>
          </ns1:bodyPr>
          <ns1:lstStyle/>
          <ns1:p>
            <ns1:pPr algn="ctr" marL="0" indent="0" lvl="0">
              <ns1:lnSpc>
                <ns1:spcPts val="5959"/>
              </ns1:lnSpc>
              <ns1:spcBef>
                <ns1:spcPct val="0"/>
              </ns1:spcBef>
            </ns1:pPr>
            <ns1:r>
              <ns1:rPr lang="en-US" sz="4966">
                <ns1:solidFill>
                  <ns1:srgbClr val="FFFFFF"/>
                </ns1:solidFill>
                <ns1:latin typeface="Jua"/>
                <ns1:ea typeface="Jua"/>
                <ns1:cs typeface="Jua"/>
                <ns1:sym typeface="Jua"/>
              </ns1:rPr>
              <ns1:t/>
            </ns1:r>
          </ns1:p>
        </ns0:txBody>
      </ns0:sp>
    </ns0:spTree>
  </ns0:cSld>
  <ns0:clrMapOvr>
    <ns1:masterClrMapping/>
  </ns0:clrMapOvr>
</ns0:sldLayout>
</file>

<file path=ppt/slideLayouts/slideLayout17.xml><?xml version="1.0" encoding="utf-8"?>
<ns0:sldLayout xmlns:ns0="http://schemas.openxmlformats.org/presentationml/2006/main" xmlns:ns1="http://schemas.openxmlformats.org/drawingml/2006/main" xmlns:ns2="http://schemas.openxmlformats.org/officeDocument/2006/relationships" xmlns:ns3="http://schemas.microsoft.com/office/drawing/2016/SVG/main" type="blank" preserve="1">
  <ns0:cSld name="版型7"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name="Freeform 2" id="2"/>
          <ns0:cNvSpPr/>
          <ns0:nvPr/>
        </ns0:nvSpPr>
        <ns0:spPr>
          <ns1:xfrm flipH="false" flipV="false" rot="0">
            <ns1:off x="-3616365" y="-7616865"/>
            <ns1:ext cx="25520731" cy="25520731"/>
          </ns1:xfrm>
          <ns1:custGeom>
            <ns1:avLst/>
            <ns1:gdLst/>
            <ns1:ahLst/>
            <ns1:cxnLst/>
            <ns1:rect r="r" b="b" t="t" l="l"/>
            <ns1:pathLst>
              <ns1:path h="25520731" w="25520731">
                <ns1:moveTo>
                  <ns1:pt x="0" y="0"/>
                </ns1:moveTo>
                <ns1:lnTo>
                  <ns1:pt x="25520730" y="0"/>
                </ns1:lnTo>
                <ns1:lnTo>
                  <ns1:pt x="25520730" y="25520730"/>
                </ns1:lnTo>
                <ns1:lnTo>
                  <ns1:pt x="0" y="25520730"/>
                </ns1:lnTo>
                <ns1:lnTo>
                  <ns1:pt x="0" y="0"/>
                </ns1:lnTo>
                <ns1:close/>
              </ns1:path>
            </ns1:pathLst>
          </ns1:custGeom>
          <ns1:blipFill>
            <ns1:blip ns2:embed="rId2">
              <ns1:alphaModFix amt="3000"/>
              <ns1:extLst>
                <ns1:ext uri="{96DAC541-7B7A-43D3-8B79-37D633B846F1}">
                  <ns3:svgBlip ns2:embed="rId3"/>
                </ns1:ext>
              </ns1:extLst>
            </ns1:blip>
            <ns1:stretch>
              <ns1:fillRect l="0" t="0" r="0" b="0"/>
            </ns1:stretch>
          </ns1:blipFill>
          <ns1:ln cap="sq">
            <ns1:noFill/>
            <ns1:prstDash val="solid"/>
            <ns1:miter/>
          </ns1:ln>
        </ns0:spPr>
      </ns0:sp>
      <ns0:sp>
        <ns0:nvSpPr>
          <ns0:cNvPr name="Freeform 3" id="3"/>
          <ns0:cNvSpPr/>
          <ns0:nvPr/>
        </ns0:nvSpPr>
        <ns0:spPr>
          <ns1:xfrm flipH="false" flipV="false" rot="0">
            <ns1:off x="-5352296" y="7352101"/>
            <ns1:ext cx="11602585" cy="11409423"/>
          </ns1:xfrm>
          <ns1:custGeom>
            <ns1:avLst/>
            <ns1:gdLst/>
            <ns1:ahLst/>
            <ns1:cxnLst/>
            <ns1:rect r="r" b="b" t="t" l="l"/>
            <ns1:pathLst>
              <ns1:path h="11409423" w="11602585">
                <ns1:moveTo>
                  <ns1:pt x="0" y="0"/>
                </ns1:moveTo>
                <ns1:lnTo>
                  <ns1:pt x="11602585" y="0"/>
                </ns1:lnTo>
                <ns1:lnTo>
                  <ns1:pt x="11602585" y="11409424"/>
                </ns1:lnTo>
                <ns1:lnTo>
                  <ns1:pt x="0" y="11409424"/>
                </ns1:lnTo>
                <ns1:lnTo>
                  <ns1:pt x="0" y="0"/>
                </ns1:lnTo>
                <ns1:close/>
              </ns1:path>
            </ns1:pathLst>
          </ns1:custGeom>
          <ns1:blipFill>
            <ns1:blip ns2:embed="rId4">
              <ns1:extLst>
                <ns1:ext uri="{96DAC541-7B7A-43D3-8B79-37D633B846F1}">
                  <ns3:svgBlip ns2:embed="rId5"/>
                </ns1:ext>
              </ns1:extLst>
            </ns1:blip>
            <ns1:stretch>
              <ns1:fillRect l="0" t="0" r="0" b="0"/>
            </ns1:stretch>
          </ns1:blipFill>
        </ns0:spPr>
      </ns0:sp>
      <ns0:sp>
        <ns0:nvSpPr>
          <ns0:cNvPr name="Freeform 4" id="4"/>
          <ns0:cNvSpPr/>
          <ns0:nvPr/>
        </ns0:nvSpPr>
        <ns0:spPr>
          <ns1:xfrm flipH="false" flipV="false" rot="0">
            <ns1:off x="12068612" y="5352353"/>
            <ns1:ext cx="6224899" cy="4934647"/>
          </ns1:xfrm>
          <ns1:custGeom>
            <ns1:avLst/>
            <ns1:gdLst/>
            <ns1:ahLst/>
            <ns1:cxnLst/>
            <ns1:rect r="r" b="b" t="t" l="l"/>
            <ns1:pathLst>
              <ns1:path h="4934647" w="6224899">
                <ns1:moveTo>
                  <ns1:pt x="0" y="0"/>
                </ns1:moveTo>
                <ns1:lnTo>
                  <ns1:pt x="6224899" y="0"/>
                </ns1:lnTo>
                <ns1:lnTo>
                  <ns1:pt x="6224899" y="4934647"/>
                </ns1:lnTo>
                <ns1:lnTo>
                  <ns1:pt x="0" y="4934647"/>
                </ns1:lnTo>
                <ns1:lnTo>
                  <ns1:pt x="0" y="0"/>
                </ns1:lnTo>
                <ns1:close/>
              </ns1:path>
            </ns1:pathLst>
          </ns1:custGeom>
          <ns1:blipFill>
            <ns1:blip ns2:embed="rId6">
              <ns1:extLst>
                <ns1:ext uri="{96DAC541-7B7A-43D3-8B79-37D633B846F1}">
                  <ns3:svgBlip ns2:embed="rId7"/>
                </ns1:ext>
              </ns1:extLst>
            </ns1:blip>
            <ns1:stretch>
              <ns1:fillRect l="0" t="0" r="0" b="0"/>
            </ns1:stretch>
          </ns1:blipFill>
        </ns0:spPr>
      </ns0:sp>
      <ns0:sp>
        <ns0:nvSpPr>
          <ns0:cNvPr name="Freeform 5" id="5"/>
          <ns0:cNvSpPr/>
          <ns0:nvPr/>
        </ns0:nvSpPr>
        <ns0:spPr>
          <ns1:xfrm flipH="false" flipV="false" rot="0">
            <ns1:off x="1028700" y="7352101"/>
            <ns1:ext cx="3524442" cy="2934899"/>
          </ns1:xfrm>
          <ns1:custGeom>
            <ns1:avLst/>
            <ns1:gdLst/>
            <ns1:ahLst/>
            <ns1:cxnLst/>
            <ns1:rect r="r" b="b" t="t" l="l"/>
            <ns1:pathLst>
              <ns1:path h="2934899" w="3524442">
                <ns1:moveTo>
                  <ns1:pt x="0" y="0"/>
                </ns1:moveTo>
                <ns1:lnTo>
                  <ns1:pt x="3524442" y="0"/>
                </ns1:lnTo>
                <ns1:lnTo>
                  <ns1:pt x="3524442" y="2934899"/>
                </ns1:lnTo>
                <ns1:lnTo>
                  <ns1:pt x="0" y="2934899"/>
                </ns1:lnTo>
                <ns1:lnTo>
                  <ns1:pt x="0" y="0"/>
                </ns1:lnTo>
                <ns1:close/>
              </ns1:path>
            </ns1:pathLst>
          </ns1:custGeom>
          <ns1:blipFill>
            <ns1:blip ns2:embed="rId8">
              <ns1:extLst>
                <ns1:ext uri="{96DAC541-7B7A-43D3-8B79-37D633B846F1}">
                  <ns3:svgBlip ns2:embed="rId9"/>
                </ns1:ext>
              </ns1:extLst>
            </ns1:blip>
            <ns1:stretch>
              <ns1:fillRect l="0" t="0" r="0" b="0"/>
            </ns1:stretch>
          </ns1:blipFill>
        </ns0:spPr>
      </ns0:sp>
      <ns0:sp>
        <ns0:nvSpPr>
          <ns0:cNvPr name="TextBox 6" id="6"/>
          <ns0:cNvSpPr txBox="true"/>
          <ns0:nvPr/>
        </ns0:nvSpPr>
        <ns0:spPr>
          <ns1:xfrm rot="0">
            <ns1:off x="4123720" y="3015303"/>
            <ns1:ext cx="10040560" cy="1806803"/>
          </ns1:xfrm>
          <ns1:prstGeom prst="rect">
            <ns1:avLst/>
          </ns1:prstGeom>
        </ns0:spPr>
        <ns0:txBody>
          <ns1:bodyPr anchor="t" rtlCol="false" tIns="0" lIns="0" bIns="0" rIns="0">
            <ns1:spAutoFit/>
          </ns1:bodyPr>
          <ns1:lstStyle/>
          <ns1:p>
            <ns1:pPr algn="ctr" marL="0" indent="0" lvl="1">
              <ns1:lnSpc>
                <ns1:spcPts val="13813"/>
              </ns1:lnSpc>
              <ns1:spcBef>
                <ns1:spcPct val="0"/>
              </ns1:spcBef>
            </ns1:pPr>
            <ns1:r>
              <ns1:rPr lang="en-US" sz="12909">
                <ns1:solidFill>
                  <ns1:srgbClr val="FB5A48"/>
                </ns1:solidFill>
                <ns1:latin typeface="TT Milks Casual Pie Base"/>
                <ns1:ea typeface="TT Milks Casual Pie Base"/>
                <ns1:cs typeface="TT Milks Casual Pie Base"/>
                <ns1:sym typeface="TT Milks Casual Pie Base"/>
              </ns1:rPr>
              <ns1:t/>
            </ns1:r>
          </ns1:p>
        </ns0:txBody>
      </ns0:sp>
      <ns0:sp>
        <ns0:nvSpPr>
          <ns0:cNvPr name="TextBox 7" id="7"/>
          <ns0:cNvSpPr txBox="true"/>
          <ns0:nvPr/>
        </ns0:nvSpPr>
        <ns0:spPr>
          <ns1:xfrm rot="0">
            <ns1:off x="5255160" y="904875"/>
            <ns1:ext cx="7777680" cy="876300"/>
          </ns1:xfrm>
          <ns1:prstGeom prst="rect">
            <ns1:avLst/>
          </ns1:prstGeom>
        </ns0:spPr>
        <ns0:txBody>
          <ns1:bodyPr anchor="t" rtlCol="false" tIns="0" lIns="0" bIns="0" rIns="0">
            <ns1:spAutoFit/>
          </ns1:bodyPr>
          <ns1:lstStyle/>
          <ns1:p>
            <ns1:pPr algn="ctr" marL="0" indent="0" lvl="0">
              <ns1:lnSpc>
                <ns1:spcPts val="5959"/>
              </ns1:lnSpc>
              <ns1:spcBef>
                <ns1:spcPct val="0"/>
              </ns1:spcBef>
            </ns1:pPr>
            <ns1:r>
              <ns1:rPr lang="en-US" sz="4966">
                <ns1:solidFill>
                  <ns1:srgbClr val="FFFFFF"/>
                </ns1:solidFill>
                <ns1:latin typeface="Jua"/>
                <ns1:ea typeface="Jua"/>
                <ns1:cs typeface="Jua"/>
                <ns1:sym typeface="Jua"/>
              </ns1:rPr>
              <ns1:t/>
            </ns1:r>
          </ns1:p>
        </ns0:txBody>
      </ns0:sp>
      <ns0:sp>
        <ns0:nvSpPr>
          <ns0:cNvPr name="Freeform 8" id="8"/>
          <ns0:cNvSpPr/>
          <ns0:nvPr/>
        </ns0:nvSpPr>
        <ns0:spPr>
          <ns1:xfrm flipH="false" flipV="false" rot="0">
            <ns1:off x="11458008" y="-7566919"/>
            <ns1:ext cx="11602585" cy="11409423"/>
          </ns1:xfrm>
          <ns1:custGeom>
            <ns1:avLst/>
            <ns1:gdLst/>
            <ns1:ahLst/>
            <ns1:cxnLst/>
            <ns1:rect r="r" b="b" t="t" l="l"/>
            <ns1:pathLst>
              <ns1:path h="11409423" w="11602585">
                <ns1:moveTo>
                  <ns1:pt x="0" y="0"/>
                </ns1:moveTo>
                <ns1:lnTo>
                  <ns1:pt x="11602584" y="0"/>
                </ns1:lnTo>
                <ns1:lnTo>
                  <ns1:pt x="11602584" y="11409423"/>
                </ns1:lnTo>
                <ns1:lnTo>
                  <ns1:pt x="0" y="11409423"/>
                </ns1:lnTo>
                <ns1:lnTo>
                  <ns1:pt x="0" y="0"/>
                </ns1:lnTo>
                <ns1:close/>
              </ns1:path>
            </ns1:pathLst>
          </ns1:custGeom>
          <ns1:blipFill>
            <ns1:blip ns2:embed="rId10">
              <ns1:extLst>
                <ns1:ext uri="{96DAC541-7B7A-43D3-8B79-37D633B846F1}">
                  <ns3:svgBlip ns2:embed="rId11"/>
                </ns1:ext>
              </ns1:extLst>
            </ns1:blip>
            <ns1:stretch>
              <ns1:fillRect l="0" t="0" r="0" b="0"/>
            </ns1:stretch>
          </ns1:blipFill>
        </ns0:spPr>
      </ns0:sp>
      <ns0:sp>
        <ns0:nvSpPr>
          <ns0:cNvPr name="Freeform 9" id="9"/>
          <ns0:cNvSpPr/>
          <ns0:nvPr/>
        </ns0:nvSpPr>
        <ns0:spPr>
          <ns1:xfrm flipH="false" flipV="false" rot="0">
            <ns1:off x="5579734" y="7295283"/>
            <ns1:ext cx="2725668" cy="555045"/>
          </ns1:xfrm>
          <ns1:custGeom>
            <ns1:avLst/>
            <ns1:gdLst/>
            <ns1:ahLst/>
            <ns1:cxnLst/>
            <ns1:rect r="r" b="b" t="t" l="l"/>
            <ns1:pathLst>
              <ns1:path h="555045" w="2725668">
                <ns1:moveTo>
                  <ns1:pt x="0" y="0"/>
                </ns1:moveTo>
                <ns1:lnTo>
                  <ns1:pt x="2725667" y="0"/>
                </ns1:lnTo>
                <ns1:lnTo>
                  <ns1:pt x="2725667" y="555045"/>
                </ns1:lnTo>
                <ns1:lnTo>
                  <ns1:pt x="0" y="555045"/>
                </ns1:lnTo>
                <ns1:lnTo>
                  <ns1:pt x="0" y="0"/>
                </ns1:lnTo>
                <ns1:close/>
              </ns1:path>
            </ns1:pathLst>
          </ns1:custGeom>
          <ns1:blipFill>
            <ns1:blip ns2:embed="rId12">
              <ns1:extLst>
                <ns1:ext uri="{96DAC541-7B7A-43D3-8B79-37D633B846F1}">
                  <ns3:svgBlip ns2:embed="rId13"/>
                </ns1:ext>
              </ns1:extLst>
            </ns1:blip>
            <ns1:stretch>
              <ns1:fillRect l="0" t="0" r="0" b="0"/>
            </ns1:stretch>
          </ns1:blipFill>
        </ns0:spPr>
      </ns0:sp>
      <ns0:sp>
        <ns0:nvSpPr>
          <ns0:cNvPr name="Freeform 10" id="10"/>
          <ns0:cNvSpPr/>
          <ns0:nvPr/>
        </ns0:nvSpPr>
        <ns0:spPr>
          <ns1:xfrm flipH="false" flipV="false" rot="-966297">
            <ns1:off x="13744983" y="1667877"/>
            <ns1:ext cx="3403437" cy="1280930"/>
          </ns1:xfrm>
          <ns1:custGeom>
            <ns1:avLst/>
            <ns1:gdLst/>
            <ns1:ahLst/>
            <ns1:cxnLst/>
            <ns1:rect r="r" b="b" t="t" l="l"/>
            <ns1:pathLst>
              <ns1:path h="1280930" w="3403437">
                <ns1:moveTo>
                  <ns1:pt x="0" y="0"/>
                </ns1:moveTo>
                <ns1:lnTo>
                  <ns1:pt x="3403437" y="0"/>
                </ns1:lnTo>
                <ns1:lnTo>
                  <ns1:pt x="3403437" y="1280930"/>
                </ns1:lnTo>
                <ns1:lnTo>
                  <ns1:pt x="0" y="1280930"/>
                </ns1:lnTo>
                <ns1:lnTo>
                  <ns1:pt x="0" y="0"/>
                </ns1:lnTo>
                <ns1:close/>
              </ns1:path>
            </ns1:pathLst>
          </ns1:custGeom>
          <ns1:blipFill>
            <ns1:blip ns2:embed="rId14">
              <ns1:extLst>
                <ns1:ext uri="{96DAC541-7B7A-43D3-8B79-37D633B846F1}">
                  <ns3:svgBlip ns2:embed="rId15"/>
                </ns1:ext>
              </ns1:extLst>
            </ns1:blip>
            <ns1:stretch>
              <ns1:fillRect l="0" t="0" r="0" b="0"/>
            </ns1:stretch>
          </ns1:blipFill>
        </ns0:spPr>
      </ns0:sp>
      <ns0:sp>
        <ns0:nvSpPr>
          <ns0:cNvPr name="Freeform 11" id="11"/>
          <ns0:cNvSpPr/>
          <ns0:nvPr/>
        </ns0:nvSpPr>
        <ns0:spPr>
          <ns1:xfrm flipH="false" flipV="false" rot="-2837475">
            <ns1:off x="1417176" y="2544670"/>
            <ns1:ext cx="904022" cy="595626"/>
          </ns1:xfrm>
          <ns1:custGeom>
            <ns1:avLst/>
            <ns1:gdLst/>
            <ns1:ahLst/>
            <ns1:cxnLst/>
            <ns1:rect r="r" b="b" t="t" l="l"/>
            <ns1:pathLst>
              <ns1:path h="595626" w="904022">
                <ns1:moveTo>
                  <ns1:pt x="0" y="0"/>
                </ns1:moveTo>
                <ns1:lnTo>
                  <ns1:pt x="904021" y="0"/>
                </ns1:lnTo>
                <ns1:lnTo>
                  <ns1:pt x="904021" y="595626"/>
                </ns1:lnTo>
                <ns1:lnTo>
                  <ns1:pt x="0" y="595626"/>
                </ns1:lnTo>
                <ns1:lnTo>
                  <ns1:pt x="0" y="0"/>
                </ns1:lnTo>
                <ns1:close/>
              </ns1:path>
            </ns1:pathLst>
          </ns1:custGeom>
          <ns1:blipFill>
            <ns1:blip ns2:embed="rId16">
              <ns1:extLst>
                <ns1:ext uri="{96DAC541-7B7A-43D3-8B79-37D633B846F1}">
                  <ns3:svgBlip ns2:embed="rId17"/>
                </ns1:ext>
              </ns1:extLst>
            </ns1:blip>
            <ns1:stretch>
              <ns1:fillRect l="0" t="0" r="0" b="0"/>
            </ns1:stretch>
          </ns1:blipFill>
          <ns1:ln cap="sq">
            <ns1:noFill/>
            <ns1:prstDash val="solid"/>
            <ns1:miter/>
          </ns1:ln>
        </ns0:spPr>
      </ns0:sp>
    </ns0:spTree>
  </ns0:cSld>
  <ns0:clrMapOvr>
    <ns1:masterClrMapping/>
  </ns0:clrMapOvr>
</ns0:sldLayout>
</file>

<file path=ppt/slideLayouts/slideLayout18.xml><?xml version="1.0" encoding="utf-8"?>
<ns0:sldLayout xmlns:ns0="http://schemas.openxmlformats.org/presentationml/2006/main" xmlns:ns1="http://schemas.openxmlformats.org/drawingml/2006/main" xmlns:ns2="http://schemas.openxmlformats.org/officeDocument/2006/relationships" xmlns:ns3="http://schemas.microsoft.com/office/drawing/2016/SVG/main" type="blank" preserve="1">
  <ns0:cSld name="版型8"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name="Freeform 2" id="2"/>
          <ns0:cNvSpPr/>
          <ns0:nvPr/>
        </ns0:nvSpPr>
        <ns0:spPr>
          <ns1:xfrm flipH="false" flipV="false" rot="0">
            <ns1:off x="-3616365" y="-7616865"/>
            <ns1:ext cx="25520731" cy="25520731"/>
          </ns1:xfrm>
          <ns1:custGeom>
            <ns1:avLst/>
            <ns1:gdLst/>
            <ns1:ahLst/>
            <ns1:cxnLst/>
            <ns1:rect r="r" b="b" t="t" l="l"/>
            <ns1:pathLst>
              <ns1:path h="25520731" w="25520731">
                <ns1:moveTo>
                  <ns1:pt x="0" y="0"/>
                </ns1:moveTo>
                <ns1:lnTo>
                  <ns1:pt x="25520730" y="0"/>
                </ns1:lnTo>
                <ns1:lnTo>
                  <ns1:pt x="25520730" y="25520730"/>
                </ns1:lnTo>
                <ns1:lnTo>
                  <ns1:pt x="0" y="25520730"/>
                </ns1:lnTo>
                <ns1:lnTo>
                  <ns1:pt x="0" y="0"/>
                </ns1:lnTo>
                <ns1:close/>
              </ns1:path>
            </ns1:pathLst>
          </ns1:custGeom>
          <ns1:blipFill>
            <ns1:blip ns2:embed="rId2">
              <ns1:alphaModFix amt="3000"/>
              <ns1:extLst>
                <ns1:ext uri="{96DAC541-7B7A-43D3-8B79-37D633B846F1}">
                  <ns3:svgBlip ns2:embed="rId3"/>
                </ns1:ext>
              </ns1:extLst>
            </ns1:blip>
            <ns1:stretch>
              <ns1:fillRect l="0" t="0" r="0" b="0"/>
            </ns1:stretch>
          </ns1:blipFill>
          <ns1:ln cap="sq">
            <ns1:noFill/>
            <ns1:prstDash val="solid"/>
            <ns1:miter/>
          </ns1:ln>
        </ns0:spPr>
      </ns0:sp>
      <ns0:sp>
        <ns0:nvSpPr>
          <ns0:cNvPr name="Freeform 3" id="3"/>
          <ns0:cNvSpPr/>
          <ns0:nvPr/>
        </ns0:nvSpPr>
        <ns0:spPr>
          <ns1:xfrm flipH="false" flipV="false" rot="0">
            <ns1:off x="-3616365" y="8468226"/>
            <ns1:ext cx="11602585" cy="11409423"/>
          </ns1:xfrm>
          <ns1:custGeom>
            <ns1:avLst/>
            <ns1:gdLst/>
            <ns1:ahLst/>
            <ns1:cxnLst/>
            <ns1:rect r="r" b="b" t="t" l="l"/>
            <ns1:pathLst>
              <ns1:path h="11409423" w="11602585">
                <ns1:moveTo>
                  <ns1:pt x="0" y="0"/>
                </ns1:moveTo>
                <ns1:lnTo>
                  <ns1:pt x="11602585" y="0"/>
                </ns1:lnTo>
                <ns1:lnTo>
                  <ns1:pt x="11602585" y="11409423"/>
                </ns1:lnTo>
                <ns1:lnTo>
                  <ns1:pt x="0" y="11409423"/>
                </ns1:lnTo>
                <ns1:lnTo>
                  <ns1:pt x="0" y="0"/>
                </ns1:lnTo>
                <ns1:close/>
              </ns1:path>
            </ns1:pathLst>
          </ns1:custGeom>
          <ns1:blipFill>
            <ns1:blip ns2:embed="rId4">
              <ns1:extLst>
                <ns1:ext uri="{96DAC541-7B7A-43D3-8B79-37D633B846F1}">
                  <ns3:svgBlip ns2:embed="rId5"/>
                </ns1:ext>
              </ns1:extLst>
            </ns1:blip>
            <ns1:stretch>
              <ns1:fillRect l="0" t="0" r="0" b="0"/>
            </ns1:stretch>
          </ns1:blipFill>
        </ns0:spPr>
      </ns0:sp>
      <ns0:grpSp>
        <ns0:nvGrpSpPr>
          <ns0:cNvPr name="Group 4" id="4"/>
          <ns0:cNvGrpSpPr/>
          <ns0:nvPr/>
        </ns0:nvGrpSpPr>
        <ns0:grpSpPr>
          <ns1:xfrm rot="0">
            <ns1:off x="3447870" y="3212918"/>
            <ns1:ext cx="11392260" cy="4559114"/>
            <ns1:chOff x="0" y="0"/>
            <ns1:chExt cx="3000431" cy="1200754"/>
          </ns1:xfrm>
        </ns0:grpSpPr>
        <ns0:sp>
          <ns0:nvSpPr>
            <ns0:cNvPr name="Freeform 5" id="5"/>
            <ns0:cNvSpPr/>
            <ns0:nvPr/>
          </ns0:nvSpPr>
          <ns0:spPr>
            <ns1:xfrm flipH="false" flipV="false" rot="0">
              <ns1:off x="0" y="0"/>
              <ns1:ext cx="3000431" cy="1200754"/>
            </ns1:xfrm>
            <ns1:custGeom>
              <ns1:avLst/>
              <ns1:gdLst/>
              <ns1:ahLst/>
              <ns1:cxnLst/>
              <ns1:rect r="r" b="b" t="t" l="l"/>
              <ns1:pathLst>
                <ns1:path h="1200754" w="3000431">
                  <ns1:moveTo>
                    <ns1:pt x="34658" y="0"/>
                  </ns1:moveTo>
                  <ns1:lnTo>
                    <ns1:pt x="2965772" y="0"/>
                  </ns1:lnTo>
                  <ns1:cubicBezTo>
                    <ns1:pt x="2984914" y="0"/>
                    <ns1:pt x="3000431" y="15517"/>
                    <ns1:pt x="3000431" y="34658"/>
                  </ns1:cubicBezTo>
                  <ns1:lnTo>
                    <ns1:pt x="3000431" y="1166096"/>
                  </ns1:lnTo>
                  <ns1:cubicBezTo>
                    <ns1:pt x="3000431" y="1185237"/>
                    <ns1:pt x="2984914" y="1200754"/>
                    <ns1:pt x="2965772" y="1200754"/>
                  </ns1:cubicBezTo>
                  <ns1:lnTo>
                    <ns1:pt x="34658" y="1200754"/>
                  </ns1:lnTo>
                  <ns1:cubicBezTo>
                    <ns1:pt x="25466" y="1200754"/>
                    <ns1:pt x="16651" y="1197103"/>
                    <ns1:pt x="10151" y="1190603"/>
                  </ns1:cubicBezTo>
                  <ns1:cubicBezTo>
                    <ns1:pt x="3652" y="1184103"/>
                    <ns1:pt x="0" y="1175288"/>
                    <ns1:pt x="0" y="1166096"/>
                  </ns1:cubicBezTo>
                  <ns1:lnTo>
                    <ns1:pt x="0" y="34658"/>
                  </ns1:lnTo>
                  <ns1:cubicBezTo>
                    <ns1:pt x="0" y="15517"/>
                    <ns1:pt x="15517" y="0"/>
                    <ns1:pt x="34658" y="0"/>
                  </ns1:cubicBezTo>
                  <ns1:close/>
                </ns1:path>
              </ns1:pathLst>
            </ns1:custGeom>
            <ns1:solidFill>
              <ns1:srgbClr val="75D6D0"/>
            </ns1:solidFill>
          </ns0:spPr>
        </ns0:sp>
        <ns0:sp>
          <ns0:nvSpPr>
            <ns0:cNvPr name="TextBox 6" id="6"/>
            <ns0:cNvSpPr txBox="true"/>
            <ns0:nvPr/>
          </ns0:nvSpPr>
          <ns0:spPr>
            <ns1:xfrm>
              <ns1:off x="0" y="-57150"/>
              <ns1:ext cx="3000431" cy="1257904"/>
            </ns1:xfrm>
            <ns1:prstGeom prst="rect">
              <ns1:avLst/>
            </ns1:prstGeom>
          </ns0:spPr>
          <ns0:txBody>
            <ns1:bodyPr anchor="ctr" rtlCol="false" tIns="50800" lIns="50800" bIns="50800" rIns="50800"/>
            <ns1:lstStyle/>
            <ns1:p>
              <ns1:pPr algn="ctr">
                <ns1:lnSpc>
                  <ns1:spcPts val="2659"/>
                </ns1:lnSpc>
              </ns1:pPr>
            </ns1:p>
          </ns0:txBody>
        </ns0:sp>
      </ns0:grpSp>
      <ns0:sp>
        <ns0:nvSpPr>
          <ns0:cNvPr name="Freeform 7" id="7"/>
          <ns0:cNvSpPr/>
          <ns0:nvPr/>
        </ns0:nvSpPr>
        <ns0:spPr>
          <ns1:xfrm flipH="false" flipV="false" rot="0">
            <ns1:off x="12467920" y="4292185"/>
            <ns1:ext cx="6268343" cy="5994815"/>
          </ns1:xfrm>
          <ns1:custGeom>
            <ns1:avLst/>
            <ns1:gdLst/>
            <ns1:ahLst/>
            <ns1:cxnLst/>
            <ns1:rect r="r" b="b" t="t" l="l"/>
            <ns1:pathLst>
              <ns1:path h="5994815" w="6268343">
                <ns1:moveTo>
                  <ns1:pt x="0" y="0"/>
                </ns1:moveTo>
                <ns1:lnTo>
                  <ns1:pt x="6268343" y="0"/>
                </ns1:lnTo>
                <ns1:lnTo>
                  <ns1:pt x="6268343" y="5994815"/>
                </ns1:lnTo>
                <ns1:lnTo>
                  <ns1:pt x="0" y="5994815"/>
                </ns1:lnTo>
                <ns1:lnTo>
                  <ns1:pt x="0" y="0"/>
                </ns1:lnTo>
                <ns1:close/>
              </ns1:path>
            </ns1:pathLst>
          </ns1:custGeom>
          <ns1:blipFill>
            <ns1:blip ns2:embed="rId6">
              <ns1:extLst>
                <ns1:ext uri="{96DAC541-7B7A-43D3-8B79-37D633B846F1}">
                  <ns3:svgBlip ns2:embed="rId7"/>
                </ns1:ext>
              </ns1:extLst>
            </ns1:blip>
            <ns1:stretch>
              <ns1:fillRect l="0" t="0" r="0" b="0"/>
            </ns1:stretch>
          </ns1:blipFill>
        </ns0:spPr>
      </ns0:sp>
      <ns0:sp>
        <ns0:nvSpPr>
          <ns0:cNvPr name="Freeform 8" id="8"/>
          <ns0:cNvSpPr/>
          <ns0:nvPr/>
        </ns0:nvSpPr>
        <ns0:spPr>
          <ns1:xfrm flipH="true" flipV="false" rot="0">
            <ns1:off x="-540620" y="7378285"/>
            <ns1:ext cx="4520206" cy="3303860"/>
          </ns1:xfrm>
          <ns1:custGeom>
            <ns1:avLst/>
            <ns1:gdLst/>
            <ns1:ahLst/>
            <ns1:cxnLst/>
            <ns1:rect r="r" b="b" t="t" l="l"/>
            <ns1:pathLst>
              <ns1:path h="3303860" w="4520206">
                <ns1:moveTo>
                  <ns1:pt x="4520206" y="0"/>
                </ns1:moveTo>
                <ns1:lnTo>
                  <ns1:pt x="0" y="0"/>
                </ns1:lnTo>
                <ns1:lnTo>
                  <ns1:pt x="0" y="3303859"/>
                </ns1:lnTo>
                <ns1:lnTo>
                  <ns1:pt x="4520206" y="3303859"/>
                </ns1:lnTo>
                <ns1:lnTo>
                  <ns1:pt x="4520206" y="0"/>
                </ns1:lnTo>
                <ns1:close/>
              </ns1:path>
            </ns1:pathLst>
          </ns1:custGeom>
          <ns1:blipFill>
            <ns1:blip ns2:embed="rId8">
              <ns1:extLst>
                <ns1:ext uri="{96DAC541-7B7A-43D3-8B79-37D633B846F1}">
                  <ns3:svgBlip ns2:embed="rId9"/>
                </ns1:ext>
              </ns1:extLst>
            </ns1:blip>
            <ns1:stretch>
              <ns1:fillRect l="0" t="0" r="0" b="0"/>
            </ns1:stretch>
          </ns1:blipFill>
        </ns0:spPr>
      </ns0:sp>
      <ns0:sp>
        <ns0:nvSpPr>
          <ns0:cNvPr name="TextBox 9" id="9"/>
          <ns0:cNvSpPr txBox="true"/>
          <ns0:nvPr/>
        </ns0:nvSpPr>
        <ns0:spPr>
          <ns1:xfrm rot="0">
            <ns1:off x="4296196" y="4847950"/>
            <ns1:ext cx="9695608" cy="1403350"/>
          </ns1:xfrm>
          <ns1:prstGeom prst="rect">
            <ns1:avLst/>
          </ns1:prstGeom>
        </ns0:spPr>
        <ns0:txBody>
          <ns1:bodyPr anchor="t" rtlCol="false" tIns="0" lIns="0" bIns="0" rIns="0">
            <ns1:spAutoFit/>
          </ns1:bodyPr>
          <ns1:lstStyle/>
          <ns1:p>
            <ns1:pPr algn="ctr" marL="0" indent="0" lvl="1">
              <ns1:lnSpc>
                <ns1:spcPts val="10699"/>
              </ns1:lnSpc>
              <ns1:spcBef>
                <ns1:spcPct val="0"/>
              </ns1:spcBef>
            </ns1:pPr>
            <ns1:r>
              <ns1:rPr lang="en-US" sz="9999">
                <ns1:solidFill>
                  <ns1:srgbClr val="FB5A48"/>
                </ns1:solidFill>
                <ns1:latin typeface="TT Milks Casual Pie Base"/>
                <ns1:ea typeface="TT Milks Casual Pie Base"/>
                <ns1:cs typeface="TT Milks Casual Pie Base"/>
                <ns1:sym typeface="TT Milks Casual Pie Base"/>
              </ns1:rPr>
              <ns1:t/>
            </ns1:r>
          </ns1:p>
        </ns0:txBody>
      </ns0:sp>
      <ns0:sp>
        <ns0:nvSpPr>
          <ns0:cNvPr name="TextBox 10" id="10"/>
          <ns0:cNvSpPr txBox="true"/>
          <ns0:nvPr/>
        </ns0:nvSpPr>
        <ns0:spPr>
          <ns1:xfrm rot="0">
            <ns1:off x="5255160" y="904875"/>
            <ns1:ext cx="7777680" cy="876300"/>
          </ns1:xfrm>
          <ns1:prstGeom prst="rect">
            <ns1:avLst/>
          </ns1:prstGeom>
        </ns0:spPr>
        <ns0:txBody>
          <ns1:bodyPr anchor="t" rtlCol="false" tIns="0" lIns="0" bIns="0" rIns="0">
            <ns1:spAutoFit/>
          </ns1:bodyPr>
          <ns1:lstStyle/>
          <ns1:p>
            <ns1:pPr algn="ctr" marL="0" indent="0" lvl="0">
              <ns1:lnSpc>
                <ns1:spcPts val="5959"/>
              </ns1:lnSpc>
              <ns1:spcBef>
                <ns1:spcPct val="0"/>
              </ns1:spcBef>
            </ns1:pPr>
            <ns1:r>
              <ns1:rPr lang="en-US" sz="4966">
                <ns1:solidFill>
                  <ns1:srgbClr val="FFFFFF"/>
                </ns1:solidFill>
                <ns1:latin typeface="Jua"/>
                <ns1:ea typeface="Jua"/>
                <ns1:cs typeface="Jua"/>
                <ns1:sym typeface="Jua"/>
              </ns1:rPr>
              <ns1:t/>
            </ns1:r>
          </ns1:p>
        </ns0:txBody>
      </ns0:sp>
      <ns0:sp>
        <ns0:nvSpPr>
          <ns0:cNvPr name="Freeform 11" id="11"/>
          <ns0:cNvSpPr/>
          <ns0:nvPr/>
        </ns0:nvSpPr>
        <ns0:spPr>
          <ns1:xfrm flipH="false" flipV="false" rot="0">
            <ns1:off x="11811506" y="-7616865"/>
            <ns1:ext cx="11602585" cy="11409423"/>
          </ns1:xfrm>
          <ns1:custGeom>
            <ns1:avLst/>
            <ns1:gdLst/>
            <ns1:ahLst/>
            <ns1:cxnLst/>
            <ns1:rect r="r" b="b" t="t" l="l"/>
            <ns1:pathLst>
              <ns1:path h="11409423" w="11602585">
                <ns1:moveTo>
                  <ns1:pt x="0" y="0"/>
                </ns1:moveTo>
                <ns1:lnTo>
                  <ns1:pt x="11602585" y="0"/>
                </ns1:lnTo>
                <ns1:lnTo>
                  <ns1:pt x="11602585" y="11409423"/>
                </ns1:lnTo>
                <ns1:lnTo>
                  <ns1:pt x="0" y="11409423"/>
                </ns1:lnTo>
                <ns1:lnTo>
                  <ns1:pt x="0" y="0"/>
                </ns1:lnTo>
                <ns1:close/>
              </ns1:path>
            </ns1:pathLst>
          </ns1:custGeom>
          <ns1:blipFill>
            <ns1:blip ns2:embed="rId10">
              <ns1:extLst>
                <ns1:ext uri="{96DAC541-7B7A-43D3-8B79-37D633B846F1}">
                  <ns3:svgBlip ns2:embed="rId11"/>
                </ns1:ext>
              </ns1:extLst>
            </ns1:blip>
            <ns1:stretch>
              <ns1:fillRect l="0" t="0" r="0" b="0"/>
            </ns1:stretch>
          </ns1:blipFill>
        </ns0:spPr>
      </ns0:sp>
      <ns0:sp>
        <ns0:nvSpPr>
          <ns0:cNvPr name="Freeform 12" id="12"/>
          <ns0:cNvSpPr/>
          <ns0:nvPr/>
        </ns0:nvSpPr>
        <ns0:spPr>
          <ns1:xfrm flipH="false" flipV="false" rot="0">
            <ns1:off x="1031775" y="1497784"/>
            <ns1:ext cx="2725668" cy="555045"/>
          </ns1:xfrm>
          <ns1:custGeom>
            <ns1:avLst/>
            <ns1:gdLst/>
            <ns1:ahLst/>
            <ns1:cxnLst/>
            <ns1:rect r="r" b="b" t="t" l="l"/>
            <ns1:pathLst>
              <ns1:path h="555045" w="2725668">
                <ns1:moveTo>
                  <ns1:pt x="0" y="0"/>
                </ns1:moveTo>
                <ns1:lnTo>
                  <ns1:pt x="2725668" y="0"/>
                </ns1:lnTo>
                <ns1:lnTo>
                  <ns1:pt x="2725668" y="555045"/>
                </ns1:lnTo>
                <ns1:lnTo>
                  <ns1:pt x="0" y="555045"/>
                </ns1:lnTo>
                <ns1:lnTo>
                  <ns1:pt x="0" y="0"/>
                </ns1:lnTo>
                <ns1:close/>
              </ns1:path>
            </ns1:pathLst>
          </ns1:custGeom>
          <ns1:blipFill>
            <ns1:blip ns2:embed="rId12">
              <ns1:extLst>
                <ns1:ext uri="{96DAC541-7B7A-43D3-8B79-37D633B846F1}">
                  <ns3:svgBlip ns2:embed="rId13"/>
                </ns1:ext>
              </ns1:extLst>
            </ns1:blip>
            <ns1:stretch>
              <ns1:fillRect l="0" t="0" r="0" b="0"/>
            </ns1:stretch>
          </ns1:blipFill>
        </ns0:spPr>
      </ns0:sp>
      <ns0:sp>
        <ns0:nvSpPr>
          <ns0:cNvPr name="Freeform 13" id="13"/>
          <ns0:cNvSpPr/>
          <ns0:nvPr/>
        </ns0:nvSpPr>
        <ns0:spPr>
          <ns1:xfrm flipH="false" flipV="false" rot="0">
            <ns1:off x="9144000" y="8752692"/>
            <ns1:ext cx="2725668" cy="555045"/>
          </ns1:xfrm>
          <ns1:custGeom>
            <ns1:avLst/>
            <ns1:gdLst/>
            <ns1:ahLst/>
            <ns1:cxnLst/>
            <ns1:rect r="r" b="b" t="t" l="l"/>
            <ns1:pathLst>
              <ns1:path h="555045" w="2725668">
                <ns1:moveTo>
                  <ns1:pt x="0" y="0"/>
                </ns1:moveTo>
                <ns1:lnTo>
                  <ns1:pt x="2725668" y="0"/>
                </ns1:lnTo>
                <ns1:lnTo>
                  <ns1:pt x="2725668" y="555045"/>
                </ns1:lnTo>
                <ns1:lnTo>
                  <ns1:pt x="0" y="555045"/>
                </ns1:lnTo>
                <ns1:lnTo>
                  <ns1:pt x="0" y="0"/>
                </ns1:lnTo>
                <ns1:close/>
              </ns1:path>
            </ns1:pathLst>
          </ns1:custGeom>
          <ns1:blipFill>
            <ns1:blip ns2:embed="rId14">
              <ns1:extLst>
                <ns1:ext uri="{96DAC541-7B7A-43D3-8B79-37D633B846F1}">
                  <ns3:svgBlip ns2:embed="rId15"/>
                </ns1:ext>
              </ns1:extLst>
            </ns1:blip>
            <ns1:stretch>
              <ns1:fillRect l="0" t="0" r="0" b="0"/>
            </ns1:stretch>
          </ns1:blipFill>
        </ns0:spPr>
      </ns0:sp>
      <ns0:sp>
        <ns0:nvSpPr>
          <ns0:cNvPr name="Freeform 14" id="14"/>
          <ns0:cNvSpPr/>
          <ns0:nvPr/>
        </ns0:nvSpPr>
        <ns0:spPr>
          <ns1:xfrm flipH="false" flipV="false" rot="869875">
            <ns1:off x="15520114" y="1778113"/>
            <ns1:ext cx="904022" cy="595626"/>
          </ns1:xfrm>
          <ns1:custGeom>
            <ns1:avLst/>
            <ns1:gdLst/>
            <ns1:ahLst/>
            <ns1:cxnLst/>
            <ns1:rect r="r" b="b" t="t" l="l"/>
            <ns1:pathLst>
              <ns1:path h="595626" w="904022">
                <ns1:moveTo>
                  <ns1:pt x="0" y="0"/>
                </ns1:moveTo>
                <ns1:lnTo>
                  <ns1:pt x="904021" y="0"/>
                </ns1:lnTo>
                <ns1:lnTo>
                  <ns1:pt x="904021" y="595626"/>
                </ns1:lnTo>
                <ns1:lnTo>
                  <ns1:pt x="0" y="595626"/>
                </ns1:lnTo>
                <ns1:lnTo>
                  <ns1:pt x="0" y="0"/>
                </ns1:lnTo>
                <ns1:close/>
              </ns1:path>
            </ns1:pathLst>
          </ns1:custGeom>
          <ns1:blipFill>
            <ns1:blip ns2:embed="rId16">
              <ns1:extLst>
                <ns1:ext uri="{96DAC541-7B7A-43D3-8B79-37D633B846F1}">
                  <ns3:svgBlip ns2:embed="rId17"/>
                </ns1:ext>
              </ns1:extLst>
            </ns1:blip>
            <ns1:stretch>
              <ns1:fillRect l="0" t="0" r="0" b="0"/>
            </ns1:stretch>
          </ns1:blipFill>
          <ns1:ln cap="sq">
            <ns1:noFill/>
            <ns1:prstDash val="solid"/>
            <ns1:miter/>
          </ns1:ln>
        </ns0:spPr>
      </ns0:sp>
      <ns0:sp>
        <ns0:nvSpPr>
          <ns0:cNvPr name="Freeform 15" id="15"/>
          <ns0:cNvSpPr/>
          <ns0:nvPr/>
        </ns0:nvSpPr>
        <ns0:spPr>
          <ns1:xfrm flipH="false" flipV="false" rot="-2699999">
            <ns1:off x="1091938" y="5551998"/>
            <ns1:ext cx="904022" cy="595626"/>
          </ns1:xfrm>
          <ns1:custGeom>
            <ns1:avLst/>
            <ns1:gdLst/>
            <ns1:ahLst/>
            <ns1:cxnLst/>
            <ns1:rect r="r" b="b" t="t" l="l"/>
            <ns1:pathLst>
              <ns1:path h="595626" w="904022">
                <ns1:moveTo>
                  <ns1:pt x="0" y="0"/>
                </ns1:moveTo>
                <ns1:lnTo>
                  <ns1:pt x="904022" y="0"/>
                </ns1:lnTo>
                <ns1:lnTo>
                  <ns1:pt x="904022" y="595626"/>
                </ns1:lnTo>
                <ns1:lnTo>
                  <ns1:pt x="0" y="595626"/>
                </ns1:lnTo>
                <ns1:lnTo>
                  <ns1:pt x="0" y="0"/>
                </ns1:lnTo>
                <ns1:close/>
              </ns1:path>
            </ns1:pathLst>
          </ns1:custGeom>
          <ns1:blipFill>
            <ns1:blip ns2:embed="rId18">
              <ns1:extLst>
                <ns1:ext uri="{96DAC541-7B7A-43D3-8B79-37D633B846F1}">
                  <ns3:svgBlip ns2:embed="rId19"/>
                </ns1:ext>
              </ns1:extLst>
            </ns1:blip>
            <ns1:stretch>
              <ns1:fillRect l="0" t="0" r="0" b="0"/>
            </ns1:stretch>
          </ns1:blipFill>
          <ns1:ln cap="sq">
            <ns1:noFill/>
            <ns1:prstDash val="solid"/>
            <ns1:miter/>
          </ns1:ln>
        </ns0:spPr>
      </ns0:sp>
    </ns0:spTree>
  </ns0:cSld>
  <ns0:clrMapOvr>
    <ns1:masterClrMapping/>
  </ns0:clrMapOvr>
</ns0:sldLayout>
</file>

<file path=ppt/slideLayouts/slideLayout19.xml><?xml version="1.0" encoding="utf-8"?>
<ns0:sldLayout xmlns:ns0="http://schemas.openxmlformats.org/presentationml/2006/main" xmlns:ns1="http://schemas.openxmlformats.org/drawingml/2006/main" xmlns:ns2="http://schemas.openxmlformats.org/officeDocument/2006/relationships" xmlns:ns3="http://schemas.microsoft.com/office/drawing/2016/SVG/main" type="blank" preserve="1">
  <ns0:cSld name="版型9"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name="Freeform 2" id="2"/>
          <ns0:cNvSpPr/>
          <ns0:nvPr/>
        </ns0:nvSpPr>
        <ns0:spPr>
          <ns1:xfrm flipH="false" flipV="false" rot="0">
            <ns1:off x="-3616365" y="-7616865"/>
            <ns1:ext cx="25520731" cy="25520731"/>
          </ns1:xfrm>
          <ns1:custGeom>
            <ns1:avLst/>
            <ns1:gdLst/>
            <ns1:ahLst/>
            <ns1:cxnLst/>
            <ns1:rect r="r" b="b" t="t" l="l"/>
            <ns1:pathLst>
              <ns1:path h="25520731" w="25520731">
                <ns1:moveTo>
                  <ns1:pt x="0" y="0"/>
                </ns1:moveTo>
                <ns1:lnTo>
                  <ns1:pt x="25520730" y="0"/>
                </ns1:lnTo>
                <ns1:lnTo>
                  <ns1:pt x="25520730" y="25520730"/>
                </ns1:lnTo>
                <ns1:lnTo>
                  <ns1:pt x="0" y="25520730"/>
                </ns1:lnTo>
                <ns1:lnTo>
                  <ns1:pt x="0" y="0"/>
                </ns1:lnTo>
                <ns1:close/>
              </ns1:path>
            </ns1:pathLst>
          </ns1:custGeom>
          <ns1:blipFill>
            <ns1:blip ns2:embed="rId2">
              <ns1:alphaModFix amt="3000"/>
              <ns1:extLst>
                <ns1:ext uri="{96DAC541-7B7A-43D3-8B79-37D633B846F1}">
                  <ns3:svgBlip ns2:embed="rId3"/>
                </ns1:ext>
              </ns1:extLst>
            </ns1:blip>
            <ns1:stretch>
              <ns1:fillRect l="0" t="0" r="0" b="0"/>
            </ns1:stretch>
          </ns1:blipFill>
          <ns1:ln cap="sq">
            <ns1:noFill/>
            <ns1:prstDash val="solid"/>
            <ns1:miter/>
          </ns1:ln>
        </ns0:spPr>
      </ns0:sp>
      <ns0:sp>
        <ns0:nvSpPr>
          <ns0:cNvPr name="Freeform 3" id="3"/>
          <ns0:cNvSpPr/>
          <ns0:nvPr/>
        </ns0:nvSpPr>
        <ns0:spPr>
          <ns1:xfrm flipH="false" flipV="false" rot="0">
            <ns1:off x="13032840" y="4582288"/>
            <ns1:ext cx="11602585" cy="11409423"/>
          </ns1:xfrm>
          <ns1:custGeom>
            <ns1:avLst/>
            <ns1:gdLst/>
            <ns1:ahLst/>
            <ns1:cxnLst/>
            <ns1:rect r="r" b="b" t="t" l="l"/>
            <ns1:pathLst>
              <ns1:path h="11409423" w="11602585">
                <ns1:moveTo>
                  <ns1:pt x="0" y="0"/>
                </ns1:moveTo>
                <ns1:lnTo>
                  <ns1:pt x="11602585" y="0"/>
                </ns1:lnTo>
                <ns1:lnTo>
                  <ns1:pt x="11602585" y="11409424"/>
                </ns1:lnTo>
                <ns1:lnTo>
                  <ns1:pt x="0" y="11409424"/>
                </ns1:lnTo>
                <ns1:lnTo>
                  <ns1:pt x="0" y="0"/>
                </ns1:lnTo>
                <ns1:close/>
              </ns1:path>
            </ns1:pathLst>
          </ns1:custGeom>
          <ns1:blipFill>
            <ns1:blip ns2:embed="rId4">
              <ns1:extLst>
                <ns1:ext uri="{96DAC541-7B7A-43D3-8B79-37D633B846F1}">
                  <ns3:svgBlip ns2:embed="rId5"/>
                </ns1:ext>
              </ns1:extLst>
            </ns1:blip>
            <ns1:stretch>
              <ns1:fillRect l="0" t="0" r="0" b="0"/>
            </ns1:stretch>
          </ns1:blipFill>
        </ns0:spPr>
      </ns0:sp>
      <ns0:grpSp>
        <ns0:nvGrpSpPr>
          <ns0:cNvPr name="Group 4" id="4"/>
          <ns0:cNvGrpSpPr/>
          <ns0:nvPr/>
        </ns0:nvGrpSpPr>
        <ns0:grpSpPr>
          <ns1:xfrm rot="0">
            <ns1:off x="5935334" y="2238769"/>
            <ns1:ext cx="6417332" cy="6417332"/>
            <ns1:chOff x="0" y="0"/>
            <ns1:chExt cx="812800" cy="812800"/>
          </ns1:xfrm>
        </ns0:grpSpPr>
        <ns0:sp>
          <ns0:nvSpPr>
            <ns0:cNvPr name="Freeform 5" id="5"/>
            <ns0:cNvSpPr/>
            <ns0:nvPr/>
          </ns0:nvSpPr>
          <ns0:spPr>
            <ns1:xfrm flipH="false" flipV="false" rot="0">
              <ns1:off x="0" y="0"/>
              <ns1:ext cx="812800" cy="812800"/>
            </ns1:xfrm>
            <ns1:custGeom>
              <ns1:avLst/>
              <ns1:gdLst/>
              <ns1:ahLst/>
              <ns1:cxnLst/>
              <ns1:rect r="r" b="b" t="t" l="l"/>
              <ns1:pathLst>
                <ns1:path h="812800" w="812800">
                  <ns1:moveTo>
                    <ns1:pt x="406400" y="0"/>
                  </ns1:moveTo>
                  <ns1:cubicBezTo>
                    <ns1:pt x="181951" y="0"/>
                    <ns1:pt x="0" y="181951"/>
                    <ns1:pt x="0" y="406400"/>
                  </ns1:cubicBezTo>
                  <ns1:cubicBezTo>
                    <ns1:pt x="0" y="630849"/>
                    <ns1:pt x="181951" y="812800"/>
                    <ns1:pt x="406400" y="812800"/>
                  </ns1:cubicBezTo>
                  <ns1:cubicBezTo>
                    <ns1:pt x="630849" y="812800"/>
                    <ns1:pt x="812800" y="630849"/>
                    <ns1:pt x="812800" y="406400"/>
                  </ns1:cubicBezTo>
                  <ns1:cubicBezTo>
                    <ns1:pt x="812800" y="181951"/>
                    <ns1:pt x="630849" y="0"/>
                    <ns1:pt x="406400" y="0"/>
                  </ns1:cubicBezTo>
                  <ns1:close/>
                </ns1:path>
              </ns1:pathLst>
            </ns1:custGeom>
            <ns1:blipFill>
              <ns1:blip ns2:embed="rId6"/>
              <ns1:stretch>
                <ns1:fillRect l="0" t="-48894" r="0" b="-1199"/>
              </ns1:stretch>
            </ns1:blipFill>
          </ns0:spPr>
        </ns0:sp>
      </ns0:grpSp>
      <ns0:sp>
        <ns0:nvSpPr>
          <ns0:cNvPr name="TextBox 6" id="6"/>
          <ns0:cNvSpPr txBox="true"/>
          <ns0:nvPr/>
        </ns0:nvSpPr>
        <ns0:spPr>
          <ns1:xfrm rot="0">
            <ns1:off x="5255160" y="7779801"/>
            <ns1:ext cx="7777680" cy="876300"/>
          </ns1:xfrm>
          <ns1:prstGeom prst="rect">
            <ns1:avLst/>
          </ns1:prstGeom>
        </ns0:spPr>
        <ns0:txBody>
          <ns1:bodyPr anchor="t" rtlCol="false" tIns="0" lIns="0" bIns="0" rIns="0">
            <ns1:spAutoFit/>
          </ns1:bodyPr>
          <ns1:lstStyle/>
          <ns1:p>
            <ns1:pPr algn="ctr" marL="0" indent="0" lvl="0">
              <ns1:lnSpc>
                <ns1:spcPts val="5959"/>
              </ns1:lnSpc>
              <ns1:spcBef>
                <ns1:spcPct val="0"/>
              </ns1:spcBef>
            </ns1:pPr>
            <ns1:r>
              <ns1:rPr lang="en-US" sz="4966">
                <ns1:solidFill>
                  <ns1:srgbClr val="FFFFFF"/>
                </ns1:solidFill>
                <ns1:latin typeface="Jua"/>
                <ns1:ea typeface="Jua"/>
                <ns1:cs typeface="Jua"/>
                <ns1:sym typeface="Jua"/>
              </ns1:rPr>
              <ns1:t/>
            </ns1:r>
          </ns1:p>
        </ns0:txBody>
      </ns0:sp>
      <ns0:sp>
        <ns0:nvSpPr>
          <ns0:cNvPr name="Freeform 7" id="7"/>
          <ns0:cNvSpPr/>
          <ns0:nvPr/>
        </ns0:nvSpPr>
        <ns0:spPr>
          <ns1:xfrm flipH="false" flipV="false" rot="0">
            <ns1:off x="377703" y="5598381"/>
            <ns1:ext cx="5557631" cy="4688619"/>
          </ns1:xfrm>
          <ns1:custGeom>
            <ns1:avLst/>
            <ns1:gdLst/>
            <ns1:ahLst/>
            <ns1:cxnLst/>
            <ns1:rect r="r" b="b" t="t" l="l"/>
            <ns1:pathLst>
              <ns1:path h="4688619" w="5557631">
                <ns1:moveTo>
                  <ns1:pt x="0" y="0"/>
                </ns1:moveTo>
                <ns1:lnTo>
                  <ns1:pt x="5557631" y="0"/>
                </ns1:lnTo>
                <ns1:lnTo>
                  <ns1:pt x="5557631" y="4688619"/>
                </ns1:lnTo>
                <ns1:lnTo>
                  <ns1:pt x="0" y="4688619"/>
                </ns1:lnTo>
                <ns1:lnTo>
                  <ns1:pt x="0" y="0"/>
                </ns1:lnTo>
                <ns1:close/>
              </ns1:path>
            </ns1:pathLst>
          </ns1:custGeom>
          <ns1:blipFill>
            <ns1:blip ns2:embed="rId7">
              <ns1:extLst>
                <ns1:ext uri="{96DAC541-7B7A-43D3-8B79-37D633B846F1}">
                  <ns3:svgBlip ns2:embed="rId8"/>
                </ns1:ext>
              </ns1:extLst>
            </ns1:blip>
            <ns1:stretch>
              <ns1:fillRect l="0" t="0" r="0" b="0"/>
            </ns1:stretch>
          </ns1:blipFill>
        </ns0:spPr>
      </ns0:sp>
      <ns0:sp>
        <ns0:nvSpPr>
          <ns0:cNvPr name="Freeform 8" id="8"/>
          <ns0:cNvSpPr/>
          <ns0:nvPr/>
        </ns0:nvSpPr>
        <ns0:spPr>
          <ns1:xfrm flipH="true" flipV="false" rot="0">
            <ns1:off x="13387428" y="5632714"/>
            <ns1:ext cx="4900572" cy="4704549"/>
          </ns1:xfrm>
          <ns1:custGeom>
            <ns1:avLst/>
            <ns1:gdLst/>
            <ns1:ahLst/>
            <ns1:cxnLst/>
            <ns1:rect r="r" b="b" t="t" l="l"/>
            <ns1:pathLst>
              <ns1:path h="4704549" w="4900572">
                <ns1:moveTo>
                  <ns1:pt x="4900572" y="0"/>
                </ns1:moveTo>
                <ns1:lnTo>
                  <ns1:pt x="0" y="0"/>
                </ns1:lnTo>
                <ns1:lnTo>
                  <ns1:pt x="0" y="4704550"/>
                </ns1:lnTo>
                <ns1:lnTo>
                  <ns1:pt x="4900572" y="4704550"/>
                </ns1:lnTo>
                <ns1:lnTo>
                  <ns1:pt x="4900572" y="0"/>
                </ns1:lnTo>
                <ns1:close/>
              </ns1:path>
            </ns1:pathLst>
          </ns1:custGeom>
          <ns1:blipFill>
            <ns1:blip ns2:embed="rId9">
              <ns1:extLst>
                <ns1:ext uri="{96DAC541-7B7A-43D3-8B79-37D633B846F1}">
                  <ns3:svgBlip ns2:embed="rId10"/>
                </ns1:ext>
              </ns1:extLst>
            </ns1:blip>
            <ns1:stretch>
              <ns1:fillRect l="0" t="0" r="0" b="0"/>
            </ns1:stretch>
          </ns1:blipFill>
        </ns0:spPr>
      </ns0:sp>
      <ns0:sp>
        <ns0:nvSpPr>
          <ns0:cNvPr name="TextBox 9" id="9"/>
          <ns0:cNvSpPr txBox="true"/>
          <ns0:nvPr/>
        </ns0:nvSpPr>
        <ns0:spPr>
          <ns1:xfrm rot="0">
            <ns1:off x="5530982" y="1726149"/>
            <ns1:ext cx="7226036" cy="2615762"/>
          </ns1:xfrm>
          <ns1:prstGeom prst="rect">
            <ns1:avLst/>
          </ns1:prstGeom>
        </ns0:spPr>
        <ns0:txBody>
          <ns1:bodyPr anchor="t" rtlCol="false" tIns="0" lIns="0" bIns="0" rIns="0">
            <ns1:spAutoFit/>
          </ns1:bodyPr>
          <ns1:lstStyle/>
          <ns1:p>
            <ns1:pPr algn="ctr" marL="0" indent="0" lvl="1">
              <ns1:lnSpc>
                <ns1:spcPts val="8341"/>
              </ns1:lnSpc>
              <ns1:spcBef>
                <ns1:spcPct val="0"/>
              </ns1:spcBef>
            </ns1:pPr>
            <ns1:r>
              <ns1:rPr lang="en-US" b="true" sz="7795" strike="noStrike" u="none">
                <ns1:solidFill>
                  <ns1:srgbClr val="FB5A48"/>
                </ns1:solidFill>
                <ns1:latin typeface="TT Milks Casual Pie Base"/>
                <ns1:ea typeface="TT Milks Casual Pie Base"/>
                <ns1:cs typeface="TT Milks Casual Pie Base"/>
                <ns1:sym typeface="TT Milks Casual Pie Base"/>
              </ns1:rPr>
              <ns1:t/>
            </ns1:r>
          </ns1:p>
        </ns0:txBody>
      </ns0:sp>
      <ns0:sp>
        <ns0:nvSpPr>
          <ns0:cNvPr name="Freeform 10" id="10"/>
          <ns0:cNvSpPr/>
          <ns0:nvPr/>
        </ns0:nvSpPr>
        <ns0:spPr>
          <ns1:xfrm flipH="false" flipV="false" rot="0">
            <ns1:off x="-5423589" y="-7616865"/>
            <ns1:ext cx="11602585" cy="11409423"/>
          </ns1:xfrm>
          <ns1:custGeom>
            <ns1:avLst/>
            <ns1:gdLst/>
            <ns1:ahLst/>
            <ns1:cxnLst/>
            <ns1:rect r="r" b="b" t="t" l="l"/>
            <ns1:pathLst>
              <ns1:path h="11409423" w="11602585">
                <ns1:moveTo>
                  <ns1:pt x="0" y="0"/>
                </ns1:moveTo>
                <ns1:lnTo>
                  <ns1:pt x="11602585" y="0"/>
                </ns1:lnTo>
                <ns1:lnTo>
                  <ns1:pt x="11602585" y="11409423"/>
                </ns1:lnTo>
                <ns1:lnTo>
                  <ns1:pt x="0" y="11409423"/>
                </ns1:lnTo>
                <ns1:lnTo>
                  <ns1:pt x="0" y="0"/>
                </ns1:lnTo>
                <ns1:close/>
              </ns1:path>
            </ns1:pathLst>
          </ns1:custGeom>
          <ns1:blipFill>
            <ns1:blip ns2:embed="rId11">
              <ns1:extLst>
                <ns1:ext uri="{96DAC541-7B7A-43D3-8B79-37D633B846F1}">
                  <ns3:svgBlip ns2:embed="rId12"/>
                </ns1:ext>
              </ns1:extLst>
            </ns1:blip>
            <ns1:stretch>
              <ns1:fillRect l="0" t="0" r="0" b="0"/>
            </ns1:stretch>
          </ns1:blipFill>
        </ns0:spPr>
      </ns0:sp>
      <ns0:sp>
        <ns0:nvSpPr>
          <ns0:cNvPr name="Freeform 11" id="11"/>
          <ns0:cNvSpPr/>
          <ns0:nvPr/>
        </ns0:nvSpPr>
        <ns0:spPr>
          <ns1:xfrm flipH="false" flipV="false" rot="0">
            <ns1:off x="14239258" y="2071827"/>
            <ns1:ext cx="2725668" cy="555045"/>
          </ns1:xfrm>
          <ns1:custGeom>
            <ns1:avLst/>
            <ns1:gdLst/>
            <ns1:ahLst/>
            <ns1:cxnLst/>
            <ns1:rect r="r" b="b" t="t" l="l"/>
            <ns1:pathLst>
              <ns1:path h="555045" w="2725668">
                <ns1:moveTo>
                  <ns1:pt x="0" y="0"/>
                </ns1:moveTo>
                <ns1:lnTo>
                  <ns1:pt x="2725667" y="0"/>
                </ns1:lnTo>
                <ns1:lnTo>
                  <ns1:pt x="2725667" y="555045"/>
                </ns1:lnTo>
                <ns1:lnTo>
                  <ns1:pt x="0" y="555045"/>
                </ns1:lnTo>
                <ns1:lnTo>
                  <ns1:pt x="0" y="0"/>
                </ns1:lnTo>
                <ns1:close/>
              </ns1:path>
            </ns1:pathLst>
          </ns1:custGeom>
          <ns1:blipFill>
            <ns1:blip ns2:embed="rId13">
              <ns1:extLst>
                <ns1:ext uri="{96DAC541-7B7A-43D3-8B79-37D633B846F1}">
                  <ns3:svgBlip ns2:embed="rId14"/>
                </ns1:ext>
              </ns1:extLst>
            </ns1:blip>
            <ns1:stretch>
              <ns1:fillRect l="0" t="0" r="0" b="0"/>
            </ns1:stretch>
          </ns1:blipFill>
        </ns0:spPr>
      </ns0:sp>
      <ns0:sp>
        <ns0:nvSpPr>
          <ns0:cNvPr name="Freeform 12" id="12"/>
          <ns0:cNvSpPr/>
          <ns0:nvPr/>
        </ns0:nvSpPr>
        <ns0:spPr>
          <ns1:xfrm flipH="false" flipV="false" rot="0">
            <ns1:off x="1028700" y="2071827"/>
            <ns1:ext cx="2725668" cy="555045"/>
          </ns1:xfrm>
          <ns1:custGeom>
            <ns1:avLst/>
            <ns1:gdLst/>
            <ns1:ahLst/>
            <ns1:cxnLst/>
            <ns1:rect r="r" b="b" t="t" l="l"/>
            <ns1:pathLst>
              <ns1:path h="555045" w="2725668">
                <ns1:moveTo>
                  <ns1:pt x="0" y="0"/>
                </ns1:moveTo>
                <ns1:lnTo>
                  <ns1:pt x="2725668" y="0"/>
                </ns1:lnTo>
                <ns1:lnTo>
                  <ns1:pt x="2725668" y="555045"/>
                </ns1:lnTo>
                <ns1:lnTo>
                  <ns1:pt x="0" y="555045"/>
                </ns1:lnTo>
                <ns1:lnTo>
                  <ns1:pt x="0" y="0"/>
                </ns1:lnTo>
                <ns1:close/>
              </ns1:path>
            </ns1:pathLst>
          </ns1:custGeom>
          <ns1:blipFill>
            <ns1:blip ns2:embed="rId15">
              <ns1:extLst>
                <ns1:ext uri="{96DAC541-7B7A-43D3-8B79-37D633B846F1}">
                  <ns3:svgBlip ns2:embed="rId16"/>
                </ns1:ext>
              </ns1:extLst>
            </ns1:blip>
            <ns1:stretch>
              <ns1:fillRect l="0" t="0" r="0" b="0"/>
            </ns1:stretch>
          </ns1:blipFill>
        </ns0:spPr>
      </ns0:sp>
      <ns0:sp>
        <ns0:nvSpPr>
          <ns0:cNvPr name="Freeform 13" id="13"/>
          <ns0:cNvSpPr/>
          <ns0:nvPr/>
        </ns0:nvSpPr>
        <ns0:spPr>
          <ns1:xfrm flipH="false" flipV="false" rot="-2699999">
            <ns1:off x="11889700" y="8657354"/>
            <ns1:ext cx="904022" cy="595626"/>
          </ns1:xfrm>
          <ns1:custGeom>
            <ns1:avLst/>
            <ns1:gdLst/>
            <ns1:ahLst/>
            <ns1:cxnLst/>
            <ns1:rect r="r" b="b" t="t" l="l"/>
            <ns1:pathLst>
              <ns1:path h="595626" w="904022">
                <ns1:moveTo>
                  <ns1:pt x="0" y="0"/>
                </ns1:moveTo>
                <ns1:lnTo>
                  <ns1:pt x="904022" y="0"/>
                </ns1:lnTo>
                <ns1:lnTo>
                  <ns1:pt x="904022" y="595626"/>
                </ns1:lnTo>
                <ns1:lnTo>
                  <ns1:pt x="0" y="595626"/>
                </ns1:lnTo>
                <ns1:lnTo>
                  <ns1:pt x="0" y="0"/>
                </ns1:lnTo>
                <ns1:close/>
              </ns1:path>
            </ns1:pathLst>
          </ns1:custGeom>
          <ns1:blipFill>
            <ns1:blip ns2:embed="rId17">
              <ns1:extLst>
                <ns1:ext uri="{96DAC541-7B7A-43D3-8B79-37D633B846F1}">
                  <ns3:svgBlip ns2:embed="rId18"/>
                </ns1:ext>
              </ns1:extLst>
            </ns1:blip>
            <ns1:stretch>
              <ns1:fillRect l="0" t="0" r="0" b="0"/>
            </ns1:stretch>
          </ns1:blipFill>
          <ns1:ln cap="sq">
            <ns1:noFill/>
            <ns1:prstDash val="solid"/>
            <ns1:miter/>
          </ns1:ln>
        </ns0:spPr>
      </ns0:sp>
    </ns0:spTree>
  </ns0:cSld>
  <ns0:clrMapOvr>
    <ns1:masterClrMapping/>
  </ns0:clrMapOvr>
</ns0:sldLayout>
</file>

<file path=ppt/slideLayouts/slideLayout20.xml><?xml version="1.0" encoding="utf-8"?>
<ns0:sldLayout xmlns:ns0="http://schemas.openxmlformats.org/presentationml/2006/main" xmlns:ns1="http://schemas.openxmlformats.org/drawingml/2006/main" xmlns:ns2="http://schemas.openxmlformats.org/officeDocument/2006/relationships" xmlns:ns3="http://schemas.microsoft.com/office/drawing/2016/SVG/main" type="blank" preserve="1">
  <ns0:cSld name="版型10"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name="Freeform 2" id="2"/>
          <ns0:cNvSpPr/>
          <ns0:nvPr/>
        </ns0:nvSpPr>
        <ns0:spPr>
          <ns1:xfrm flipH="false" flipV="false" rot="0">
            <ns1:off x="-3616365" y="-7616865"/>
            <ns1:ext cx="25520731" cy="25520731"/>
          </ns1:xfrm>
          <ns1:custGeom>
            <ns1:avLst/>
            <ns1:gdLst/>
            <ns1:ahLst/>
            <ns1:cxnLst/>
            <ns1:rect r="r" b="b" t="t" l="l"/>
            <ns1:pathLst>
              <ns1:path h="25520731" w="25520731">
                <ns1:moveTo>
                  <ns1:pt x="0" y="0"/>
                </ns1:moveTo>
                <ns1:lnTo>
                  <ns1:pt x="25520730" y="0"/>
                </ns1:lnTo>
                <ns1:lnTo>
                  <ns1:pt x="25520730" y="25520730"/>
                </ns1:lnTo>
                <ns1:lnTo>
                  <ns1:pt x="0" y="25520730"/>
                </ns1:lnTo>
                <ns1:lnTo>
                  <ns1:pt x="0" y="0"/>
                </ns1:lnTo>
                <ns1:close/>
              </ns1:path>
            </ns1:pathLst>
          </ns1:custGeom>
          <ns1:blipFill>
            <ns1:blip ns2:embed="rId2">
              <ns1:alphaModFix amt="3000"/>
              <ns1:extLst>
                <ns1:ext uri="{96DAC541-7B7A-43D3-8B79-37D633B846F1}">
                  <ns3:svgBlip ns2:embed="rId3"/>
                </ns1:ext>
              </ns1:extLst>
            </ns1:blip>
            <ns1:stretch>
              <ns1:fillRect l="0" t="0" r="0" b="0"/>
            </ns1:stretch>
          </ns1:blipFill>
          <ns1:ln cap="sq">
            <ns1:noFill/>
            <ns1:prstDash val="solid"/>
            <ns1:miter/>
          </ns1:ln>
        </ns0:spPr>
      </ns0:sp>
      <ns0:sp>
        <ns0:nvSpPr>
          <ns0:cNvPr name="Freeform 3" id="3"/>
          <ns0:cNvSpPr/>
          <ns0:nvPr/>
        </ns0:nvSpPr>
        <ns0:spPr>
          <ns1:xfrm flipH="false" flipV="false" rot="0">
            <ns1:off x="3859218" y="-106600"/>
            <ns1:ext cx="10569564" cy="10393600"/>
          </ns1:xfrm>
          <ns1:custGeom>
            <ns1:avLst/>
            <ns1:gdLst/>
            <ns1:ahLst/>
            <ns1:cxnLst/>
            <ns1:rect r="r" b="b" t="t" l="l"/>
            <ns1:pathLst>
              <ns1:path h="10393600" w="10569564">
                <ns1:moveTo>
                  <ns1:pt x="0" y="0"/>
                </ns1:moveTo>
                <ns1:lnTo>
                  <ns1:pt x="10569564" y="0"/>
                </ns1:lnTo>
                <ns1:lnTo>
                  <ns1:pt x="10569564" y="10393600"/>
                </ns1:lnTo>
                <ns1:lnTo>
                  <ns1:pt x="0" y="10393600"/>
                </ns1:lnTo>
                <ns1:lnTo>
                  <ns1:pt x="0" y="0"/>
                </ns1:lnTo>
                <ns1:close/>
              </ns1:path>
            </ns1:pathLst>
          </ns1:custGeom>
          <ns1:blipFill>
            <ns1:blip ns2:embed="rId4">
              <ns1:extLst>
                <ns1:ext uri="{96DAC541-7B7A-43D3-8B79-37D633B846F1}">
                  <ns3:svgBlip ns2:embed="rId5"/>
                </ns1:ext>
              </ns1:extLst>
            </ns1:blip>
            <ns1:stretch>
              <ns1:fillRect l="0" t="0" r="0" b="0"/>
            </ns1:stretch>
          </ns1:blipFill>
        </ns0:spPr>
      </ns0:sp>
      <ns0:sp>
        <ns0:nvSpPr>
          <ns0:cNvPr name="TextBox 4" id="4"/>
          <ns0:cNvSpPr txBox="true"/>
          <ns0:nvPr/>
        </ns0:nvSpPr>
        <ns0:spPr>
          <ns1:xfrm rot="0">
            <ns1:off x="3021875" y="3474037"/>
            <ns1:ext cx="12244250" cy="3481802"/>
          </ns1:xfrm>
          <ns1:prstGeom prst="rect">
            <ns1:avLst/>
          </ns1:prstGeom>
        </ns0:spPr>
        <ns0:txBody>
          <ns1:bodyPr anchor="t" rtlCol="false" tIns="0" lIns="0" bIns="0" rIns="0">
            <ns1:spAutoFit/>
          </ns1:bodyPr>
          <ns1:lstStyle/>
          <ns1:p>
            <ns1:pPr algn="ctr" marL="0" indent="0" lvl="1">
              <ns1:lnSpc>
                <ns1:spcPts val="13512"/>
              </ns1:lnSpc>
              <ns1:spcBef>
                <ns1:spcPct val="0"/>
              </ns1:spcBef>
            </ns1:pPr>
            <ns1:r>
              <ns1:rPr lang="en-US" sz="12628">
                <ns1:solidFill>
                  <ns1:srgbClr val="FB5A48"/>
                </ns1:solidFill>
                <ns1:latin typeface="TT Milks Casual Pie Base"/>
                <ns1:ea typeface="TT Milks Casual Pie Base"/>
                <ns1:cs typeface="TT Milks Casual Pie Base"/>
                <ns1:sym typeface="TT Milks Casual Pie Base"/>
              </ns1:rPr>
              <ns1:t/>
            </ns1:r>
          </ns1:p>
        </ns0:txBody>
      </ns0:sp>
      <ns0:sp>
        <ns0:nvSpPr>
          <ns0:cNvPr name="Freeform 5" id="5"/>
          <ns0:cNvSpPr/>
          <ns0:nvPr/>
        </ns0:nvSpPr>
        <ns0:spPr>
          <ns1:xfrm flipH="false" flipV="false" rot="0">
            <ns1:off x="0" y="6202203"/>
            <ns1:ext cx="4758481" cy="4646008"/>
          </ns1:xfrm>
          <ns1:custGeom>
            <ns1:avLst/>
            <ns1:gdLst/>
            <ns1:ahLst/>
            <ns1:cxnLst/>
            <ns1:rect r="r" b="b" t="t" l="l"/>
            <ns1:pathLst>
              <ns1:path h="4646008" w="4758481">
                <ns1:moveTo>
                  <ns1:pt x="0" y="0"/>
                </ns1:moveTo>
                <ns1:lnTo>
                  <ns1:pt x="4758481" y="0"/>
                </ns1:lnTo>
                <ns1:lnTo>
                  <ns1:pt x="4758481" y="4646009"/>
                </ns1:lnTo>
                <ns1:lnTo>
                  <ns1:pt x="0" y="4646009"/>
                </ns1:lnTo>
                <ns1:lnTo>
                  <ns1:pt x="0" y="0"/>
                </ns1:lnTo>
                <ns1:close/>
              </ns1:path>
            </ns1:pathLst>
          </ns1:custGeom>
          <ns1:blipFill>
            <ns1:blip ns2:embed="rId6">
              <ns1:extLst>
                <ns1:ext uri="{96DAC541-7B7A-43D3-8B79-37D633B846F1}">
                  <ns3:svgBlip ns2:embed="rId7"/>
                </ns1:ext>
              </ns1:extLst>
            </ns1:blip>
            <ns1:stretch>
              <ns1:fillRect l="0" t="0" r="0" b="0"/>
            </ns1:stretch>
          </ns1:blipFill>
        </ns0:spPr>
      </ns0:sp>
      <ns0:sp>
        <ns0:nvSpPr>
          <ns0:cNvPr name="Freeform 6" id="6"/>
          <ns0:cNvSpPr/>
          <ns0:nvPr/>
        </ns0:nvSpPr>
        <ns0:spPr>
          <ns1:xfrm flipH="true" flipV="false" rot="0">
            <ns1:off x="12723271" y="6616940"/>
            <ns1:ext cx="4536029" cy="3670060"/>
          </ns1:xfrm>
          <ns1:custGeom>
            <ns1:avLst/>
            <ns1:gdLst/>
            <ns1:ahLst/>
            <ns1:cxnLst/>
            <ns1:rect r="r" b="b" t="t" l="l"/>
            <ns1:pathLst>
              <ns1:path h="3670060" w="4536029">
                <ns1:moveTo>
                  <ns1:pt x="4536029" y="0"/>
                </ns1:moveTo>
                <ns1:lnTo>
                  <ns1:pt x="0" y="0"/>
                </ns1:lnTo>
                <ns1:lnTo>
                  <ns1:pt x="0" y="3670060"/>
                </ns1:lnTo>
                <ns1:lnTo>
                  <ns1:pt x="4536029" y="3670060"/>
                </ns1:lnTo>
                <ns1:lnTo>
                  <ns1:pt x="4536029" y="0"/>
                </ns1:lnTo>
                <ns1:close/>
              </ns1:path>
            </ns1:pathLst>
          </ns1:custGeom>
          <ns1:blipFill>
            <ns1:blip ns2:embed="rId8">
              <ns1:extLst>
                <ns1:ext uri="{96DAC541-7B7A-43D3-8B79-37D633B846F1}">
                  <ns3:svgBlip ns2:embed="rId9"/>
                </ns1:ext>
              </ns1:extLst>
            </ns1:blip>
            <ns1:stretch>
              <ns1:fillRect l="0" t="0" r="0" b="0"/>
            </ns1:stretch>
          </ns1:blipFill>
        </ns0:spPr>
      </ns0:sp>
      <ns0:sp>
        <ns0:nvSpPr>
          <ns0:cNvPr name="Freeform 7" id="7"/>
          <ns0:cNvSpPr/>
          <ns0:nvPr/>
        </ns0:nvSpPr>
        <ns0:spPr>
          <ns1:xfrm flipH="false" flipV="false" rot="0">
            <ns1:off x="14428782" y="1644405"/>
            <ns1:ext cx="2725668" cy="555045"/>
          </ns1:xfrm>
          <ns1:custGeom>
            <ns1:avLst/>
            <ns1:gdLst/>
            <ns1:ahLst/>
            <ns1:cxnLst/>
            <ns1:rect r="r" b="b" t="t" l="l"/>
            <ns1:pathLst>
              <ns1:path h="555045" w="2725668">
                <ns1:moveTo>
                  <ns1:pt x="0" y="0"/>
                </ns1:moveTo>
                <ns1:lnTo>
                  <ns1:pt x="2725668" y="0"/>
                </ns1:lnTo>
                <ns1:lnTo>
                  <ns1:pt x="2725668" y="555045"/>
                </ns1:lnTo>
                <ns1:lnTo>
                  <ns1:pt x="0" y="555045"/>
                </ns1:lnTo>
                <ns1:lnTo>
                  <ns1:pt x="0" y="0"/>
                </ns1:lnTo>
                <ns1:close/>
              </ns1:path>
            </ns1:pathLst>
          </ns1:custGeom>
          <ns1:blipFill>
            <ns1:blip ns2:embed="rId10">
              <ns1:extLst>
                <ns1:ext uri="{96DAC541-7B7A-43D3-8B79-37D633B846F1}">
                  <ns3:svgBlip ns2:embed="rId11"/>
                </ns1:ext>
              </ns1:extLst>
            </ns1:blip>
            <ns1:stretch>
              <ns1:fillRect l="0" t="0" r="0" b="0"/>
            </ns1:stretch>
          </ns1:blipFill>
        </ns0:spPr>
      </ns0:sp>
      <ns0:sp>
        <ns0:nvSpPr>
          <ns0:cNvPr name="Freeform 8" id="8"/>
          <ns0:cNvSpPr/>
          <ns0:nvPr/>
        </ns0:nvSpPr>
        <ns0:spPr>
          <ns1:xfrm flipH="false" flipV="false" rot="0">
            <ns1:off x="694465" y="4211886"/>
            <ns1:ext cx="2725668" cy="555045"/>
          </ns1:xfrm>
          <ns1:custGeom>
            <ns1:avLst/>
            <ns1:gdLst/>
            <ns1:ahLst/>
            <ns1:cxnLst/>
            <ns1:rect r="r" b="b" t="t" l="l"/>
            <ns1:pathLst>
              <ns1:path h="555045" w="2725668">
                <ns1:moveTo>
                  <ns1:pt x="0" y="0"/>
                </ns1:moveTo>
                <ns1:lnTo>
                  <ns1:pt x="2725667" y="0"/>
                </ns1:lnTo>
                <ns1:lnTo>
                  <ns1:pt x="2725667" y="555045"/>
                </ns1:lnTo>
                <ns1:lnTo>
                  <ns1:pt x="0" y="555045"/>
                </ns1:lnTo>
                <ns1:lnTo>
                  <ns1:pt x="0" y="0"/>
                </ns1:lnTo>
                <ns1:close/>
              </ns1:path>
            </ns1:pathLst>
          </ns1:custGeom>
          <ns1:blipFill>
            <ns1:blip ns2:embed="rId12">
              <ns1:extLst>
                <ns1:ext uri="{96DAC541-7B7A-43D3-8B79-37D633B846F1}">
                  <ns3:svgBlip ns2:embed="rId13"/>
                </ns1:ext>
              </ns1:extLst>
            </ns1:blip>
            <ns1:stretch>
              <ns1:fillRect l="0" t="0" r="0" b="0"/>
            </ns1:stretch>
          </ns1:blipFill>
        </ns0:spPr>
      </ns0:sp>
      <ns0:sp>
        <ns0:nvSpPr>
          <ns0:cNvPr name="Freeform 9" id="9"/>
          <ns0:cNvSpPr/>
          <ns0:nvPr/>
        </ns0:nvSpPr>
        <ns0:spPr>
          <ns1:xfrm flipH="false" flipV="false" rot="-2699999">
            <ns1:off x="2772151" y="1170463"/>
            <ns1:ext cx="904022" cy="595626"/>
          </ns1:xfrm>
          <ns1:custGeom>
            <ns1:avLst/>
            <ns1:gdLst/>
            <ns1:ahLst/>
            <ns1:cxnLst/>
            <ns1:rect r="r" b="b" t="t" l="l"/>
            <ns1:pathLst>
              <ns1:path h="595626" w="904022">
                <ns1:moveTo>
                  <ns1:pt x="0" y="0"/>
                </ns1:moveTo>
                <ns1:lnTo>
                  <ns1:pt x="904022" y="0"/>
                </ns1:lnTo>
                <ns1:lnTo>
                  <ns1:pt x="904022" y="595626"/>
                </ns1:lnTo>
                <ns1:lnTo>
                  <ns1:pt x="0" y="595626"/>
                </ns1:lnTo>
                <ns1:lnTo>
                  <ns1:pt x="0" y="0"/>
                </ns1:lnTo>
                <ns1:close/>
              </ns1:path>
            </ns1:pathLst>
          </ns1:custGeom>
          <ns1:blipFill>
            <ns1:blip ns2:embed="rId14">
              <ns1:extLst>
                <ns1:ext uri="{96DAC541-7B7A-43D3-8B79-37D633B846F1}">
                  <ns3:svgBlip ns2:embed="rId15"/>
                </ns1:ext>
              </ns1:extLst>
            </ns1:blip>
            <ns1:stretch>
              <ns1:fillRect l="0" t="0" r="0" b="0"/>
            </ns1:stretch>
          </ns1:blipFill>
          <ns1:ln cap="sq">
            <ns1:noFill/>
            <ns1:prstDash val="solid"/>
            <ns1:miter/>
          </ns1:ln>
        </ns0:spPr>
      </ns0:sp>
      <ns0:sp>
        <ns0:nvSpPr>
          <ns0:cNvPr name="Freeform 10" id="10"/>
          <ns0:cNvSpPr/>
          <ns0:nvPr/>
        </ns0:nvSpPr>
        <ns0:spPr>
          <ns1:xfrm flipH="true" flipV="false" rot="1679001">
            <ns1:off x="15344320" y="4845687"/>
            <ns1:ext cx="904022" cy="595626"/>
          </ns1:xfrm>
          <ns1:custGeom>
            <ns1:avLst/>
            <ns1:gdLst/>
            <ns1:ahLst/>
            <ns1:cxnLst/>
            <ns1:rect r="r" b="b" t="t" l="l"/>
            <ns1:pathLst>
              <ns1:path h="595626" w="904022">
                <ns1:moveTo>
                  <ns1:pt x="904022" y="0"/>
                </ns1:moveTo>
                <ns1:lnTo>
                  <ns1:pt x="0" y="0"/>
                </ns1:lnTo>
                <ns1:lnTo>
                  <ns1:pt x="0" y="595626"/>
                </ns1:lnTo>
                <ns1:lnTo>
                  <ns1:pt x="904022" y="595626"/>
                </ns1:lnTo>
                <ns1:lnTo>
                  <ns1:pt x="904022" y="0"/>
                </ns1:lnTo>
                <ns1:close/>
              </ns1:path>
            </ns1:pathLst>
          </ns1:custGeom>
          <ns1:blipFill>
            <ns1:blip ns2:embed="rId16">
              <ns1:extLst>
                <ns1:ext uri="{96DAC541-7B7A-43D3-8B79-37D633B846F1}">
                  <ns3:svgBlip ns2:embed="rId17"/>
                </ns1:ext>
              </ns1:extLst>
            </ns1:blip>
            <ns1:stretch>
              <ns1:fillRect l="0" t="0" r="0" b="0"/>
            </ns1:stretch>
          </ns1:blipFill>
          <ns1:ln cap="sq">
            <ns1:noFill/>
            <ns1:prstDash val="solid"/>
            <ns1:miter/>
          </ns1:ln>
        </ns0:spPr>
      </ns0:sp>
    </ns0:spTree>
  </ns0:cSld>
  <ns0:clrMapOvr>
    <ns1:masterClrMapping/>
  </ns0:clrMapOvr>
</ns0:sldLayout>
</file>

<file path=ppt/slideMasters/_rels/slideMaster1.xml.rels><?xml version='1.0' encoding='utf-8'?>
<ns0:Relationships xmlns:ns0="http://schemas.openxmlformats.org/package/2006/relationships"><ns0:Relationship Id="rId7" Type="http://schemas.openxmlformats.org/officeDocument/2006/relationships/slideLayout" Target="../slideLayouts/slideLayout7.xml" /><ns0:Relationship Id="rId12" Type="http://schemas.openxmlformats.org/officeDocument/2006/relationships/theme" Target="../theme/theme1.xml" /><ns0:Relationship Id="rId13" Type="http://schemas.openxmlformats.org/officeDocument/2006/relationships/slideLayout" Target="../slideLayouts/slideLayout12.xml" /><ns0:Relationship Id="rId14" Type="http://schemas.openxmlformats.org/officeDocument/2006/relationships/slideLayout" Target="../slideLayouts/slideLayout13.xml" /><ns0:Relationship Id="rId15" Type="http://schemas.openxmlformats.org/officeDocument/2006/relationships/slideLayout" Target="../slideLayouts/slideLayout14.xml" /><ns0:Relationship Id="rId16" Type="http://schemas.openxmlformats.org/officeDocument/2006/relationships/slideLayout" Target="../slideLayouts/slideLayout15.xml" /><ns0:Relationship Id="rId17" Type="http://schemas.openxmlformats.org/officeDocument/2006/relationships/slideLayout" Target="../slideLayouts/slideLayout16.xml" /><ns0:Relationship Id="rId18" Type="http://schemas.openxmlformats.org/officeDocument/2006/relationships/slideLayout" Target="../slideLayouts/slideLayout17.xml" /><ns0:Relationship Id="rId19" Type="http://schemas.openxmlformats.org/officeDocument/2006/relationships/slideLayout" Target="../slideLayouts/slideLayout18.xml" /><ns0:Relationship Id="rId20" Type="http://schemas.openxmlformats.org/officeDocument/2006/relationships/slideLayout" Target="../slideLayouts/slideLayout19.xml" /><ns0:Relationship Id="rId21" Type="http://schemas.openxmlformats.org/officeDocument/2006/relationships/slideLayout" Target="../slideLayouts/slideLayout20.xml" /></ns0:Relationships>
</file>

<file path=ppt/slideMasters/slideMaster1.xml><?xml version="1.0" encoding="utf-8"?>
<ns0:sldMaster xmlns:ns0="http://schemas.openxmlformats.org/presentationml/2006/main" xmlns:ns1="http://schemas.openxmlformats.org/drawingml/2006/main" xmlns:ns2="http://schemas.openxmlformats.org/officeDocument/2006/relationships">
  <ns0:cSld>
    <ns0:bg>
      <ns0:bgRef idx="1001">
        <ns1:schemeClr val="bg1"/>
      </ns0:bgRef>
    </ns0:bg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id="2" name="Title Placeholder 1"/>
          <ns0:cNvSpPr>
            <ns1:spLocks noGrp="1"/>
          </ns0:cNvSpPr>
          <ns0:nvPr>
            <ns0:ph type="title"/>
          </ns0:nvPr>
        </ns0:nvSpPr>
        <ns0:spPr>
          <ns1:xfrm>
            <ns1:off x="457200" y="274638"/>
            <ns1:ext cx="8229600" cy="1143000"/>
          </ns1:xfrm>
          <ns1:prstGeom prst="rect">
            <ns1:avLst/>
          </ns1:prstGeom>
        </ns0:spPr>
        <ns0:txBody>
          <ns1:bodyPr vert="horz" lIns="91440" tIns="45720" rIns="91440" bIns="45720" rtlCol="0" anchor="ctr">
            <ns1:normAutofit/>
          </ns1:bodyPr>
          <ns1:lstStyle/>
          <ns1:p>
            <ns1:r>
              <ns1:rPr lang="en-US" smtClean="0"/>
              <ns1:t>Click to edit Master title style</ns1:t>
            </ns1:r>
            <ns1:endParaRPr lang="en-US"/>
          </ns1:p>
        </ns0:txBody>
      </ns0:sp>
      <ns0:sp>
        <ns0:nvSpPr>
          <ns0:cNvPr id="3" name="Text Placeholder 2"/>
          <ns0:cNvSpPr>
            <ns1:spLocks noGrp="1"/>
          </ns0:cNvSpPr>
          <ns0:nvPr>
            <ns0:ph type="body" idx="1"/>
          </ns0:nvPr>
        </ns0:nvSpPr>
        <ns0:spPr>
          <ns1:xfrm>
            <ns1:off x="457200" y="1600200"/>
            <ns1:ext cx="8229600" cy="4525963"/>
          </ns1:xfrm>
          <ns1:prstGeom prst="rect">
            <ns1:avLst/>
          </ns1:prstGeom>
        </ns0:spPr>
        <ns0:txBody>
          <ns1:bodyPr vert="horz" lIns="91440" tIns="45720" rIns="91440" bIns="45720" rtlCol="0">
            <ns1:normAutofit/>
          </ns1:bodyPr>
          <ns1:lstStyle/>
          <ns1:p>
            <ns1:pPr lvl="0"/>
            <ns1:r>
              <ns1:rPr lang="en-US" smtClean="0"/>
              <ns1:t>Click to edit Master text styles</ns1:t>
            </ns1:r>
          </ns1:p>
          <ns1:p>
            <ns1:pPr lvl="1"/>
            <ns1:r>
              <ns1:rPr lang="en-US" smtClean="0"/>
              <ns1:t>Second level</ns1:t>
            </ns1:r>
          </ns1:p>
          <ns1:p>
            <ns1:pPr lvl="2"/>
            <ns1:r>
              <ns1:rPr lang="en-US" smtClean="0"/>
              <ns1:t>Third level</ns1:t>
            </ns1:r>
          </ns1:p>
          <ns1:p>
            <ns1:pPr lvl="3"/>
            <ns1:r>
              <ns1:rPr lang="en-US" smtClean="0"/>
              <ns1:t>Fourth level</ns1:t>
            </ns1:r>
          </ns1:p>
          <ns1:p>
            <ns1:pPr lvl="4"/>
            <ns1:r>
              <ns1:rPr lang="en-US" smtClean="0"/>
              <ns1:t>Fifth level</ns1:t>
            </ns1:r>
            <ns1:endParaRPr lang="en-US"/>
          </ns1:p>
        </ns0:txBody>
      </ns0:sp>
      <ns0:sp>
        <ns0:nvSpPr>
          <ns0:cNvPr id="4" name="Date Placeholder 3"/>
          <ns0:cNvSpPr>
            <ns1:spLocks noGrp="1"/>
          </ns0:cNvSpPr>
          <ns0:nvPr>
            <ns0:ph type="dt" sz="half" idx="2"/>
          </ns0:nvPr>
        </ns0:nvSpPr>
        <ns0:spPr>
          <ns1:xfrm>
            <ns1:off x="457200" y="6356350"/>
            <ns1:ext cx="2133600" cy="365125"/>
          </ns1:xfrm>
          <ns1:prstGeom prst="rect">
            <ns1:avLst/>
          </ns1:prstGeom>
        </ns0:spPr>
        <ns0:txBody>
          <ns1:bodyPr vert="horz" lIns="91440" tIns="45720" rIns="91440" bIns="45720" rtlCol="0" anchor="ctr"/>
          <ns1:lstStyle>
            <ns1:lvl1pPr algn="l">
              <ns1:defRPr sz="1200">
                <ns1:solidFill>
                  <ns1:schemeClr val="tx1">
                    <ns1:tint val="75000"/>
                  </ns1:schemeClr>
                </ns1:solidFill>
              </ns1:defRPr>
            </ns1:lvl1pPr>
          </ns1:lstStyle>
          <ns1:p>
            <ns1:fld id="{1D8BD707-D9CF-40AE-B4C6-C98DA3205C09}" type="datetimeFigureOut">
              <ns1:rPr lang="en-US" smtClean="0"/>
              <ns1:pPr/>
              <ns1:t>8/1/2011</ns1:t>
            </ns1:fld>
            <ns1:endParaRPr lang="en-US"/>
          </ns1:p>
        </ns0:txBody>
      </ns0:sp>
      <ns0:sp>
        <ns0:nvSpPr>
          <ns0:cNvPr id="5" name="Footer Placeholder 4"/>
          <ns0:cNvSpPr>
            <ns1:spLocks noGrp="1"/>
          </ns0:cNvSpPr>
          <ns0:nvPr>
            <ns0:ph type="ftr" sz="quarter" idx="3"/>
          </ns0:nvPr>
        </ns0:nvSpPr>
        <ns0:spPr>
          <ns1:xfrm>
            <ns1:off x="3124200" y="6356350"/>
            <ns1:ext cx="2895600" cy="365125"/>
          </ns1:xfrm>
          <ns1:prstGeom prst="rect">
            <ns1:avLst/>
          </ns1:prstGeom>
        </ns0:spPr>
        <ns0:txBody>
          <ns1:bodyPr vert="horz" lIns="91440" tIns="45720" rIns="91440" bIns="45720" rtlCol="0" anchor="ctr"/>
          <ns1:lstStyle>
            <ns1:lvl1pPr algn="ctr">
              <ns1:defRPr sz="1200">
                <ns1:solidFill>
                  <ns1:schemeClr val="tx1">
                    <ns1:tint val="75000"/>
                  </ns1:schemeClr>
                </ns1:solidFill>
              </ns1:defRPr>
            </ns1:lvl1pPr>
          </ns1:lstStyle>
          <ns1:p>
            <ns1:endParaRPr lang="en-US"/>
          </ns1:p>
        </ns0:txBody>
      </ns0:sp>
      <ns0:sp>
        <ns0:nvSpPr>
          <ns0:cNvPr id="6" name="Slide Number Placeholder 5"/>
          <ns0:cNvSpPr>
            <ns1:spLocks noGrp="1"/>
          </ns0:cNvSpPr>
          <ns0:nvPr>
            <ns0:ph type="sldNum" sz="quarter" idx="4"/>
          </ns0:nvPr>
        </ns0:nvSpPr>
        <ns0:spPr>
          <ns1:xfrm>
            <ns1:off x="6553200" y="6356350"/>
            <ns1:ext cx="2133600" cy="365125"/>
          </ns1:xfrm>
          <ns1:prstGeom prst="rect">
            <ns1:avLst/>
          </ns1:prstGeom>
        </ns0:spPr>
        <ns0:txBody>
          <ns1:bodyPr vert="horz" lIns="91440" tIns="45720" rIns="91440" bIns="45720" rtlCol="0" anchor="ctr"/>
          <ns1:lstStyle>
            <ns1:lvl1pPr algn="r">
              <ns1:defRPr sz="1200">
                <ns1:solidFill>
                  <ns1:schemeClr val="tx1">
                    <ns1:tint val="75000"/>
                  </ns1:schemeClr>
                </ns1:solidFill>
              </ns1:defRPr>
            </ns1:lvl1pPr>
          </ns1:lstStyle>
          <ns1:p>
            <ns1:fld id="{B6F15528-21DE-4FAA-801E-634DDDAF4B2B}" type="slidenum">
              <ns1:rPr lang="en-US" smtClean="0"/>
              <ns1:pPr/>
              <ns1:t>‹#›</ns1:t>
            </ns1:fld>
            <ns1:endParaRPr lang="en-US"/>
          </ns1:p>
        </ns0:txBody>
      </ns0:sp>
    </ns0:spTree>
  </ns0:cSld>
  <ns0:clrMap bg1="lt1" tx1="dk1" bg2="lt2" tx2="dk2" accent1="accent1" accent2="accent2" accent3="accent3" accent4="accent4" accent5="accent5" accent6="accent6" hlink="hlink" folHlink="folHlink"/>
  <ns0:sldLayoutIdLst>
    <ns0:sldLayoutId id="2147483655" ns2:id="rId7"/>
    <ns0:sldLayoutId id="2147483660" ns2:id="rId13"/>
    <ns0:sldLayoutId id="2147483661" ns2:id="rId14"/>
    <ns0:sldLayoutId id="2147483662" ns2:id="rId15"/>
    <ns0:sldLayoutId id="2147483663" ns2:id="rId16"/>
    <ns0:sldLayoutId id="2147483664" ns2:id="rId17"/>
    <ns0:sldLayoutId id="2147483665" ns2:id="rId18"/>
    <ns0:sldLayoutId id="2147483666" ns2:id="rId19"/>
    <ns0:sldLayoutId id="2147483667" ns2:id="rId20"/>
    <ns0:sldLayoutId id="2147483668" ns2:id="rId21"/>
  </ns0:sldLayoutIdLst>
  <ns0:txStyles>
    <ns0:titleStyle>
      <ns1:lvl1pPr algn="ctr" defTabSz="914400" rtl="0" eaLnBrk="1" latinLnBrk="0" hangingPunct="1">
        <ns1:spcBef>
          <ns1:spcPct val="0"/>
        </ns1:spcBef>
        <ns1:buNone/>
        <ns1:defRPr sz="4400" kern="1200">
          <ns1:solidFill>
            <ns1:schemeClr val="tx1"/>
          </ns1:solidFill>
          <ns1:latin typeface="+mj-lt"/>
          <ns1:ea typeface="+mj-ea"/>
          <ns1:cs typeface="+mj-cs"/>
        </ns1:defRPr>
      </ns1:lvl1pPr>
    </ns0:titleStyle>
    <ns0:bodyStyle>
      <ns1:lvl1pPr marL="342900" indent="-342900" algn="l" defTabSz="914400" rtl="0" eaLnBrk="1" latinLnBrk="0" hangingPunct="1">
        <ns1:spcBef>
          <ns1:spcPct val="20000"/>
        </ns1:spcBef>
        <ns1:buFont typeface="Arial" pitchFamily="34" charset="0"/>
        <ns1:buChar char="•"/>
        <ns1:defRPr sz="3200" kern="1200">
          <ns1:solidFill>
            <ns1:schemeClr val="tx1"/>
          </ns1:solidFill>
          <ns1:latin typeface="+mn-lt"/>
          <ns1:ea typeface="+mn-ea"/>
          <ns1:cs typeface="+mn-cs"/>
        </ns1:defRPr>
      </ns1:lvl1pPr>
      <ns1:lvl2pPr marL="742950" indent="-285750" algn="l" defTabSz="914400" rtl="0" eaLnBrk="1" latinLnBrk="0" hangingPunct="1">
        <ns1:spcBef>
          <ns1:spcPct val="20000"/>
        </ns1:spcBef>
        <ns1:buFont typeface="Arial" pitchFamily="34" charset="0"/>
        <ns1:buChar char="–"/>
        <ns1:defRPr sz="2800" kern="1200">
          <ns1:solidFill>
            <ns1:schemeClr val="tx1"/>
          </ns1:solidFill>
          <ns1:latin typeface="+mn-lt"/>
          <ns1:ea typeface="+mn-ea"/>
          <ns1:cs typeface="+mn-cs"/>
        </ns1:defRPr>
      </ns1:lvl2pPr>
      <ns1:lvl3pPr marL="1143000" indent="-228600" algn="l" defTabSz="914400" rtl="0" eaLnBrk="1" latinLnBrk="0" hangingPunct="1">
        <ns1:spcBef>
          <ns1:spcPct val="20000"/>
        </ns1:spcBef>
        <ns1:buFont typeface="Arial" pitchFamily="34" charset="0"/>
        <ns1:buChar char="•"/>
        <ns1:defRPr sz="2400" kern="1200">
          <ns1:solidFill>
            <ns1:schemeClr val="tx1"/>
          </ns1:solidFill>
          <ns1:latin typeface="+mn-lt"/>
          <ns1:ea typeface="+mn-ea"/>
          <ns1:cs typeface="+mn-cs"/>
        </ns1:defRPr>
      </ns1:lvl3pPr>
      <ns1:lvl4pPr marL="1600200" indent="-228600" algn="l" defTabSz="914400" rtl="0" eaLnBrk="1" latinLnBrk="0" hangingPunct="1">
        <ns1:spcBef>
          <ns1:spcPct val="20000"/>
        </ns1:spcBef>
        <ns1:buFont typeface="Arial" pitchFamily="34" charset="0"/>
        <ns1:buChar char="–"/>
        <ns1:defRPr sz="2000" kern="1200">
          <ns1:solidFill>
            <ns1:schemeClr val="tx1"/>
          </ns1:solidFill>
          <ns1:latin typeface="+mn-lt"/>
          <ns1:ea typeface="+mn-ea"/>
          <ns1:cs typeface="+mn-cs"/>
        </ns1:defRPr>
      </ns1:lvl4pPr>
      <ns1:lvl5pPr marL="2057400" indent="-228600" algn="l" defTabSz="914400" rtl="0" eaLnBrk="1" latinLnBrk="0" hangingPunct="1">
        <ns1:spcBef>
          <ns1:spcPct val="20000"/>
        </ns1:spcBef>
        <ns1:buFont typeface="Arial" pitchFamily="34" charset="0"/>
        <ns1:buChar char="»"/>
        <ns1:defRPr sz="2000" kern="1200">
          <ns1:solidFill>
            <ns1:schemeClr val="tx1"/>
          </ns1:solidFill>
          <ns1:latin typeface="+mn-lt"/>
          <ns1:ea typeface="+mn-ea"/>
          <ns1:cs typeface="+mn-cs"/>
        </ns1:defRPr>
      </ns1:lvl5pPr>
      <ns1:lvl6pPr marL="2514600" indent="-228600" algn="l" defTabSz="914400" rtl="0" eaLnBrk="1" latinLnBrk="0" hangingPunct="1">
        <ns1:spcBef>
          <ns1:spcPct val="20000"/>
        </ns1:spcBef>
        <ns1:buFont typeface="Arial" pitchFamily="34" charset="0"/>
        <ns1:buChar char="•"/>
        <ns1:defRPr sz="2000" kern="1200">
          <ns1:solidFill>
            <ns1:schemeClr val="tx1"/>
          </ns1:solidFill>
          <ns1:latin typeface="+mn-lt"/>
          <ns1:ea typeface="+mn-ea"/>
          <ns1:cs typeface="+mn-cs"/>
        </ns1:defRPr>
      </ns1:lvl6pPr>
      <ns1:lvl7pPr marL="2971800" indent="-228600" algn="l" defTabSz="914400" rtl="0" eaLnBrk="1" latinLnBrk="0" hangingPunct="1">
        <ns1:spcBef>
          <ns1:spcPct val="20000"/>
        </ns1:spcBef>
        <ns1:buFont typeface="Arial" pitchFamily="34" charset="0"/>
        <ns1:buChar char="•"/>
        <ns1:defRPr sz="2000" kern="1200">
          <ns1:solidFill>
            <ns1:schemeClr val="tx1"/>
          </ns1:solidFill>
          <ns1:latin typeface="+mn-lt"/>
          <ns1:ea typeface="+mn-ea"/>
          <ns1:cs typeface="+mn-cs"/>
        </ns1:defRPr>
      </ns1:lvl7pPr>
      <ns1:lvl8pPr marL="3429000" indent="-228600" algn="l" defTabSz="914400" rtl="0" eaLnBrk="1" latinLnBrk="0" hangingPunct="1">
        <ns1:spcBef>
          <ns1:spcPct val="20000"/>
        </ns1:spcBef>
        <ns1:buFont typeface="Arial" pitchFamily="34" charset="0"/>
        <ns1:buChar char="•"/>
        <ns1:defRPr sz="2000" kern="1200">
          <ns1:solidFill>
            <ns1:schemeClr val="tx1"/>
          </ns1:solidFill>
          <ns1:latin typeface="+mn-lt"/>
          <ns1:ea typeface="+mn-ea"/>
          <ns1:cs typeface="+mn-cs"/>
        </ns1:defRPr>
      </ns1:lvl8pPr>
      <ns1:lvl9pPr marL="3886200" indent="-228600" algn="l" defTabSz="914400" rtl="0" eaLnBrk="1" latinLnBrk="0" hangingPunct="1">
        <ns1:spcBef>
          <ns1:spcPct val="20000"/>
        </ns1:spcBef>
        <ns1:buFont typeface="Arial" pitchFamily="34" charset="0"/>
        <ns1:buChar char="•"/>
        <ns1:defRPr sz="2000" kern="1200">
          <ns1:solidFill>
            <ns1:schemeClr val="tx1"/>
          </ns1:solidFill>
          <ns1:latin typeface="+mn-lt"/>
          <ns1:ea typeface="+mn-ea"/>
          <ns1:cs typeface="+mn-cs"/>
        </ns1:defRPr>
      </ns1:lvl9pPr>
    </ns0:bodyStyle>
    <ns0:otherStyle>
      <ns1:defPPr>
        <ns1:defRPr lang="en-US"/>
      </ns1:defPPr>
      <ns1:lvl1pPr marL="0" algn="l" defTabSz="914400" rtl="0" eaLnBrk="1" latinLnBrk="0" hangingPunct="1">
        <ns1:defRPr sz="1800" kern="1200">
          <ns1:solidFill>
            <ns1:schemeClr val="tx1"/>
          </ns1:solidFill>
          <ns1:latin typeface="+mn-lt"/>
          <ns1:ea typeface="+mn-ea"/>
          <ns1:cs typeface="+mn-cs"/>
        </ns1:defRPr>
      </ns1:lvl1pPr>
      <ns1:lvl2pPr marL="457200" algn="l" defTabSz="914400" rtl="0" eaLnBrk="1" latinLnBrk="0" hangingPunct="1">
        <ns1:defRPr sz="1800" kern="1200">
          <ns1:solidFill>
            <ns1:schemeClr val="tx1"/>
          </ns1:solidFill>
          <ns1:latin typeface="+mn-lt"/>
          <ns1:ea typeface="+mn-ea"/>
          <ns1:cs typeface="+mn-cs"/>
        </ns1:defRPr>
      </ns1:lvl2pPr>
      <ns1:lvl3pPr marL="914400" algn="l" defTabSz="914400" rtl="0" eaLnBrk="1" latinLnBrk="0" hangingPunct="1">
        <ns1:defRPr sz="1800" kern="1200">
          <ns1:solidFill>
            <ns1:schemeClr val="tx1"/>
          </ns1:solidFill>
          <ns1:latin typeface="+mn-lt"/>
          <ns1:ea typeface="+mn-ea"/>
          <ns1:cs typeface="+mn-cs"/>
        </ns1:defRPr>
      </ns1:lvl3pPr>
      <ns1:lvl4pPr marL="1371600" algn="l" defTabSz="914400" rtl="0" eaLnBrk="1" latinLnBrk="0" hangingPunct="1">
        <ns1:defRPr sz="1800" kern="1200">
          <ns1:solidFill>
            <ns1:schemeClr val="tx1"/>
          </ns1:solidFill>
          <ns1:latin typeface="+mn-lt"/>
          <ns1:ea typeface="+mn-ea"/>
          <ns1:cs typeface="+mn-cs"/>
        </ns1:defRPr>
      </ns1:lvl4pPr>
      <ns1:lvl5pPr marL="1828800" algn="l" defTabSz="914400" rtl="0" eaLnBrk="1" latinLnBrk="0" hangingPunct="1">
        <ns1:defRPr sz="1800" kern="1200">
          <ns1:solidFill>
            <ns1:schemeClr val="tx1"/>
          </ns1:solidFill>
          <ns1:latin typeface="+mn-lt"/>
          <ns1:ea typeface="+mn-ea"/>
          <ns1:cs typeface="+mn-cs"/>
        </ns1:defRPr>
      </ns1:lvl5pPr>
      <ns1:lvl6pPr marL="2286000" algn="l" defTabSz="914400" rtl="0" eaLnBrk="1" latinLnBrk="0" hangingPunct="1">
        <ns1:defRPr sz="1800" kern="1200">
          <ns1:solidFill>
            <ns1:schemeClr val="tx1"/>
          </ns1:solidFill>
          <ns1:latin typeface="+mn-lt"/>
          <ns1:ea typeface="+mn-ea"/>
          <ns1:cs typeface="+mn-cs"/>
        </ns1:defRPr>
      </ns1:lvl6pPr>
      <ns1:lvl7pPr marL="2743200" algn="l" defTabSz="914400" rtl="0" eaLnBrk="1" latinLnBrk="0" hangingPunct="1">
        <ns1:defRPr sz="1800" kern="1200">
          <ns1:solidFill>
            <ns1:schemeClr val="tx1"/>
          </ns1:solidFill>
          <ns1:latin typeface="+mn-lt"/>
          <ns1:ea typeface="+mn-ea"/>
          <ns1:cs typeface="+mn-cs"/>
        </ns1:defRPr>
      </ns1:lvl7pPr>
      <ns1:lvl8pPr marL="3200400" algn="l" defTabSz="914400" rtl="0" eaLnBrk="1" latinLnBrk="0" hangingPunct="1">
        <ns1:defRPr sz="1800" kern="1200">
          <ns1:solidFill>
            <ns1:schemeClr val="tx1"/>
          </ns1:solidFill>
          <ns1:latin typeface="+mn-lt"/>
          <ns1:ea typeface="+mn-ea"/>
          <ns1:cs typeface="+mn-cs"/>
        </ns1:defRPr>
      </ns1:lvl8pPr>
      <ns1:lvl9pPr marL="3657600" algn="l" defTabSz="914400" rtl="0" eaLnBrk="1" latinLnBrk="0" hangingPunct="1">
        <ns1:defRPr sz="1800" kern="1200">
          <ns1:solidFill>
            <ns1:schemeClr val="tx1"/>
          </ns1:solidFill>
          <ns1:latin typeface="+mn-lt"/>
          <ns1:ea typeface="+mn-ea"/>
          <ns1:cs typeface="+mn-cs"/>
        </ns1:defRPr>
      </ns1:lvl9pPr>
    </ns0:otherStyle>
  </ns0:txStyles>
</ns0:sldMaster>
</file>

<file path=ppt/slides/_rels/slide1.xml.rels><?xml version='1.0' encoding='utf-8'?>
<ns0:Relationships xmlns:ns0="http://schemas.openxmlformats.org/package/2006/relationships"><ns0:Relationship Id="rId1" Type="http://schemas.openxmlformats.org/officeDocument/2006/relationships/slideLayout" Target="../slideLayouts/slideLayout7.xml" /></ns0:Relationships>
</file>

<file path=ppt/slides/_rels/slide2.xml.rels><?xml version='1.0' encoding='utf-8'?>
<ns0:Relationships xmlns:ns0="http://schemas.openxmlformats.org/package/2006/relationships"><ns0:Relationship Id="rId1" Type="http://schemas.openxmlformats.org/officeDocument/2006/relationships/slideLayout" Target="../slideLayouts/slideLayout12.xml" /></ns0:Relationships>
</file>

<file path=ppt/slides/_rels/slide3.xml.rels><?xml version='1.0' encoding='utf-8'?>
<ns0:Relationships xmlns:ns0="http://schemas.openxmlformats.org/package/2006/relationships"><ns0:Relationship Id="rId1" Type="http://schemas.openxmlformats.org/officeDocument/2006/relationships/slideLayout" Target="../slideLayouts/slideLayout13.xml" /></ns0:Relationships>
</file>

<file path=ppt/slides/_rels/slide4.xml.rels><?xml version='1.0' encoding='utf-8'?>
<ns0:Relationships xmlns:ns0="http://schemas.openxmlformats.org/package/2006/relationships"><ns0:Relationship Id="rId1" Type="http://schemas.openxmlformats.org/officeDocument/2006/relationships/slideLayout" Target="../slideLayouts/slideLayout14.xml" /></ns0:Relationships>
</file>

<file path=ppt/slides/_rels/slide5.xml.rels><?xml version='1.0' encoding='utf-8'?>
<ns0:Relationships xmlns:ns0="http://schemas.openxmlformats.org/package/2006/relationships"><ns0:Relationship Id="rId1" Type="http://schemas.openxmlformats.org/officeDocument/2006/relationships/slideLayout" Target="../slideLayouts/slideLayout15.xml" /></ns0:Relationships>
</file>

<file path=ppt/slides/_rels/slide6.xml.rels><?xml version='1.0' encoding='utf-8'?>
<ns0:Relationships xmlns:ns0="http://schemas.openxmlformats.org/package/2006/relationships"><ns0:Relationship Id="rId1" Type="http://schemas.openxmlformats.org/officeDocument/2006/relationships/slideLayout" Target="../slideLayouts/slideLayout16.xml" /></ns0:Relationships>
</file>

<file path=ppt/slides/_rels/slide7.xml.rels><?xml version='1.0' encoding='utf-8'?>
<ns0:Relationships xmlns:ns0="http://schemas.openxmlformats.org/package/2006/relationships"><ns0:Relationship Id="rId1" Type="http://schemas.openxmlformats.org/officeDocument/2006/relationships/slideLayout" Target="../slideLayouts/slideLayout17.xml" /></ns0:Relationships>
</file>

<file path=ppt/slides/_rels/slide8.xml.rels><?xml version='1.0' encoding='utf-8'?>
<ns0:Relationships xmlns:ns0="http://schemas.openxmlformats.org/package/2006/relationships"><ns0:Relationship Id="rId1" Type="http://schemas.openxmlformats.org/officeDocument/2006/relationships/slideLayout" Target="../slideLayouts/slideLayout18.xml" /></ns0:Relationships>
</file>

<file path=ppt/slides/_rels/slide9.xml.rels><?xml version='1.0' encoding='utf-8'?>
<ns0:Relationships xmlns:ns0="http://schemas.openxmlformats.org/package/2006/relationships"><ns0:Relationship Id="rId1" Type="http://schemas.openxmlformats.org/officeDocument/2006/relationships/slideLayout" Target="../slideLayouts/slideLayout19.xml" /></ns0:Relationships>
</file>

<file path=ppt/slides/_rels/slide10.xml.rels><?xml version='1.0' encoding='utf-8'?>
<ns0:Relationships xmlns:ns0="http://schemas.openxmlformats.org/package/2006/relationships"><ns0:Relationship Id="rId1" Type="http://schemas.openxmlformats.org/officeDocument/2006/relationships/slideLayout" Target="../slideLayouts/slideLayout20.xml" /></ns0:Relationships>
</file>

<file path=ppt/slides/slide1.xml><?xml version="1.0" encoding="utf-8"?>
<ns0:sld xmlns:ns0="http://schemas.openxmlformats.org/presentationml/2006/main" xmlns:ns1="http://schemas.openxmlformats.org/drawingml/2006/main">
  <ns0:cSld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name="TextBox 5" id="5"/>
          <ns0:cNvSpPr txBox="true"/>
          <ns0:nvPr/>
        </ns0:nvSpPr>
        <ns0:spPr>
          <ns1:xfrm rot="0">
            <ns1:off x="6357397" y="2568007"/>
            <ns1:ext cx="10901903" cy="5487283"/>
          </ns1:xfrm>
          <ns1:prstGeom prst="rect">
            <ns1:avLst/>
          </ns1:prstGeom>
        </ns0:spPr>
        <ns0:txBody>
          <ns1:bodyPr anchor="t" rtlCol="false" tIns="0" lIns="0" bIns="0" rIns="0">
            <ns1:spAutoFit/>
          </ns1:bodyPr>
          <ns1:lstStyle/>
          <ns1:p>
            <ns1:pPr algn="ctr">
              <ns1:lnSpc>
                <ns1:spcPts val="39007"/>
              </ns1:lnSpc>
            </ns1:pPr>
            <ns1:r>
              <ns1:rPr lang="en-US" sz="27862">
                <ns1:solidFill>
                  <ns1:srgbClr val="FB5A48"/>
                </ns1:solidFill>
                <ns1:latin typeface="TT Milks Casual Pie Base"/>
                <ns1:ea typeface="TT Milks Casual Pie Base"/>
                <ns1:cs typeface="TT Milks Casual Pie Base"/>
                <ns1:sym typeface="TT Milks Casual Pie Base"/>
              </ns1:rPr>
              <ns1:t/>
            </ns1:r>
          </ns1:p>
        </ns0:txBody>
      </ns0:sp>
      <ns0:sp>
        <ns0:nvSpPr>
          <ns0:cNvPr name="TextBox 6" id="6"/>
          <ns0:cNvSpPr txBox="true"/>
          <ns0:nvPr/>
        </ns0:nvSpPr>
        <ns0:spPr>
          <ns1:xfrm rot="-314404">
            <ns1:off x="5954839" y="869288"/>
            <ns1:ext cx="8652006" cy="3615600"/>
          </ns1:xfrm>
          <ns1:prstGeom prst="rect">
            <ns1:avLst/>
          </ns1:prstGeom>
        </ns0:spPr>
        <ns0:txBody>
          <ns1:bodyPr anchor="t" rtlCol="false" tIns="0" lIns="0" bIns="0" rIns="0">
            <ns1:spAutoFit/>
          </ns1:bodyPr>
          <ns1:lstStyle/>
          <ns1:p>
            <ns1:pPr algn="ctr">
              <ns1:lnSpc>
                <ns1:spcPts val="26098"/>
              </ns1:lnSpc>
            </ns1:pPr>
            <ns1:r>
              <ns1:rPr lang="en-US" sz="18641" spc="-186">
                <ns1:solidFill>
                  <ns1:srgbClr val="FB5A48"/>
                </ns1:solidFill>
                <ns1:latin typeface="TT Milks Casual Pie Base"/>
                <ns1:ea typeface="TT Milks Casual Pie Base"/>
                <ns1:cs typeface="TT Milks Casual Pie Base"/>
                <ns1:sym typeface="TT Milks Casual Pie Base"/>
              </ns1:rPr>
              <ns1:t/>
            </ns1:r>
          </ns1:p>
        </ns0:txBody>
      </ns0:sp>
    </ns0:spTree>
  </ns0:cSld>
  <ns0:clrMapOvr>
    <ns1:masterClrMapping/>
  </ns0:clrMapOvr>
</ns0:sld>
</file>

<file path=ppt/slides/slide2.xml><?xml version="1.0" encoding="utf-8"?>
<ns0:sld xmlns:ns0="http://schemas.openxmlformats.org/presentationml/2006/main" xmlns:ns1="http://schemas.openxmlformats.org/drawingml/2006/main">
  <ns0:cSld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name="TextBox 10" id="10"/>
          <ns0:cNvSpPr txBox="true"/>
          <ns0:nvPr/>
        </ns0:nvSpPr>
        <ns0:spPr>
          <ns1:xfrm rot="0">
            <ns1:off x="1028700" y="2088786"/>
            <ns1:ext cx="9686782" cy="1403350"/>
          </ns1:xfrm>
          <ns1:prstGeom prst="rect">
            <ns1:avLst/>
          </ns1:prstGeom>
        </ns0:spPr>
        <ns0:txBody>
          <ns1:bodyPr anchor="t" rtlCol="false" tIns="0" lIns="0" bIns="0" rIns="0">
            <ns1:spAutoFit/>
          </ns1:bodyPr>
          <ns1:lstStyle/>
          <ns1:p>
            <ns1:pPr algn="l" marL="0" indent="0" lvl="1">
              <ns1:lnSpc>
                <ns1:spcPts val="10699"/>
              </ns1:lnSpc>
            </ns1:pPr>
            <ns1:r>
              <ns1:rPr lang="en-US" b="true" sz="9999" strike="noStrike" u="none">
                <ns1:solidFill>
                  <ns1:srgbClr val="FB5A48"/>
                </ns1:solidFill>
                <ns1:latin typeface="TT Milks Casual Pie Base"/>
                <ns1:ea typeface="TT Milks Casual Pie Base"/>
                <ns1:cs typeface="TT Milks Casual Pie Base"/>
                <ns1:sym typeface="TT Milks Casual Pie Base"/>
              </ns1:rPr>
              <ns1:t/>
            </ns1:r>
          </ns1:p>
        </ns0:txBody>
      </ns0:sp>
      <ns0:sp>
        <ns0:nvSpPr>
          <ns0:cNvPr name="TextBox 11" id="11"/>
          <ns0:cNvSpPr txBox="true"/>
          <ns0:nvPr/>
        </ns0:nvSpPr>
        <ns0:spPr>
          <ns1:xfrm rot="0">
            <ns1:off x="1028700" y="3726232"/>
            <ns1:ext cx="9400362" cy="628650"/>
          </ns1:xfrm>
          <ns1:prstGeom prst="rect">
            <ns1:avLst/>
          </ns1:prstGeom>
        </ns0:spPr>
        <ns0:txBody>
          <ns1:bodyPr anchor="t" rtlCol="false" tIns="0" lIns="0" bIns="0" rIns="0">
            <ns1:spAutoFit/>
          </ns1:bodyPr>
          <ns1:lstStyle/>
          <ns1:p>
            <ns1:pPr algn="l" marL="0" indent="0" lvl="0">
              <ns1:lnSpc>
                <ns1:spcPts val="4320"/>
              </ns1:lnSpc>
              <ns1:spcBef>
                <ns1:spcPct val="0"/>
              </ns1:spcBef>
            </ns1:pPr>
            <ns1:r>
              <ns1:rPr lang="en-US" sz="3600" strike="noStrike" u="none">
                <ns1:solidFill>
                  <ns1:srgbClr val="FB5A48"/>
                </ns1:solidFill>
                <ns1:latin typeface="Jua"/>
                <ns1:ea typeface="Jua"/>
                <ns1:cs typeface="Jua"/>
                <ns1:sym typeface="Jua"/>
              </ns1:rPr>
              <ns1:t/>
            </ns1:r>
          </ns1:p>
        </ns0:txBody>
      </ns0:sp>
      <ns0:sp>
        <ns0:nvSpPr>
          <ns0:cNvPr name="TextBox 12" id="12"/>
          <ns0:cNvSpPr txBox="true"/>
          <ns0:nvPr/>
        </ns0:nvSpPr>
        <ns0:spPr>
          <ns1:xfrm rot="0">
            <ns1:off x="11849530" y="1733920"/>
            <ns1:ext cx="4551807" cy="1608257"/>
          </ns1:xfrm>
          <ns1:prstGeom prst="rect">
            <ns1:avLst/>
          </ns1:prstGeom>
        </ns0:spPr>
        <ns0:txBody>
          <ns1:bodyPr anchor="t" rtlCol="false" tIns="0" lIns="0" bIns="0" rIns="0">
            <ns1:spAutoFit/>
          </ns1:bodyPr>
          <ns1:lstStyle/>
          <ns1:p>
            <ns1:pPr algn="l" marL="0" indent="0" lvl="0">
              <ns1:lnSpc>
                <ns1:spcPts val="5959"/>
              </ns1:lnSpc>
              <ns1:spcBef>
                <ns1:spcPct val="0"/>
              </ns1:spcBef>
            </ns1:pPr>
            <ns1:r>
              <ns1:rPr lang="en-US" sz="4966" strike="noStrike" u="none">
                <ns1:solidFill>
                  <ns1:srgbClr val="FFFFFF"/>
                </ns1:solidFill>
                <ns1:latin typeface="Jua"/>
                <ns1:ea typeface="Jua"/>
                <ns1:cs typeface="Jua"/>
                <ns1:sym typeface="Jua"/>
              </ns1:rPr>
              <ns1:t/>
            </ns1:r>
          </ns1:p>
        </ns0:txBody>
      </ns0:sp>
      <ns0:sp>
        <ns0:nvSpPr>
          <ns0:cNvPr name="TextBox 13" id="13"/>
          <ns0:cNvSpPr txBox="true"/>
          <ns0:nvPr/>
        </ns0:nvSpPr>
        <ns0:spPr>
          <ns1:xfrm rot="0">
            <ns1:off x="11849530" y="3959595"/>
            <ns1:ext cx="4551807" cy="1608257"/>
          </ns1:xfrm>
          <ns1:prstGeom prst="rect">
            <ns1:avLst/>
          </ns1:prstGeom>
        </ns0:spPr>
        <ns0:txBody>
          <ns1:bodyPr anchor="t" rtlCol="false" tIns="0" lIns="0" bIns="0" rIns="0">
            <ns1:spAutoFit/>
          </ns1:bodyPr>
          <ns1:lstStyle/>
          <ns1:p>
            <ns1:pPr algn="l" marL="0" indent="0" lvl="0">
              <ns1:lnSpc>
                <ns1:spcPts val="5959"/>
              </ns1:lnSpc>
              <ns1:spcBef>
                <ns1:spcPct val="0"/>
              </ns1:spcBef>
            </ns1:pPr>
            <ns1:r>
              <ns1:rPr lang="en-US" sz="4966">
                <ns1:solidFill>
                  <ns1:srgbClr val="FFFFFF"/>
                </ns1:solidFill>
                <ns1:latin typeface="Jua"/>
                <ns1:ea typeface="Jua"/>
                <ns1:cs typeface="Jua"/>
                <ns1:sym typeface="Jua"/>
              </ns1:rPr>
              <ns1:t/>
            </ns1:r>
          </ns1:p>
        </ns0:txBody>
      </ns0:sp>
      <ns0:sp>
        <ns0:nvSpPr>
          <ns0:cNvPr name="TextBox 14" id="14"/>
          <ns0:cNvSpPr txBox="true"/>
          <ns0:nvPr/>
        </ns0:nvSpPr>
        <ns0:spPr>
          <ns1:xfrm rot="0">
            <ns1:off x="11849530" y="6186977"/>
            <ns1:ext cx="4551807" cy="1608257"/>
          </ns1:xfrm>
          <ns1:prstGeom prst="rect">
            <ns1:avLst/>
          </ns1:prstGeom>
        </ns0:spPr>
        <ns0:txBody>
          <ns1:bodyPr anchor="t" rtlCol="false" tIns="0" lIns="0" bIns="0" rIns="0">
            <ns1:spAutoFit/>
          </ns1:bodyPr>
          <ns1:lstStyle/>
          <ns1:p>
            <ns1:pPr algn="l" marL="0" indent="0" lvl="0">
              <ns1:lnSpc>
                <ns1:spcPts val="5959"/>
              </ns1:lnSpc>
              <ns1:spcBef>
                <ns1:spcPct val="0"/>
              </ns1:spcBef>
            </ns1:pPr>
            <ns1:r>
              <ns1:rPr lang="en-US" sz="4966">
                <ns1:solidFill>
                  <ns1:srgbClr val="FFFFFF"/>
                </ns1:solidFill>
                <ns1:latin typeface="Jua"/>
                <ns1:ea typeface="Jua"/>
                <ns1:cs typeface="Jua"/>
                <ns1:sym typeface="Jua"/>
              </ns1:rPr>
              <ns1:t/>
            </ns1:r>
          </ns1:p>
        </ns0:txBody>
      </ns0:sp>
    </ns0:spTree>
  </ns0:cSld>
  <ns0:clrMapOvr>
    <ns1:masterClrMapping/>
  </ns0:clrMapOvr>
</ns0:sld>
</file>

<file path=ppt/slides/slide3.xml><?xml version="1.0" encoding="utf-8"?>
<ns0:sld xmlns:ns0="http://schemas.openxmlformats.org/presentationml/2006/main" xmlns:ns1="http://schemas.openxmlformats.org/drawingml/2006/main">
  <ns0:cSld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name="TextBox 4" id="4"/>
          <ns0:cNvSpPr txBox="true"/>
          <ns0:nvPr/>
        </ns0:nvSpPr>
        <ns0:spPr>
          <ns1:xfrm rot="0">
            <ns1:off x="4296196" y="3211641"/>
            <ns1:ext cx="9695608" cy="4108450"/>
          </ns1:xfrm>
          <ns1:prstGeom prst="rect">
            <ns1:avLst/>
          </ns1:prstGeom>
        </ns0:spPr>
        <ns0:txBody>
          <ns1:bodyPr anchor="t" rtlCol="false" tIns="0" lIns="0" bIns="0" rIns="0">
            <ns1:spAutoFit/>
          </ns1:bodyPr>
          <ns1:lstStyle/>
          <ns1:p>
            <ns1:pPr algn="ctr" marL="0" indent="0" lvl="1">
              <ns1:lnSpc>
                <ns1:spcPts val="10699"/>
              </ns1:lnSpc>
              <ns1:spcBef>
                <ns1:spcPct val="0"/>
              </ns1:spcBef>
            </ns1:pPr>
            <ns1:r>
              <ns1:rPr lang="en-US" b="true" sz="9999" strike="noStrike" u="none">
                <ns1:solidFill>
                  <ns1:srgbClr val="FB5A48"/>
                </ns1:solidFill>
                <ns1:latin typeface="TT Milks Casual Pie Base"/>
                <ns1:ea typeface="TT Milks Casual Pie Base"/>
                <ns1:cs typeface="TT Milks Casual Pie Base"/>
                <ns1:sym typeface="TT Milks Casual Pie Base"/>
              </ns1:rPr>
              <ns1:t/>
            </ns1:r>
          </ns1:p>
        </ns0:txBody>
      </ns0:sp>
      <ns0:sp>
        <ns0:nvSpPr>
          <ns0:cNvPr name="TextBox 10" id="10"/>
          <ns0:cNvSpPr txBox="true"/>
          <ns0:nvPr/>
        </ns0:nvSpPr>
        <ns0:spPr>
          <ns1:xfrm rot="0">
            <ns1:off x="5255160" y="904875"/>
            <ns1:ext cx="7777680" cy="876300"/>
          </ns1:xfrm>
          <ns1:prstGeom prst="rect">
            <ns1:avLst/>
          </ns1:prstGeom>
        </ns0:spPr>
        <ns0:txBody>
          <ns1:bodyPr anchor="t" rtlCol="false" tIns="0" lIns="0" bIns="0" rIns="0">
            <ns1:spAutoFit/>
          </ns1:bodyPr>
          <ns1:lstStyle/>
          <ns1:p>
            <ns1:pPr algn="ctr" marL="0" indent="0" lvl="0">
              <ns1:lnSpc>
                <ns1:spcPts val="5959"/>
              </ns1:lnSpc>
              <ns1:spcBef>
                <ns1:spcPct val="0"/>
              </ns1:spcBef>
            </ns1:pPr>
            <ns1:r>
              <ns1:rPr lang="en-US" sz="4966" strike="noStrike" u="none">
                <ns1:solidFill>
                  <ns1:srgbClr val="FFFFFF"/>
                </ns1:solidFill>
                <ns1:latin typeface="Jua"/>
                <ns1:ea typeface="Jua"/>
                <ns1:cs typeface="Jua"/>
                <ns1:sym typeface="Jua"/>
              </ns1:rPr>
              <ns1:t/>
            </ns1:r>
          </ns1:p>
        </ns0:txBody>
      </ns0:sp>
    </ns0:spTree>
  </ns0:cSld>
  <ns0:clrMapOvr>
    <ns1:masterClrMapping/>
  </ns0:clrMapOvr>
</ns0:sld>
</file>

<file path=ppt/slides/slide4.xml><?xml version="1.0" encoding="utf-8"?>
<ns0:sld xmlns:ns0="http://schemas.openxmlformats.org/presentationml/2006/main" xmlns:ns1="http://schemas.openxmlformats.org/drawingml/2006/main">
  <ns0:cSld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grpSp>
        <ns0:nvGrpSpPr>
          <ns0:cNvPr name="Group 3" id="3"/>
          <ns0:cNvGrpSpPr/>
          <ns0:nvPr/>
        </ns0:nvGrpSpPr>
        <ns0:grpSpPr>
          <ns1:xfrm rot="0">
            <ns1:off x="3447870" y="3212918"/>
            <ns1:ext cx="11392260" cy="4559114"/>
            <ns1:chOff x="0" y="0"/>
            <ns1:chExt cx="3000431" cy="1200754"/>
          </ns1:xfrm>
        </ns0:grpSpPr>
        <ns0:sp>
          <ns0:nvSpPr>
            <ns0:cNvPr name="Freeform 4" id="4"/>
            <ns0:cNvSpPr/>
            <ns0:nvPr/>
          </ns0:nvSpPr>
          <ns0:spPr>
            <ns1:xfrm flipH="false" flipV="false" rot="0">
              <ns1:off x="0" y="0"/>
              <ns1:ext cx="3000431" cy="1200754"/>
            </ns1:xfrm>
            <ns1:custGeom>
              <ns1:avLst/>
              <ns1:gdLst/>
              <ns1:ahLst/>
              <ns1:cxnLst/>
              <ns1:rect r="r" b="b" t="t" l="l"/>
              <ns1:pathLst>
                <ns1:path h="1200754" w="3000431">
                  <ns1:moveTo>
                    <ns1:pt x="34658" y="0"/>
                  </ns1:moveTo>
                  <ns1:lnTo>
                    <ns1:pt x="2965772" y="0"/>
                  </ns1:lnTo>
                  <ns1:cubicBezTo>
                    <ns1:pt x="2984914" y="0"/>
                    <ns1:pt x="3000431" y="15517"/>
                    <ns1:pt x="3000431" y="34658"/>
                  </ns1:cubicBezTo>
                  <ns1:lnTo>
                    <ns1:pt x="3000431" y="1166096"/>
                  </ns1:lnTo>
                  <ns1:cubicBezTo>
                    <ns1:pt x="3000431" y="1185237"/>
                    <ns1:pt x="2984914" y="1200754"/>
                    <ns1:pt x="2965772" y="1200754"/>
                  </ns1:cubicBezTo>
                  <ns1:lnTo>
                    <ns1:pt x="34658" y="1200754"/>
                  </ns1:lnTo>
                  <ns1:cubicBezTo>
                    <ns1:pt x="25466" y="1200754"/>
                    <ns1:pt x="16651" y="1197103"/>
                    <ns1:pt x="10151" y="1190603"/>
                  </ns1:cubicBezTo>
                  <ns1:cubicBezTo>
                    <ns1:pt x="3652" y="1184103"/>
                    <ns1:pt x="0" y="1175288"/>
                    <ns1:pt x="0" y="1166096"/>
                  </ns1:cubicBezTo>
                  <ns1:lnTo>
                    <ns1:pt x="0" y="34658"/>
                  </ns1:lnTo>
                  <ns1:cubicBezTo>
                    <ns1:pt x="0" y="15517"/>
                    <ns1:pt x="15517" y="0"/>
                    <ns1:pt x="34658" y="0"/>
                  </ns1:cubicBezTo>
                  <ns1:close/>
                </ns1:path>
              </ns1:pathLst>
            </ns1:custGeom>
            <ns1:solidFill>
              <ns1:srgbClr val="75D6D0"/>
            </ns1:solidFill>
          </ns0:spPr>
        </ns0:sp>
        <ns0:sp>
          <ns0:nvSpPr>
            <ns0:cNvPr name="TextBox 5" id="5"/>
            <ns0:cNvSpPr txBox="true"/>
            <ns0:nvPr/>
          </ns0:nvSpPr>
          <ns0:spPr>
            <ns1:xfrm>
              <ns1:off x="0" y="-57150"/>
              <ns1:ext cx="3000431" cy="1257904"/>
            </ns1:xfrm>
            <ns1:prstGeom prst="rect">
              <ns1:avLst/>
            </ns1:prstGeom>
          </ns0:spPr>
          <ns0:txBody>
            <ns1:bodyPr anchor="ctr" rtlCol="false" tIns="50800" lIns="50800" bIns="50800" rIns="50800"/>
            <ns1:lstStyle/>
            <ns1:p>
              <ns1:pPr algn="ctr">
                <ns1:lnSpc>
                  <ns1:spcPts val="2659"/>
                </ns1:lnSpc>
              </ns1:pPr>
            </ns1:p>
          </ns0:txBody>
        </ns0:sp>
      </ns0:grpSp>
      <ns0:sp>
        <ns0:nvSpPr>
          <ns0:cNvPr name="TextBox 6" id="6"/>
          <ns0:cNvSpPr txBox="true"/>
          <ns0:nvPr/>
        </ns0:nvSpPr>
        <ns0:spPr>
          <ns1:xfrm rot="0">
            <ns1:off x="4296196" y="4847950"/>
            <ns1:ext cx="9695608" cy="1403350"/>
          </ns1:xfrm>
          <ns1:prstGeom prst="rect">
            <ns1:avLst/>
          </ns1:prstGeom>
        </ns0:spPr>
        <ns0:txBody>
          <ns1:bodyPr anchor="t" rtlCol="false" tIns="0" lIns="0" bIns="0" rIns="0">
            <ns1:spAutoFit/>
          </ns1:bodyPr>
          <ns1:lstStyle/>
          <ns1:p>
            <ns1:pPr algn="ctr" marL="0" indent="0" lvl="1">
              <ns1:lnSpc>
                <ns1:spcPts val="10699"/>
              </ns1:lnSpc>
              <ns1:spcBef>
                <ns1:spcPct val="0"/>
              </ns1:spcBef>
            </ns1:pPr>
            <ns1:r>
              <ns1:rPr lang="en-US" sz="9999">
                <ns1:solidFill>
                  <ns1:srgbClr val="FB5A48"/>
                </ns1:solidFill>
                <ns1:latin typeface="TT Milks Casual Pie Base"/>
                <ns1:ea typeface="TT Milks Casual Pie Base"/>
                <ns1:cs typeface="TT Milks Casual Pie Base"/>
                <ns1:sym typeface="TT Milks Casual Pie Base"/>
              </ns1:rPr>
              <ns1:t/>
            </ns1:r>
          </ns1:p>
        </ns0:txBody>
      </ns0:sp>
      <ns0:sp>
        <ns0:nvSpPr>
          <ns0:cNvPr name="TextBox 8" id="8"/>
          <ns0:cNvSpPr txBox="true"/>
          <ns0:nvPr/>
        </ns0:nvSpPr>
        <ns0:spPr>
          <ns1:xfrm rot="0">
            <ns1:off x="5255160" y="904875"/>
            <ns1:ext cx="7777680" cy="876300"/>
          </ns1:xfrm>
          <ns1:prstGeom prst="rect">
            <ns1:avLst/>
          </ns1:prstGeom>
        </ns0:spPr>
        <ns0:txBody>
          <ns1:bodyPr anchor="t" rtlCol="false" tIns="0" lIns="0" bIns="0" rIns="0">
            <ns1:spAutoFit/>
          </ns1:bodyPr>
          <ns1:lstStyle/>
          <ns1:p>
            <ns1:pPr algn="ctr" marL="0" indent="0" lvl="0">
              <ns1:lnSpc>
                <ns1:spcPts val="5959"/>
              </ns1:lnSpc>
              <ns1:spcBef>
                <ns1:spcPct val="0"/>
              </ns1:spcBef>
            </ns1:pPr>
            <ns1:r>
              <ns1:rPr lang="en-US" sz="4966">
                <ns1:solidFill>
                  <ns1:srgbClr val="FFFFFF"/>
                </ns1:solidFill>
                <ns1:latin typeface="Jua"/>
                <ns1:ea typeface="Jua"/>
                <ns1:cs typeface="Jua"/>
                <ns1:sym typeface="Jua"/>
              </ns1:rPr>
              <ns1:t/>
            </ns1:r>
          </ns1:p>
        </ns0:txBody>
      </ns0:sp>
    </ns0:spTree>
  </ns0:cSld>
  <ns0:clrMapOvr>
    <ns1:masterClrMapping/>
  </ns0:clrMapOvr>
</ns0:sld>
</file>

<file path=ppt/slides/slide5.xml><?xml version="1.0" encoding="utf-8"?>
<ns0:sld xmlns:ns0="http://schemas.openxmlformats.org/presentationml/2006/main" xmlns:ns1="http://schemas.openxmlformats.org/drawingml/2006/main">
  <ns0:cSld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grpSp>
        <ns0:nvGrpSpPr>
          <ns0:cNvPr name="Group 4" id="4"/>
          <ns0:cNvGrpSpPr/>
          <ns0:nvPr/>
        </ns0:nvGrpSpPr>
        <ns0:grpSpPr>
          <ns1:xfrm rot="0">
            <ns1:off x="4786926" y="5499123"/>
            <ns1:ext cx="4075099" cy="1285608"/>
            <ns1:chOff x="0" y="0"/>
            <ns1:chExt cx="1073277" cy="338596"/>
          </ns1:xfrm>
        </ns0:grpSpPr>
        <ns0:sp>
          <ns0:nvSpPr>
            <ns0:cNvPr name="Freeform 5" id="5"/>
            <ns0:cNvSpPr/>
            <ns0:nvPr/>
          </ns0:nvSpPr>
          <ns0:spPr>
            <ns1:xfrm flipH="false" flipV="false" rot="0">
              <ns1:off x="0" y="0"/>
              <ns1:ext cx="1073277" cy="338596"/>
            </ns1:xfrm>
            <ns1:custGeom>
              <ns1:avLst/>
              <ns1:gdLst/>
              <ns1:ahLst/>
              <ns1:cxnLst/>
              <ns1:rect r="r" b="b" t="t" l="l"/>
              <ns1:pathLst>
                <ns1:path h="338596" w="1073277">
                  <ns1:moveTo>
                    <ns1:pt x="96890" y="0"/>
                  </ns1:moveTo>
                  <ns1:lnTo>
                    <ns1:pt x="976387" y="0"/>
                  </ns1:lnTo>
                  <ns1:cubicBezTo>
                    <ns1:pt x="1002084" y="0"/>
                    <ns1:pt x="1026728" y="10208"/>
                    <ns1:pt x="1044899" y="28379"/>
                  </ns1:cubicBezTo>
                  <ns1:cubicBezTo>
                    <ns1:pt x="1063069" y="46549"/>
                    <ns1:pt x="1073277" y="71193"/>
                    <ns1:pt x="1073277" y="96890"/>
                  </ns1:cubicBezTo>
                  <ns1:lnTo>
                    <ns1:pt x="1073277" y="241706"/>
                  </ns1:lnTo>
                  <ns1:cubicBezTo>
                    <ns1:pt x="1073277" y="267403"/>
                    <ns1:pt x="1063069" y="292047"/>
                    <ns1:pt x="1044899" y="310218"/>
                  </ns1:cubicBezTo>
                  <ns1:cubicBezTo>
                    <ns1:pt x="1026728" y="328388"/>
                    <ns1:pt x="1002084" y="338596"/>
                    <ns1:pt x="976387" y="338596"/>
                  </ns1:cubicBezTo>
                  <ns1:lnTo>
                    <ns1:pt x="96890" y="338596"/>
                  </ns1:lnTo>
                  <ns1:cubicBezTo>
                    <ns1:pt x="71193" y="338596"/>
                    <ns1:pt x="46549" y="328388"/>
                    <ns1:pt x="28379" y="310218"/>
                  </ns1:cubicBezTo>
                  <ns1:cubicBezTo>
                    <ns1:pt x="10208" y="292047"/>
                    <ns1:pt x="0" y="267403"/>
                    <ns1:pt x="0" y="241706"/>
                  </ns1:cubicBezTo>
                  <ns1:lnTo>
                    <ns1:pt x="0" y="96890"/>
                  </ns1:lnTo>
                  <ns1:cubicBezTo>
                    <ns1:pt x="0" y="71193"/>
                    <ns1:pt x="10208" y="46549"/>
                    <ns1:pt x="28379" y="28379"/>
                  </ns1:cubicBezTo>
                  <ns1:cubicBezTo>
                    <ns1:pt x="46549" y="10208"/>
                    <ns1:pt x="71193" y="0"/>
                    <ns1:pt x="96890" y="0"/>
                  </ns1:cubicBezTo>
                  <ns1:close/>
                </ns1:path>
              </ns1:pathLst>
            </ns1:custGeom>
            <ns1:solidFill>
              <ns1:srgbClr val="75D6D0"/>
            </ns1:solidFill>
          </ns0:spPr>
        </ns0:sp>
        <ns0:sp>
          <ns0:nvSpPr>
            <ns0:cNvPr name="TextBox 6" id="6"/>
            <ns0:cNvSpPr txBox="true"/>
            <ns0:nvPr/>
          </ns0:nvSpPr>
          <ns0:spPr>
            <ns1:xfrm>
              <ns1:off x="0" y="-142875"/>
              <ns1:ext cx="1073277" cy="481471"/>
            </ns1:xfrm>
            <ns1:prstGeom prst="rect">
              <ns1:avLst/>
            </ns1:prstGeom>
          </ns0:spPr>
          <ns0:txBody>
            <ns1:bodyPr anchor="ctr" rtlCol="false" tIns="50800" lIns="50800" bIns="50800" rIns="50800"/>
            <ns1:lstStyle/>
            <ns1:p>
              <ns1:pPr algn="ctr">
                <ns1:lnSpc>
                  <ns1:spcPts val="4200"/>
                </ns1:lnSpc>
              </ns1:pPr>
              <ns1:r>
                <ns1:rPr lang="en-US" sz="3000">
                  <ns1:solidFill>
                    <ns1:srgbClr val="000000"/>
                  </ns1:solidFill>
                  <ns1:latin typeface="Jua"/>
                  <ns1:ea typeface="Jua"/>
                  <ns1:cs typeface="Jua"/>
                  <ns1:sym typeface="Jua"/>
                </ns1:rPr>
                <ns1:t/>
              </ns1:r>
            </ns1:p>
          </ns0:txBody>
        </ns0:sp>
      </ns0:grpSp>
      <ns0:grpSp>
        <ns0:nvGrpSpPr>
          <ns0:cNvPr name="Group 7" id="7"/>
          <ns0:cNvGrpSpPr/>
          <ns0:nvPr/>
        </ns0:nvGrpSpPr>
        <ns0:grpSpPr>
          <ns1:xfrm rot="0">
            <ns1:off x="9425975" y="5499123"/>
            <ns1:ext cx="4075099" cy="1285608"/>
            <ns1:chOff x="0" y="0"/>
            <ns1:chExt cx="1073277" cy="338596"/>
          </ns1:xfrm>
        </ns0:grpSpPr>
        <ns0:sp>
          <ns0:nvSpPr>
            <ns0:cNvPr name="Freeform 8" id="8"/>
            <ns0:cNvSpPr/>
            <ns0:nvPr/>
          </ns0:nvSpPr>
          <ns0:spPr>
            <ns1:xfrm flipH="false" flipV="false" rot="0">
              <ns1:off x="0" y="0"/>
              <ns1:ext cx="1073277" cy="338596"/>
            </ns1:xfrm>
            <ns1:custGeom>
              <ns1:avLst/>
              <ns1:gdLst/>
              <ns1:ahLst/>
              <ns1:cxnLst/>
              <ns1:rect r="r" b="b" t="t" l="l"/>
              <ns1:pathLst>
                <ns1:path h="338596" w="1073277">
                  <ns1:moveTo>
                    <ns1:pt x="96890" y="0"/>
                  </ns1:moveTo>
                  <ns1:lnTo>
                    <ns1:pt x="976387" y="0"/>
                  </ns1:lnTo>
                  <ns1:cubicBezTo>
                    <ns1:pt x="1002084" y="0"/>
                    <ns1:pt x="1026728" y="10208"/>
                    <ns1:pt x="1044899" y="28379"/>
                  </ns1:cubicBezTo>
                  <ns1:cubicBezTo>
                    <ns1:pt x="1063069" y="46549"/>
                    <ns1:pt x="1073277" y="71193"/>
                    <ns1:pt x="1073277" y="96890"/>
                  </ns1:cubicBezTo>
                  <ns1:lnTo>
                    <ns1:pt x="1073277" y="241706"/>
                  </ns1:lnTo>
                  <ns1:cubicBezTo>
                    <ns1:pt x="1073277" y="267403"/>
                    <ns1:pt x="1063069" y="292047"/>
                    <ns1:pt x="1044899" y="310218"/>
                  </ns1:cubicBezTo>
                  <ns1:cubicBezTo>
                    <ns1:pt x="1026728" y="328388"/>
                    <ns1:pt x="1002084" y="338596"/>
                    <ns1:pt x="976387" y="338596"/>
                  </ns1:cubicBezTo>
                  <ns1:lnTo>
                    <ns1:pt x="96890" y="338596"/>
                  </ns1:lnTo>
                  <ns1:cubicBezTo>
                    <ns1:pt x="71193" y="338596"/>
                    <ns1:pt x="46549" y="328388"/>
                    <ns1:pt x="28379" y="310218"/>
                  </ns1:cubicBezTo>
                  <ns1:cubicBezTo>
                    <ns1:pt x="10208" y="292047"/>
                    <ns1:pt x="0" y="267403"/>
                    <ns1:pt x="0" y="241706"/>
                  </ns1:cubicBezTo>
                  <ns1:lnTo>
                    <ns1:pt x="0" y="96890"/>
                  </ns1:lnTo>
                  <ns1:cubicBezTo>
                    <ns1:pt x="0" y="71193"/>
                    <ns1:pt x="10208" y="46549"/>
                    <ns1:pt x="28379" y="28379"/>
                  </ns1:cubicBezTo>
                  <ns1:cubicBezTo>
                    <ns1:pt x="46549" y="10208"/>
                    <ns1:pt x="71193" y="0"/>
                    <ns1:pt x="96890" y="0"/>
                  </ns1:cubicBezTo>
                  <ns1:close/>
                </ns1:path>
              </ns1:pathLst>
            </ns1:custGeom>
            <ns1:solidFill>
              <ns1:srgbClr val="75D6D0"/>
            </ns1:solidFill>
            <ns1:ln cap="rnd">
              <ns1:noFill/>
              <ns1:prstDash val="solid"/>
              <ns1:round/>
            </ns1:ln>
          </ns0:spPr>
        </ns0:sp>
        <ns0:sp>
          <ns0:nvSpPr>
            <ns0:cNvPr name="TextBox 9" id="9"/>
            <ns0:cNvSpPr txBox="true"/>
            <ns0:nvPr/>
          </ns0:nvSpPr>
          <ns0:spPr>
            <ns1:xfrm>
              <ns1:off x="0" y="-142875"/>
              <ns1:ext cx="1073277" cy="481471"/>
            </ns1:xfrm>
            <ns1:prstGeom prst="rect">
              <ns1:avLst/>
            </ns1:prstGeom>
          </ns0:spPr>
          <ns0:txBody>
            <ns1:bodyPr anchor="ctr" rtlCol="false" tIns="50800" lIns="50800" bIns="50800" rIns="50800"/>
            <ns1:lstStyle/>
            <ns1:p>
              <ns1:pPr algn="ctr" marL="0" indent="0" lvl="0">
                <ns1:lnSpc>
                  <ns1:spcPts val="4200"/>
                </ns1:lnSpc>
                <ns1:spcBef>
                  <ns1:spcPct val="0"/>
                </ns1:spcBef>
              </ns1:pPr>
              <ns1:r>
                <ns1:rPr lang="en-US" sz="3000" strike="noStrike" u="none">
                  <ns1:solidFill>
                    <ns1:srgbClr val="000000"/>
                  </ns1:solidFill>
                  <ns1:latin typeface="Jua"/>
                  <ns1:ea typeface="Jua"/>
                  <ns1:cs typeface="Jua"/>
                  <ns1:sym typeface="Jua"/>
                </ns1:rPr>
                <ns1:t/>
              </ns1:r>
            </ns1:p>
          </ns0:txBody>
        </ns0:sp>
      </ns0:grpSp>
      <ns0:grpSp>
        <ns0:nvGrpSpPr>
          <ns0:cNvPr name="Group 10" id="10"/>
          <ns0:cNvGrpSpPr/>
          <ns0:nvPr/>
        </ns0:nvGrpSpPr>
        <ns0:grpSpPr>
          <ns1:xfrm rot="0">
            <ns1:off x="7106450" y="7137156"/>
            <ns1:ext cx="4075099" cy="1285608"/>
            <ns1:chOff x="0" y="0"/>
            <ns1:chExt cx="1073277" cy="338596"/>
          </ns1:xfrm>
        </ns0:grpSpPr>
        <ns0:sp>
          <ns0:nvSpPr>
            <ns0:cNvPr name="Freeform 11" id="11"/>
            <ns0:cNvSpPr/>
            <ns0:nvPr/>
          </ns0:nvSpPr>
          <ns0:spPr>
            <ns1:xfrm flipH="false" flipV="false" rot="0">
              <ns1:off x="0" y="0"/>
              <ns1:ext cx="1073277" cy="338596"/>
            </ns1:xfrm>
            <ns1:custGeom>
              <ns1:avLst/>
              <ns1:gdLst/>
              <ns1:ahLst/>
              <ns1:cxnLst/>
              <ns1:rect r="r" b="b" t="t" l="l"/>
              <ns1:pathLst>
                <ns1:path h="338596" w="1073277">
                  <ns1:moveTo>
                    <ns1:pt x="96890" y="0"/>
                  </ns1:moveTo>
                  <ns1:lnTo>
                    <ns1:pt x="976387" y="0"/>
                  </ns1:lnTo>
                  <ns1:cubicBezTo>
                    <ns1:pt x="1002084" y="0"/>
                    <ns1:pt x="1026728" y="10208"/>
                    <ns1:pt x="1044899" y="28379"/>
                  </ns1:cubicBezTo>
                  <ns1:cubicBezTo>
                    <ns1:pt x="1063069" y="46549"/>
                    <ns1:pt x="1073277" y="71193"/>
                    <ns1:pt x="1073277" y="96890"/>
                  </ns1:cubicBezTo>
                  <ns1:lnTo>
                    <ns1:pt x="1073277" y="241706"/>
                  </ns1:lnTo>
                  <ns1:cubicBezTo>
                    <ns1:pt x="1073277" y="267403"/>
                    <ns1:pt x="1063069" y="292047"/>
                    <ns1:pt x="1044899" y="310218"/>
                  </ns1:cubicBezTo>
                  <ns1:cubicBezTo>
                    <ns1:pt x="1026728" y="328388"/>
                    <ns1:pt x="1002084" y="338596"/>
                    <ns1:pt x="976387" y="338596"/>
                  </ns1:cubicBezTo>
                  <ns1:lnTo>
                    <ns1:pt x="96890" y="338596"/>
                  </ns1:lnTo>
                  <ns1:cubicBezTo>
                    <ns1:pt x="71193" y="338596"/>
                    <ns1:pt x="46549" y="328388"/>
                    <ns1:pt x="28379" y="310218"/>
                  </ns1:cubicBezTo>
                  <ns1:cubicBezTo>
                    <ns1:pt x="10208" y="292047"/>
                    <ns1:pt x="0" y="267403"/>
                    <ns1:pt x="0" y="241706"/>
                  </ns1:cubicBezTo>
                  <ns1:lnTo>
                    <ns1:pt x="0" y="96890"/>
                  </ns1:lnTo>
                  <ns1:cubicBezTo>
                    <ns1:pt x="0" y="71193"/>
                    <ns1:pt x="10208" y="46549"/>
                    <ns1:pt x="28379" y="28379"/>
                  </ns1:cubicBezTo>
                  <ns1:cubicBezTo>
                    <ns1:pt x="46549" y="10208"/>
                    <ns1:pt x="71193" y="0"/>
                    <ns1:pt x="96890" y="0"/>
                  </ns1:cubicBezTo>
                  <ns1:close/>
                </ns1:path>
              </ns1:pathLst>
            </ns1:custGeom>
            <ns1:solidFill>
              <ns1:srgbClr val="75D6D0"/>
            </ns1:solidFill>
            <ns1:ln cap="rnd">
              <ns1:noFill/>
              <ns1:prstDash val="solid"/>
              <ns1:round/>
            </ns1:ln>
          </ns0:spPr>
        </ns0:sp>
        <ns0:sp>
          <ns0:nvSpPr>
            <ns0:cNvPr name="TextBox 12" id="12"/>
            <ns0:cNvSpPr txBox="true"/>
            <ns0:nvPr/>
          </ns0:nvSpPr>
          <ns0:spPr>
            <ns1:xfrm>
              <ns1:off x="0" y="-142875"/>
              <ns1:ext cx="1073277" cy="481471"/>
            </ns1:xfrm>
            <ns1:prstGeom prst="rect">
              <ns1:avLst/>
            </ns1:prstGeom>
          </ns0:spPr>
          <ns0:txBody>
            <ns1:bodyPr anchor="ctr" rtlCol="false" tIns="50800" lIns="50800" bIns="50800" rIns="50800"/>
            <ns1:lstStyle/>
            <ns1:p>
              <ns1:pPr algn="ctr" marL="0" indent="0" lvl="0">
                <ns1:lnSpc>
                  <ns1:spcPts val="4200"/>
                </ns1:lnSpc>
                <ns1:spcBef>
                  <ns1:spcPct val="0"/>
                </ns1:spcBef>
              </ns1:pPr>
              <ns1:r>
                <ns1:rPr lang="en-US" sz="3000" strike="noStrike" u="none">
                  <ns1:solidFill>
                    <ns1:srgbClr val="000000"/>
                  </ns1:solidFill>
                  <ns1:latin typeface="Jua"/>
                  <ns1:ea typeface="Jua"/>
                  <ns1:cs typeface="Jua"/>
                  <ns1:sym typeface="Jua"/>
                </ns1:rPr>
                <ns1:t/>
              </ns1:r>
            </ns1:p>
          </ns0:txBody>
        </ns0:sp>
      </ns0:grpSp>
      <ns0:sp>
        <ns0:nvSpPr>
          <ns0:cNvPr name="TextBox 14" id="14"/>
          <ns0:cNvSpPr txBox="true"/>
          <ns0:nvPr/>
        </ns0:nvSpPr>
        <ns0:spPr>
          <ns1:xfrm rot="0">
            <ns1:off x="2799732" y="2802890"/>
            <ns1:ext cx="12688536" cy="2340610"/>
          </ns1:xfrm>
          <ns1:prstGeom prst="rect">
            <ns1:avLst/>
          </ns1:prstGeom>
        </ns0:spPr>
        <ns0:txBody>
          <ns1:bodyPr anchor="t" rtlCol="false" tIns="0" lIns="0" bIns="0" rIns="0">
            <ns1:spAutoFit/>
          </ns1:bodyPr>
          <ns1:lstStyle/>
          <ns1:p>
            <ns1:pPr algn="ctr" marL="0" indent="0" lvl="1">
              <ns1:lnSpc>
                <ns1:spcPts val="9094"/>
              </ns1:lnSpc>
              <ns1:spcBef>
                <ns1:spcPct val="0"/>
              </ns1:spcBef>
            </ns1:pPr>
            <ns1:r>
              <ns1:rPr lang="en-US" sz="8499">
                <ns1:solidFill>
                  <ns1:srgbClr val="FB5A48"/>
                </ns1:solidFill>
                <ns1:latin typeface="TT Milks Casual Pie Base"/>
                <ns1:ea typeface="TT Milks Casual Pie Base"/>
                <ns1:cs typeface="TT Milks Casual Pie Base"/>
                <ns1:sym typeface="TT Milks Casual Pie Base"/>
              </ns1:rPr>
              <ns1:t/>
            </ns1:r>
          </ns1:p>
        </ns0:txBody>
      </ns0:sp>
      <ns0:sp>
        <ns0:nvSpPr>
          <ns0:cNvPr name="TextBox 15" id="15"/>
          <ns0:cNvSpPr txBox="true"/>
          <ns0:nvPr/>
        </ns0:nvSpPr>
        <ns0:spPr>
          <ns1:xfrm rot="0">
            <ns1:off x="5255160" y="904875"/>
            <ns1:ext cx="7777680" cy="876300"/>
          </ns1:xfrm>
          <ns1:prstGeom prst="rect">
            <ns1:avLst/>
          </ns1:prstGeom>
        </ns0:spPr>
        <ns0:txBody>
          <ns1:bodyPr anchor="t" rtlCol="false" tIns="0" lIns="0" bIns="0" rIns="0">
            <ns1:spAutoFit/>
          </ns1:bodyPr>
          <ns1:lstStyle/>
          <ns1:p>
            <ns1:pPr algn="ctr" marL="0" indent="0" lvl="0">
              <ns1:lnSpc>
                <ns1:spcPts val="5959"/>
              </ns1:lnSpc>
              <ns1:spcBef>
                <ns1:spcPct val="0"/>
              </ns1:spcBef>
            </ns1:pPr>
            <ns1:r>
              <ns1:rPr lang="en-US" sz="4966">
                <ns1:solidFill>
                  <ns1:srgbClr val="FFFFFF"/>
                </ns1:solidFill>
                <ns1:latin typeface="Jua"/>
                <ns1:ea typeface="Jua"/>
                <ns1:cs typeface="Jua"/>
                <ns1:sym typeface="Jua"/>
              </ns1:rPr>
              <ns1:t/>
            </ns1:r>
          </ns1:p>
        </ns0:txBody>
      </ns0:sp>
    </ns0:spTree>
  </ns0:cSld>
  <ns0:clrMapOvr>
    <ns1:masterClrMapping/>
  </ns0:clrMapOvr>
</ns0:sld>
</file>

<file path=ppt/slides/slide6.xml><?xml version="1.0" encoding="utf-8"?>
<ns0:sld xmlns:ns0="http://schemas.openxmlformats.org/presentationml/2006/main" xmlns:ns1="http://schemas.openxmlformats.org/drawingml/2006/main">
  <ns0:cSld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grpSp>
        <ns0:nvGrpSpPr>
          <ns0:cNvPr name="Group 4" id="4"/>
          <ns0:cNvGrpSpPr/>
          <ns0:nvPr/>
        </ns0:nvGrpSpPr>
        <ns0:grpSpPr>
          <ns1:xfrm rot="0">
            <ns1:off x="3447870" y="3212918"/>
            <ns1:ext cx="11392260" cy="4559114"/>
            <ns1:chOff x="0" y="0"/>
            <ns1:chExt cx="3000431" cy="1200754"/>
          </ns1:xfrm>
        </ns0:grpSpPr>
        <ns0:sp>
          <ns0:nvSpPr>
            <ns0:cNvPr name="Freeform 5" id="5"/>
            <ns0:cNvSpPr/>
            <ns0:nvPr/>
          </ns0:nvSpPr>
          <ns0:spPr>
            <ns1:xfrm flipH="false" flipV="false" rot="0">
              <ns1:off x="0" y="0"/>
              <ns1:ext cx="3000431" cy="1200754"/>
            </ns1:xfrm>
            <ns1:custGeom>
              <ns1:avLst/>
              <ns1:gdLst/>
              <ns1:ahLst/>
              <ns1:cxnLst/>
              <ns1:rect r="r" b="b" t="t" l="l"/>
              <ns1:pathLst>
                <ns1:path h="1200754" w="3000431">
                  <ns1:moveTo>
                    <ns1:pt x="34658" y="0"/>
                  </ns1:moveTo>
                  <ns1:lnTo>
                    <ns1:pt x="2965772" y="0"/>
                  </ns1:lnTo>
                  <ns1:cubicBezTo>
                    <ns1:pt x="2984914" y="0"/>
                    <ns1:pt x="3000431" y="15517"/>
                    <ns1:pt x="3000431" y="34658"/>
                  </ns1:cubicBezTo>
                  <ns1:lnTo>
                    <ns1:pt x="3000431" y="1166096"/>
                  </ns1:lnTo>
                  <ns1:cubicBezTo>
                    <ns1:pt x="3000431" y="1185237"/>
                    <ns1:pt x="2984914" y="1200754"/>
                    <ns1:pt x="2965772" y="1200754"/>
                  </ns1:cubicBezTo>
                  <ns1:lnTo>
                    <ns1:pt x="34658" y="1200754"/>
                  </ns1:lnTo>
                  <ns1:cubicBezTo>
                    <ns1:pt x="25466" y="1200754"/>
                    <ns1:pt x="16651" y="1197103"/>
                    <ns1:pt x="10151" y="1190603"/>
                  </ns1:cubicBezTo>
                  <ns1:cubicBezTo>
                    <ns1:pt x="3652" y="1184103"/>
                    <ns1:pt x="0" y="1175288"/>
                    <ns1:pt x="0" y="1166096"/>
                  </ns1:cubicBezTo>
                  <ns1:lnTo>
                    <ns1:pt x="0" y="34658"/>
                  </ns1:lnTo>
                  <ns1:cubicBezTo>
                    <ns1:pt x="0" y="15517"/>
                    <ns1:pt x="15517" y="0"/>
                    <ns1:pt x="34658" y="0"/>
                  </ns1:cubicBezTo>
                  <ns1:close/>
                </ns1:path>
              </ns1:pathLst>
            </ns1:custGeom>
            <ns1:solidFill>
              <ns1:srgbClr val="75D6D0"/>
            </ns1:solidFill>
          </ns0:spPr>
        </ns0:sp>
        <ns0:sp>
          <ns0:nvSpPr>
            <ns0:cNvPr name="TextBox 6" id="6"/>
            <ns0:cNvSpPr txBox="true"/>
            <ns0:nvPr/>
          </ns0:nvSpPr>
          <ns0:spPr>
            <ns1:xfrm>
              <ns1:off x="0" y="-57150"/>
              <ns1:ext cx="3000431" cy="1257904"/>
            </ns1:xfrm>
            <ns1:prstGeom prst="rect">
              <ns1:avLst/>
            </ns1:prstGeom>
          </ns0:spPr>
          <ns0:txBody>
            <ns1:bodyPr anchor="ctr" rtlCol="false" tIns="50800" lIns="50800" bIns="50800" rIns="50800"/>
            <ns1:lstStyle/>
            <ns1:p>
              <ns1:pPr algn="ctr">
                <ns1:lnSpc>
                  <ns1:spcPts val="2659"/>
                </ns1:lnSpc>
              </ns1:pPr>
            </ns1:p>
          </ns0:txBody>
        </ns0:sp>
      </ns0:grpSp>
      <ns0:sp>
        <ns0:nvSpPr>
          <ns0:cNvPr name="TextBox 7" id="7"/>
          <ns0:cNvSpPr txBox="true"/>
          <ns0:nvPr/>
        </ns0:nvSpPr>
        <ns0:spPr>
          <ns1:xfrm rot="0">
            <ns1:off x="4296196" y="4847950"/>
            <ns1:ext cx="9695608" cy="1403350"/>
          </ns1:xfrm>
          <ns1:prstGeom prst="rect">
            <ns1:avLst/>
          </ns1:prstGeom>
        </ns0:spPr>
        <ns0:txBody>
          <ns1:bodyPr anchor="t" rtlCol="false" tIns="0" lIns="0" bIns="0" rIns="0">
            <ns1:spAutoFit/>
          </ns1:bodyPr>
          <ns1:lstStyle/>
          <ns1:p>
            <ns1:pPr algn="ctr" marL="0" indent="0" lvl="1">
              <ns1:lnSpc>
                <ns1:spcPts val="10699"/>
              </ns1:lnSpc>
              <ns1:spcBef>
                <ns1:spcPct val="0"/>
              </ns1:spcBef>
            </ns1:pPr>
            <ns1:r>
              <ns1:rPr lang="en-US" sz="9999">
                <ns1:solidFill>
                  <ns1:srgbClr val="FB5A48"/>
                </ns1:solidFill>
                <ns1:latin typeface="TT Milks Casual Pie Base"/>
                <ns1:ea typeface="TT Milks Casual Pie Base"/>
                <ns1:cs typeface="TT Milks Casual Pie Base"/>
                <ns1:sym typeface="TT Milks Casual Pie Base"/>
              </ns1:rPr>
              <ns1:t/>
            </ns1:r>
          </ns1:p>
        </ns0:txBody>
      </ns0:sp>
      <ns0:sp>
        <ns0:nvSpPr>
          <ns0:cNvPr name="TextBox 13" id="13"/>
          <ns0:cNvSpPr txBox="true"/>
          <ns0:nvPr/>
        </ns0:nvSpPr>
        <ns0:spPr>
          <ns1:xfrm rot="0">
            <ns1:off x="5255160" y="904875"/>
            <ns1:ext cx="7777680" cy="876300"/>
          </ns1:xfrm>
          <ns1:prstGeom prst="rect">
            <ns1:avLst/>
          </ns1:prstGeom>
        </ns0:spPr>
        <ns0:txBody>
          <ns1:bodyPr anchor="t" rtlCol="false" tIns="0" lIns="0" bIns="0" rIns="0">
            <ns1:spAutoFit/>
          </ns1:bodyPr>
          <ns1:lstStyle/>
          <ns1:p>
            <ns1:pPr algn="ctr" marL="0" indent="0" lvl="0">
              <ns1:lnSpc>
                <ns1:spcPts val="5959"/>
              </ns1:lnSpc>
              <ns1:spcBef>
                <ns1:spcPct val="0"/>
              </ns1:spcBef>
            </ns1:pPr>
            <ns1:r>
              <ns1:rPr lang="en-US" sz="4966">
                <ns1:solidFill>
                  <ns1:srgbClr val="FFFFFF"/>
                </ns1:solidFill>
                <ns1:latin typeface="Jua"/>
                <ns1:ea typeface="Jua"/>
                <ns1:cs typeface="Jua"/>
                <ns1:sym typeface="Jua"/>
              </ns1:rPr>
              <ns1:t/>
            </ns1:r>
          </ns1:p>
        </ns0:txBody>
      </ns0:sp>
    </ns0:spTree>
  </ns0:cSld>
  <ns0:clrMapOvr>
    <ns1:masterClrMapping/>
  </ns0:clrMapOvr>
</ns0:sld>
</file>

<file path=ppt/slides/slide7.xml><?xml version="1.0" encoding="utf-8"?>
<ns0:sld xmlns:ns0="http://schemas.openxmlformats.org/presentationml/2006/main" xmlns:ns1="http://schemas.openxmlformats.org/drawingml/2006/main">
  <ns0:cSld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name="TextBox 6" id="6"/>
          <ns0:cNvSpPr txBox="true"/>
          <ns0:nvPr/>
        </ns0:nvSpPr>
        <ns0:spPr>
          <ns1:xfrm rot="0">
            <ns1:off x="4123720" y="3015303"/>
            <ns1:ext cx="10040560" cy="1806803"/>
          </ns1:xfrm>
          <ns1:prstGeom prst="rect">
            <ns1:avLst/>
          </ns1:prstGeom>
        </ns0:spPr>
        <ns0:txBody>
          <ns1:bodyPr anchor="t" rtlCol="false" tIns="0" lIns="0" bIns="0" rIns="0">
            <ns1:spAutoFit/>
          </ns1:bodyPr>
          <ns1:lstStyle/>
          <ns1:p>
            <ns1:pPr algn="ctr" marL="0" indent="0" lvl="1">
              <ns1:lnSpc>
                <ns1:spcPts val="13813"/>
              </ns1:lnSpc>
              <ns1:spcBef>
                <ns1:spcPct val="0"/>
              </ns1:spcBef>
            </ns1:pPr>
            <ns1:r>
              <ns1:rPr lang="en-US" sz="12909">
                <ns1:solidFill>
                  <ns1:srgbClr val="FB5A48"/>
                </ns1:solidFill>
                <ns1:latin typeface="TT Milks Casual Pie Base"/>
                <ns1:ea typeface="TT Milks Casual Pie Base"/>
                <ns1:cs typeface="TT Milks Casual Pie Base"/>
                <ns1:sym typeface="TT Milks Casual Pie Base"/>
              </ns1:rPr>
              <ns1:t/>
            </ns1:r>
          </ns1:p>
        </ns0:txBody>
      </ns0:sp>
      <ns0:sp>
        <ns0:nvSpPr>
          <ns0:cNvPr name="TextBox 7" id="7"/>
          <ns0:cNvSpPr txBox="true"/>
          <ns0:nvPr/>
        </ns0:nvSpPr>
        <ns0:spPr>
          <ns1:xfrm rot="0">
            <ns1:off x="5255160" y="904875"/>
            <ns1:ext cx="7777680" cy="876300"/>
          </ns1:xfrm>
          <ns1:prstGeom prst="rect">
            <ns1:avLst/>
          </ns1:prstGeom>
        </ns0:spPr>
        <ns0:txBody>
          <ns1:bodyPr anchor="t" rtlCol="false" tIns="0" lIns="0" bIns="0" rIns="0">
            <ns1:spAutoFit/>
          </ns1:bodyPr>
          <ns1:lstStyle/>
          <ns1:p>
            <ns1:pPr algn="ctr" marL="0" indent="0" lvl="0">
              <ns1:lnSpc>
                <ns1:spcPts val="5959"/>
              </ns1:lnSpc>
              <ns1:spcBef>
                <ns1:spcPct val="0"/>
              </ns1:spcBef>
            </ns1:pPr>
            <ns1:r>
              <ns1:rPr lang="en-US" sz="4966">
                <ns1:solidFill>
                  <ns1:srgbClr val="FFFFFF"/>
                </ns1:solidFill>
                <ns1:latin typeface="Jua"/>
                <ns1:ea typeface="Jua"/>
                <ns1:cs typeface="Jua"/>
                <ns1:sym typeface="Jua"/>
              </ns1:rPr>
              <ns1:t/>
            </ns1:r>
          </ns1:p>
        </ns0:txBody>
      </ns0:sp>
    </ns0:spTree>
  </ns0:cSld>
  <ns0:clrMapOvr>
    <ns1:masterClrMapping/>
  </ns0:clrMapOvr>
</ns0:sld>
</file>

<file path=ppt/slides/slide8.xml><?xml version="1.0" encoding="utf-8"?>
<ns0:sld xmlns:ns0="http://schemas.openxmlformats.org/presentationml/2006/main" xmlns:ns1="http://schemas.openxmlformats.org/drawingml/2006/main">
  <ns0:cSld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grpSp>
        <ns0:nvGrpSpPr>
          <ns0:cNvPr name="Group 4" id="4"/>
          <ns0:cNvGrpSpPr/>
          <ns0:nvPr/>
        </ns0:nvGrpSpPr>
        <ns0:grpSpPr>
          <ns1:xfrm rot="0">
            <ns1:off x="3447870" y="3212918"/>
            <ns1:ext cx="11392260" cy="4559114"/>
            <ns1:chOff x="0" y="0"/>
            <ns1:chExt cx="3000431" cy="1200754"/>
          </ns1:xfrm>
        </ns0:grpSpPr>
        <ns0:sp>
          <ns0:nvSpPr>
            <ns0:cNvPr name="Freeform 5" id="5"/>
            <ns0:cNvSpPr/>
            <ns0:nvPr/>
          </ns0:nvSpPr>
          <ns0:spPr>
            <ns1:xfrm flipH="false" flipV="false" rot="0">
              <ns1:off x="0" y="0"/>
              <ns1:ext cx="3000431" cy="1200754"/>
            </ns1:xfrm>
            <ns1:custGeom>
              <ns1:avLst/>
              <ns1:gdLst/>
              <ns1:ahLst/>
              <ns1:cxnLst/>
              <ns1:rect r="r" b="b" t="t" l="l"/>
              <ns1:pathLst>
                <ns1:path h="1200754" w="3000431">
                  <ns1:moveTo>
                    <ns1:pt x="34658" y="0"/>
                  </ns1:moveTo>
                  <ns1:lnTo>
                    <ns1:pt x="2965772" y="0"/>
                  </ns1:lnTo>
                  <ns1:cubicBezTo>
                    <ns1:pt x="2984914" y="0"/>
                    <ns1:pt x="3000431" y="15517"/>
                    <ns1:pt x="3000431" y="34658"/>
                  </ns1:cubicBezTo>
                  <ns1:lnTo>
                    <ns1:pt x="3000431" y="1166096"/>
                  </ns1:lnTo>
                  <ns1:cubicBezTo>
                    <ns1:pt x="3000431" y="1185237"/>
                    <ns1:pt x="2984914" y="1200754"/>
                    <ns1:pt x="2965772" y="1200754"/>
                  </ns1:cubicBezTo>
                  <ns1:lnTo>
                    <ns1:pt x="34658" y="1200754"/>
                  </ns1:lnTo>
                  <ns1:cubicBezTo>
                    <ns1:pt x="25466" y="1200754"/>
                    <ns1:pt x="16651" y="1197103"/>
                    <ns1:pt x="10151" y="1190603"/>
                  </ns1:cubicBezTo>
                  <ns1:cubicBezTo>
                    <ns1:pt x="3652" y="1184103"/>
                    <ns1:pt x="0" y="1175288"/>
                    <ns1:pt x="0" y="1166096"/>
                  </ns1:cubicBezTo>
                  <ns1:lnTo>
                    <ns1:pt x="0" y="34658"/>
                  </ns1:lnTo>
                  <ns1:cubicBezTo>
                    <ns1:pt x="0" y="15517"/>
                    <ns1:pt x="15517" y="0"/>
                    <ns1:pt x="34658" y="0"/>
                  </ns1:cubicBezTo>
                  <ns1:close/>
                </ns1:path>
              </ns1:pathLst>
            </ns1:custGeom>
            <ns1:solidFill>
              <ns1:srgbClr val="75D6D0"/>
            </ns1:solidFill>
          </ns0:spPr>
        </ns0:sp>
        <ns0:sp>
          <ns0:nvSpPr>
            <ns0:cNvPr name="TextBox 6" id="6"/>
            <ns0:cNvSpPr txBox="true"/>
            <ns0:nvPr/>
          </ns0:nvSpPr>
          <ns0:spPr>
            <ns1:xfrm>
              <ns1:off x="0" y="-57150"/>
              <ns1:ext cx="3000431" cy="1257904"/>
            </ns1:xfrm>
            <ns1:prstGeom prst="rect">
              <ns1:avLst/>
            </ns1:prstGeom>
          </ns0:spPr>
          <ns0:txBody>
            <ns1:bodyPr anchor="ctr" rtlCol="false" tIns="50800" lIns="50800" bIns="50800" rIns="50800"/>
            <ns1:lstStyle/>
            <ns1:p>
              <ns1:pPr algn="ctr">
                <ns1:lnSpc>
                  <ns1:spcPts val="2659"/>
                </ns1:lnSpc>
              </ns1:pPr>
            </ns1:p>
          </ns0:txBody>
        </ns0:sp>
      </ns0:grpSp>
      <ns0:sp>
        <ns0:nvSpPr>
          <ns0:cNvPr name="TextBox 9" id="9"/>
          <ns0:cNvSpPr txBox="true"/>
          <ns0:nvPr/>
        </ns0:nvSpPr>
        <ns0:spPr>
          <ns1:xfrm rot="0">
            <ns1:off x="4296196" y="4847950"/>
            <ns1:ext cx="9695608" cy="1403350"/>
          </ns1:xfrm>
          <ns1:prstGeom prst="rect">
            <ns1:avLst/>
          </ns1:prstGeom>
        </ns0:spPr>
        <ns0:txBody>
          <ns1:bodyPr anchor="t" rtlCol="false" tIns="0" lIns="0" bIns="0" rIns="0">
            <ns1:spAutoFit/>
          </ns1:bodyPr>
          <ns1:lstStyle/>
          <ns1:p>
            <ns1:pPr algn="ctr" marL="0" indent="0" lvl="1">
              <ns1:lnSpc>
                <ns1:spcPts val="10699"/>
              </ns1:lnSpc>
              <ns1:spcBef>
                <ns1:spcPct val="0"/>
              </ns1:spcBef>
            </ns1:pPr>
            <ns1:r>
              <ns1:rPr lang="en-US" sz="9999">
                <ns1:solidFill>
                  <ns1:srgbClr val="FB5A48"/>
                </ns1:solidFill>
                <ns1:latin typeface="TT Milks Casual Pie Base"/>
                <ns1:ea typeface="TT Milks Casual Pie Base"/>
                <ns1:cs typeface="TT Milks Casual Pie Base"/>
                <ns1:sym typeface="TT Milks Casual Pie Base"/>
              </ns1:rPr>
              <ns1:t/>
            </ns1:r>
          </ns1:p>
        </ns0:txBody>
      </ns0:sp>
      <ns0:sp>
        <ns0:nvSpPr>
          <ns0:cNvPr name="TextBox 10" id="10"/>
          <ns0:cNvSpPr txBox="true"/>
          <ns0:nvPr/>
        </ns0:nvSpPr>
        <ns0:spPr>
          <ns1:xfrm rot="0">
            <ns1:off x="5255160" y="904875"/>
            <ns1:ext cx="7777680" cy="876300"/>
          </ns1:xfrm>
          <ns1:prstGeom prst="rect">
            <ns1:avLst/>
          </ns1:prstGeom>
        </ns0:spPr>
        <ns0:txBody>
          <ns1:bodyPr anchor="t" rtlCol="false" tIns="0" lIns="0" bIns="0" rIns="0">
            <ns1:spAutoFit/>
          </ns1:bodyPr>
          <ns1:lstStyle/>
          <ns1:p>
            <ns1:pPr algn="ctr" marL="0" indent="0" lvl="0">
              <ns1:lnSpc>
                <ns1:spcPts val="5959"/>
              </ns1:lnSpc>
              <ns1:spcBef>
                <ns1:spcPct val="0"/>
              </ns1:spcBef>
            </ns1:pPr>
            <ns1:r>
              <ns1:rPr lang="en-US" sz="4966">
                <ns1:solidFill>
                  <ns1:srgbClr val="FFFFFF"/>
                </ns1:solidFill>
                <ns1:latin typeface="Jua"/>
                <ns1:ea typeface="Jua"/>
                <ns1:cs typeface="Jua"/>
                <ns1:sym typeface="Jua"/>
              </ns1:rPr>
              <ns1:t/>
            </ns1:r>
          </ns1:p>
        </ns0:txBody>
      </ns0:sp>
    </ns0:spTree>
  </ns0:cSld>
  <ns0:clrMapOvr>
    <ns1:masterClrMapping/>
  </ns0:clrMapOvr>
</ns0:sld>
</file>

<file path=ppt/slides/slide9.xml><?xml version="1.0" encoding="utf-8"?>
<ns0:sld xmlns:ns0="http://schemas.openxmlformats.org/presentationml/2006/main" xmlns:ns1="http://schemas.openxmlformats.org/drawingml/2006/main">
  <ns0:cSld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name="TextBox 6" id="6"/>
          <ns0:cNvSpPr txBox="true"/>
          <ns0:nvPr/>
        </ns0:nvSpPr>
        <ns0:spPr>
          <ns1:xfrm rot="0">
            <ns1:off x="5255160" y="7779801"/>
            <ns1:ext cx="7777680" cy="876300"/>
          </ns1:xfrm>
          <ns1:prstGeom prst="rect">
            <ns1:avLst/>
          </ns1:prstGeom>
        </ns0:spPr>
        <ns0:txBody>
          <ns1:bodyPr anchor="t" rtlCol="false" tIns="0" lIns="0" bIns="0" rIns="0">
            <ns1:spAutoFit/>
          </ns1:bodyPr>
          <ns1:lstStyle/>
          <ns1:p>
            <ns1:pPr algn="ctr" marL="0" indent="0" lvl="0">
              <ns1:lnSpc>
                <ns1:spcPts val="5959"/>
              </ns1:lnSpc>
              <ns1:spcBef>
                <ns1:spcPct val="0"/>
              </ns1:spcBef>
            </ns1:pPr>
            <ns1:r>
              <ns1:rPr lang="en-US" sz="4966">
                <ns1:solidFill>
                  <ns1:srgbClr val="FFFFFF"/>
                </ns1:solidFill>
                <ns1:latin typeface="Jua"/>
                <ns1:ea typeface="Jua"/>
                <ns1:cs typeface="Jua"/>
                <ns1:sym typeface="Jua"/>
              </ns1:rPr>
              <ns1:t/>
            </ns1:r>
          </ns1:p>
        </ns0:txBody>
      </ns0:sp>
      <ns0:sp>
        <ns0:nvSpPr>
          <ns0:cNvPr name="TextBox 9" id="9"/>
          <ns0:cNvSpPr txBox="true"/>
          <ns0:nvPr/>
        </ns0:nvSpPr>
        <ns0:spPr>
          <ns1:xfrm rot="0">
            <ns1:off x="5530982" y="1726149"/>
            <ns1:ext cx="7226036" cy="2615762"/>
          </ns1:xfrm>
          <ns1:prstGeom prst="rect">
            <ns1:avLst/>
          </ns1:prstGeom>
        </ns0:spPr>
        <ns0:txBody>
          <ns1:bodyPr anchor="t" rtlCol="false" tIns="0" lIns="0" bIns="0" rIns="0">
            <ns1:spAutoFit/>
          </ns1:bodyPr>
          <ns1:lstStyle/>
          <ns1:p>
            <ns1:pPr algn="ctr" marL="0" indent="0" lvl="1">
              <ns1:lnSpc>
                <ns1:spcPts val="8341"/>
              </ns1:lnSpc>
              <ns1:spcBef>
                <ns1:spcPct val="0"/>
              </ns1:spcBef>
            </ns1:pPr>
            <ns1:r>
              <ns1:rPr lang="en-US" b="true" sz="7795" strike="noStrike" u="none">
                <ns1:solidFill>
                  <ns1:srgbClr val="FB5A48"/>
                </ns1:solidFill>
                <ns1:latin typeface="TT Milks Casual Pie Base"/>
                <ns1:ea typeface="TT Milks Casual Pie Base"/>
                <ns1:cs typeface="TT Milks Casual Pie Base"/>
                <ns1:sym typeface="TT Milks Casual Pie Base"/>
              </ns1:rPr>
              <ns1:t/>
            </ns1:r>
          </ns1:p>
        </ns0:txBody>
      </ns0:sp>
    </ns0:spTree>
  </ns0:cSld>
  <ns0:clrMapOvr>
    <ns1:masterClrMapping/>
  </ns0:clrMapOvr>
</ns0:sld>
</file>

<file path=ppt/slides/slide10.xml><?xml version="1.0" encoding="utf-8"?>
<ns0:sld xmlns:ns0="http://schemas.openxmlformats.org/presentationml/2006/main" xmlns:ns1="http://schemas.openxmlformats.org/drawingml/2006/main">
  <ns0:cSld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name="TextBox 4" id="4"/>
          <ns0:cNvSpPr txBox="true"/>
          <ns0:nvPr/>
        </ns0:nvSpPr>
        <ns0:spPr>
          <ns1:xfrm rot="0">
            <ns1:off x="3021875" y="3474037"/>
            <ns1:ext cx="12244250" cy="3481802"/>
          </ns1:xfrm>
          <ns1:prstGeom prst="rect">
            <ns1:avLst/>
          </ns1:prstGeom>
        </ns0:spPr>
        <ns0:txBody>
          <ns1:bodyPr anchor="t" rtlCol="false" tIns="0" lIns="0" bIns="0" rIns="0">
            <ns1:spAutoFit/>
          </ns1:bodyPr>
          <ns1:lstStyle/>
          <ns1:p>
            <ns1:pPr algn="ctr" marL="0" indent="0" lvl="1">
              <ns1:lnSpc>
                <ns1:spcPts val="13512"/>
              </ns1:lnSpc>
              <ns1:spcBef>
                <ns1:spcPct val="0"/>
              </ns1:spcBef>
            </ns1:pPr>
            <ns1:r>
              <ns1:rPr lang="en-US" sz="12628">
                <ns1:solidFill>
                  <ns1:srgbClr val="FB5A48"/>
                </ns1:solidFill>
                <ns1:latin typeface="TT Milks Casual Pie Base"/>
                <ns1:ea typeface="TT Milks Casual Pie Base"/>
                <ns1:cs typeface="TT Milks Casual Pie Base"/>
                <ns1:sym typeface="TT Milks Casual Pie Base"/>
              </ns1:rPr>
              <ns1:t/>
            </ns1:r>
          </ns1:p>
        </ns0:txBody>
      </ns0:sp>
    </ns0:spTree>
  </ns0:cSld>
  <ns0:clrMapOvr>
    <ns1:masterClrMapping/>
  </ns0:clrMapOvr>
</ns0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DAHE70u8M1s</dc:identifier>
  <dcterms:modified xsi:type="dcterms:W3CDTF">2011-08-01T06:04:30Z</dcterms:modified>
  <cp:revision>1</cp:revision>
</cp:coreProperties>
</file>