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T Milks Casual Pie Base" charset="1" panose="02000503030000020003"/>
      <p:regular r:id="rId16"/>
    </p:embeddedFont>
    <p:embeddedFont>
      <p:font typeface="Jua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9.png" Type="http://schemas.openxmlformats.org/officeDocument/2006/relationships/image"/><Relationship Id="rId14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7.jpe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16365" y="-7616865"/>
            <a:ext cx="25520731" cy="25520731"/>
          </a:xfrm>
          <a:custGeom>
            <a:avLst/>
            <a:gdLst/>
            <a:ahLst/>
            <a:cxnLst/>
            <a:rect r="r" b="b" t="t" l="l"/>
            <a:pathLst>
              <a:path h="25520731" w="25520731">
                <a:moveTo>
                  <a:pt x="0" y="0"/>
                </a:moveTo>
                <a:lnTo>
                  <a:pt x="25520730" y="0"/>
                </a:lnTo>
                <a:lnTo>
                  <a:pt x="25520730" y="25520730"/>
                </a:lnTo>
                <a:lnTo>
                  <a:pt x="0" y="25520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92355" y="-5826313"/>
            <a:ext cx="11602585" cy="11409423"/>
          </a:xfrm>
          <a:custGeom>
            <a:avLst/>
            <a:gdLst/>
            <a:ahLst/>
            <a:cxnLst/>
            <a:rect r="r" b="b" t="t" l="l"/>
            <a:pathLst>
              <a:path h="11409423" w="11602585">
                <a:moveTo>
                  <a:pt x="0" y="0"/>
                </a:moveTo>
                <a:lnTo>
                  <a:pt x="11602585" y="0"/>
                </a:lnTo>
                <a:lnTo>
                  <a:pt x="11602585" y="11409424"/>
                </a:lnTo>
                <a:lnTo>
                  <a:pt x="0" y="114094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58585" y="4448740"/>
            <a:ext cx="11602585" cy="11409423"/>
          </a:xfrm>
          <a:custGeom>
            <a:avLst/>
            <a:gdLst/>
            <a:ahLst/>
            <a:cxnLst/>
            <a:rect r="r" b="b" t="t" l="l"/>
            <a:pathLst>
              <a:path h="11409423" w="11602585">
                <a:moveTo>
                  <a:pt x="0" y="0"/>
                </a:moveTo>
                <a:lnTo>
                  <a:pt x="11602585" y="0"/>
                </a:lnTo>
                <a:lnTo>
                  <a:pt x="11602585" y="11409424"/>
                </a:lnTo>
                <a:lnTo>
                  <a:pt x="0" y="114094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57397" y="2568007"/>
            <a:ext cx="10901903" cy="548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7"/>
              </a:lnSpc>
            </a:pPr>
            <a:r>
              <a:rPr lang="en-US" sz="27862">
                <a:solidFill>
                  <a:srgbClr val="FB5A48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Game</a:t>
            </a:r>
          </a:p>
        </p:txBody>
      </p:sp>
      <p:sp>
        <p:nvSpPr>
          <p:cNvPr name="TextBox 6" id="6"/>
          <p:cNvSpPr txBox="true"/>
          <p:nvPr/>
        </p:nvSpPr>
        <p:spPr>
          <a:xfrm rot="-314404">
            <a:off x="5954839" y="869288"/>
            <a:ext cx="8652006" cy="361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98"/>
              </a:lnSpc>
            </a:pPr>
            <a:r>
              <a:rPr lang="en-US" sz="18641" spc="-186">
                <a:solidFill>
                  <a:srgbClr val="FB5A48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Trivia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4448740"/>
            <a:ext cx="8378139" cy="6123658"/>
          </a:xfrm>
          <a:custGeom>
            <a:avLst/>
            <a:gdLst/>
            <a:ahLst/>
            <a:cxnLst/>
            <a:rect r="r" b="b" t="t" l="l"/>
            <a:pathLst>
              <a:path h="6123658" w="8378139">
                <a:moveTo>
                  <a:pt x="0" y="0"/>
                </a:moveTo>
                <a:lnTo>
                  <a:pt x="8378139" y="0"/>
                </a:lnTo>
                <a:lnTo>
                  <a:pt x="8378139" y="6123659"/>
                </a:lnTo>
                <a:lnTo>
                  <a:pt x="0" y="6123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194497" y="7510570"/>
            <a:ext cx="3470538" cy="2776430"/>
          </a:xfrm>
          <a:custGeom>
            <a:avLst/>
            <a:gdLst/>
            <a:ahLst/>
            <a:cxnLst/>
            <a:rect r="r" b="b" t="t" l="l"/>
            <a:pathLst>
              <a:path h="2776430" w="3470538">
                <a:moveTo>
                  <a:pt x="0" y="0"/>
                </a:moveTo>
                <a:lnTo>
                  <a:pt x="3470538" y="0"/>
                </a:lnTo>
                <a:lnTo>
                  <a:pt x="3470538" y="2776430"/>
                </a:lnTo>
                <a:lnTo>
                  <a:pt x="0" y="27764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479985">
            <a:off x="16272235" y="2504967"/>
            <a:ext cx="904022" cy="595626"/>
          </a:xfrm>
          <a:custGeom>
            <a:avLst/>
            <a:gdLst/>
            <a:ahLst/>
            <a:cxnLst/>
            <a:rect r="r" b="b" t="t" l="l"/>
            <a:pathLst>
              <a:path h="595626" w="904022">
                <a:moveTo>
                  <a:pt x="0" y="0"/>
                </a:moveTo>
                <a:lnTo>
                  <a:pt x="904022" y="0"/>
                </a:lnTo>
                <a:lnTo>
                  <a:pt x="904022" y="595626"/>
                </a:lnTo>
                <a:lnTo>
                  <a:pt x="0" y="5956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966297">
            <a:off x="110880" y="1534211"/>
            <a:ext cx="3403437" cy="1280930"/>
          </a:xfrm>
          <a:custGeom>
            <a:avLst/>
            <a:gdLst/>
            <a:ahLst/>
            <a:cxnLst/>
            <a:rect r="r" b="b" t="t" l="l"/>
            <a:pathLst>
              <a:path h="1280930" w="3403437">
                <a:moveTo>
                  <a:pt x="0" y="0"/>
                </a:moveTo>
                <a:lnTo>
                  <a:pt x="3403437" y="0"/>
                </a:lnTo>
                <a:lnTo>
                  <a:pt x="3403437" y="1280929"/>
                </a:lnTo>
                <a:lnTo>
                  <a:pt x="0" y="12809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923485" y="7500245"/>
            <a:ext cx="2725668" cy="555045"/>
          </a:xfrm>
          <a:custGeom>
            <a:avLst/>
            <a:gdLst/>
            <a:ahLst/>
            <a:cxnLst/>
            <a:rect r="r" b="b" t="t" l="l"/>
            <a:pathLst>
              <a:path h="555045" w="2725668">
                <a:moveTo>
                  <a:pt x="0" y="0"/>
                </a:moveTo>
                <a:lnTo>
                  <a:pt x="2725667" y="0"/>
                </a:lnTo>
                <a:lnTo>
                  <a:pt x="2725667" y="555045"/>
                </a:lnTo>
                <a:lnTo>
                  <a:pt x="0" y="5550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16365" y="-7616865"/>
            <a:ext cx="25520731" cy="25520731"/>
          </a:xfrm>
          <a:custGeom>
            <a:avLst/>
            <a:gdLst/>
            <a:ahLst/>
            <a:cxnLst/>
            <a:rect r="r" b="b" t="t" l="l"/>
            <a:pathLst>
              <a:path h="25520731" w="25520731">
                <a:moveTo>
                  <a:pt x="0" y="0"/>
                </a:moveTo>
                <a:lnTo>
                  <a:pt x="25520730" y="0"/>
                </a:lnTo>
                <a:lnTo>
                  <a:pt x="25520730" y="25520730"/>
                </a:lnTo>
                <a:lnTo>
                  <a:pt x="0" y="25520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458008" y="-6265923"/>
            <a:ext cx="11602585" cy="11409423"/>
          </a:xfrm>
          <a:custGeom>
            <a:avLst/>
            <a:gdLst/>
            <a:ahLst/>
            <a:cxnLst/>
            <a:rect r="r" b="b" t="t" l="l"/>
            <a:pathLst>
              <a:path h="11409423" w="11602585">
                <a:moveTo>
                  <a:pt x="0" y="0"/>
                </a:moveTo>
                <a:lnTo>
                  <a:pt x="11602584" y="0"/>
                </a:lnTo>
                <a:lnTo>
                  <a:pt x="11602584" y="11409423"/>
                </a:lnTo>
                <a:lnTo>
                  <a:pt x="0" y="11409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307891" y="6494442"/>
            <a:ext cx="11602585" cy="11409423"/>
          </a:xfrm>
          <a:custGeom>
            <a:avLst/>
            <a:gdLst/>
            <a:ahLst/>
            <a:cxnLst/>
            <a:rect r="r" b="b" t="t" l="l"/>
            <a:pathLst>
              <a:path h="11409423" w="11602585">
                <a:moveTo>
                  <a:pt x="0" y="0"/>
                </a:moveTo>
                <a:lnTo>
                  <a:pt x="11602585" y="0"/>
                </a:lnTo>
                <a:lnTo>
                  <a:pt x="11602585" y="11409423"/>
                </a:lnTo>
                <a:lnTo>
                  <a:pt x="0" y="11409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1005" y="5567852"/>
            <a:ext cx="6711771" cy="4930101"/>
          </a:xfrm>
          <a:custGeom>
            <a:avLst/>
            <a:gdLst/>
            <a:ahLst/>
            <a:cxnLst/>
            <a:rect r="r" b="b" t="t" l="l"/>
            <a:pathLst>
              <a:path h="4930101" w="6711771">
                <a:moveTo>
                  <a:pt x="0" y="0"/>
                </a:moveTo>
                <a:lnTo>
                  <a:pt x="6711770" y="0"/>
                </a:lnTo>
                <a:lnTo>
                  <a:pt x="6711770" y="4930101"/>
                </a:lnTo>
                <a:lnTo>
                  <a:pt x="0" y="49301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73906" y="7574587"/>
            <a:ext cx="2841575" cy="2712413"/>
          </a:xfrm>
          <a:custGeom>
            <a:avLst/>
            <a:gdLst/>
            <a:ahLst/>
            <a:cxnLst/>
            <a:rect r="r" b="b" t="t" l="l"/>
            <a:pathLst>
              <a:path h="2712413" w="2841575">
                <a:moveTo>
                  <a:pt x="0" y="0"/>
                </a:moveTo>
                <a:lnTo>
                  <a:pt x="2841576" y="0"/>
                </a:lnTo>
                <a:lnTo>
                  <a:pt x="2841576" y="2712413"/>
                </a:lnTo>
                <a:lnTo>
                  <a:pt x="0" y="27124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25434" y="8703255"/>
            <a:ext cx="2725668" cy="555045"/>
          </a:xfrm>
          <a:custGeom>
            <a:avLst/>
            <a:gdLst/>
            <a:ahLst/>
            <a:cxnLst/>
            <a:rect r="r" b="b" t="t" l="l"/>
            <a:pathLst>
              <a:path h="555045" w="2725668">
                <a:moveTo>
                  <a:pt x="0" y="0"/>
                </a:moveTo>
                <a:lnTo>
                  <a:pt x="2725668" y="0"/>
                </a:lnTo>
                <a:lnTo>
                  <a:pt x="2725668" y="555045"/>
                </a:lnTo>
                <a:lnTo>
                  <a:pt x="0" y="555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479985">
            <a:off x="8936420" y="513058"/>
            <a:ext cx="904022" cy="595626"/>
          </a:xfrm>
          <a:custGeom>
            <a:avLst/>
            <a:gdLst/>
            <a:ahLst/>
            <a:cxnLst/>
            <a:rect r="r" b="b" t="t" l="l"/>
            <a:pathLst>
              <a:path h="595626" w="904022">
                <a:moveTo>
                  <a:pt x="0" y="0"/>
                </a:moveTo>
                <a:lnTo>
                  <a:pt x="904021" y="0"/>
                </a:lnTo>
                <a:lnTo>
                  <a:pt x="904021" y="595626"/>
                </a:lnTo>
                <a:lnTo>
                  <a:pt x="0" y="595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-966297">
            <a:off x="7442282" y="5229771"/>
            <a:ext cx="3403437" cy="1280930"/>
          </a:xfrm>
          <a:custGeom>
            <a:avLst/>
            <a:gdLst/>
            <a:ahLst/>
            <a:cxnLst/>
            <a:rect r="r" b="b" t="t" l="l"/>
            <a:pathLst>
              <a:path h="1280930" w="3403437">
                <a:moveTo>
                  <a:pt x="0" y="0"/>
                </a:moveTo>
                <a:lnTo>
                  <a:pt x="3403436" y="0"/>
                </a:lnTo>
                <a:lnTo>
                  <a:pt x="3403436" y="1280929"/>
                </a:lnTo>
                <a:lnTo>
                  <a:pt x="0" y="12809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088786"/>
            <a:ext cx="9686782" cy="140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0699"/>
              </a:lnSpc>
            </a:pPr>
            <a:r>
              <a:rPr lang="en-US" b="true" sz="9999" strike="noStrike" u="none">
                <a:solidFill>
                  <a:srgbClr val="FB5A48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How to play?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726232"/>
            <a:ext cx="940036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FB5A48"/>
                </a:solidFill>
                <a:latin typeface="Jua"/>
                <a:ea typeface="Jua"/>
                <a:cs typeface="Jua"/>
                <a:sym typeface="Jua"/>
              </a:rPr>
              <a:t>THERE ARE 3 DIFFERENT TYPES OF GAMES!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49530" y="1733920"/>
            <a:ext cx="4551807" cy="1608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59"/>
              </a:lnSpc>
              <a:spcBef>
                <a:spcPct val="0"/>
              </a:spcBef>
            </a:pPr>
            <a:r>
              <a:rPr lang="en-US" sz="4966" strike="noStrike" u="none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ANSWER THE QUESTION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49530" y="3959595"/>
            <a:ext cx="4551807" cy="1608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59"/>
              </a:lnSpc>
              <a:spcBef>
                <a:spcPct val="0"/>
              </a:spcBef>
            </a:pPr>
            <a:r>
              <a:rPr lang="en-US" sz="4966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MULTIPLE CHOICE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49530" y="6186977"/>
            <a:ext cx="4551807" cy="1608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59"/>
              </a:lnSpc>
              <a:spcBef>
                <a:spcPct val="0"/>
              </a:spcBef>
            </a:pPr>
            <a:r>
              <a:rPr lang="en-US" sz="4966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COMPLETE THE WORD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16365" y="-7616865"/>
            <a:ext cx="25520731" cy="25520731"/>
          </a:xfrm>
          <a:custGeom>
            <a:avLst/>
            <a:gdLst/>
            <a:ahLst/>
            <a:cxnLst/>
            <a:rect r="r" b="b" t="t" l="l"/>
            <a:pathLst>
              <a:path h="25520731" w="25520731">
                <a:moveTo>
                  <a:pt x="0" y="0"/>
                </a:moveTo>
                <a:lnTo>
                  <a:pt x="25520730" y="0"/>
                </a:lnTo>
                <a:lnTo>
                  <a:pt x="25520730" y="25520730"/>
                </a:lnTo>
                <a:lnTo>
                  <a:pt x="0" y="25520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747175" y="4117601"/>
            <a:ext cx="11602585" cy="11409423"/>
          </a:xfrm>
          <a:custGeom>
            <a:avLst/>
            <a:gdLst/>
            <a:ahLst/>
            <a:cxnLst/>
            <a:rect r="r" b="b" t="t" l="l"/>
            <a:pathLst>
              <a:path h="11409423" w="11602585">
                <a:moveTo>
                  <a:pt x="0" y="0"/>
                </a:moveTo>
                <a:lnTo>
                  <a:pt x="11602585" y="0"/>
                </a:lnTo>
                <a:lnTo>
                  <a:pt x="11602585" y="11409423"/>
                </a:lnTo>
                <a:lnTo>
                  <a:pt x="0" y="11409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96196" y="3211641"/>
            <a:ext cx="9695608" cy="410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699"/>
              </a:lnSpc>
              <a:spcBef>
                <a:spcPct val="0"/>
              </a:spcBef>
            </a:pPr>
            <a:r>
              <a:rPr lang="en-US" b="true" sz="9999" strike="noStrike" u="none">
                <a:solidFill>
                  <a:srgbClr val="FB5A48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What do caterpillars turn into?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032840" y="5528691"/>
            <a:ext cx="5255160" cy="4758309"/>
          </a:xfrm>
          <a:custGeom>
            <a:avLst/>
            <a:gdLst/>
            <a:ahLst/>
            <a:cxnLst/>
            <a:rect r="r" b="b" t="t" l="l"/>
            <a:pathLst>
              <a:path h="4758309" w="5255160">
                <a:moveTo>
                  <a:pt x="0" y="0"/>
                </a:moveTo>
                <a:lnTo>
                  <a:pt x="5255160" y="0"/>
                </a:lnTo>
                <a:lnTo>
                  <a:pt x="5255160" y="4758309"/>
                </a:lnTo>
                <a:lnTo>
                  <a:pt x="0" y="47583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660550" y="-6675773"/>
            <a:ext cx="11602585" cy="11409423"/>
          </a:xfrm>
          <a:custGeom>
            <a:avLst/>
            <a:gdLst/>
            <a:ahLst/>
            <a:cxnLst/>
            <a:rect r="r" b="b" t="t" l="l"/>
            <a:pathLst>
              <a:path h="11409423" w="11602585">
                <a:moveTo>
                  <a:pt x="0" y="0"/>
                </a:moveTo>
                <a:lnTo>
                  <a:pt x="11602585" y="0"/>
                </a:lnTo>
                <a:lnTo>
                  <a:pt x="11602585" y="11409423"/>
                </a:lnTo>
                <a:lnTo>
                  <a:pt x="0" y="11409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30568" y="7897940"/>
            <a:ext cx="2725668" cy="555045"/>
          </a:xfrm>
          <a:custGeom>
            <a:avLst/>
            <a:gdLst/>
            <a:ahLst/>
            <a:cxnLst/>
            <a:rect r="r" b="b" t="t" l="l"/>
            <a:pathLst>
              <a:path h="555045" w="2725668">
                <a:moveTo>
                  <a:pt x="0" y="0"/>
                </a:moveTo>
                <a:lnTo>
                  <a:pt x="2725667" y="0"/>
                </a:lnTo>
                <a:lnTo>
                  <a:pt x="2725667" y="555045"/>
                </a:lnTo>
                <a:lnTo>
                  <a:pt x="0" y="555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66297">
            <a:off x="13786550" y="1273844"/>
            <a:ext cx="3403437" cy="1280930"/>
          </a:xfrm>
          <a:custGeom>
            <a:avLst/>
            <a:gdLst/>
            <a:ahLst/>
            <a:cxnLst/>
            <a:rect r="r" b="b" t="t" l="l"/>
            <a:pathLst>
              <a:path h="1280930" w="3403437">
                <a:moveTo>
                  <a:pt x="0" y="0"/>
                </a:moveTo>
                <a:lnTo>
                  <a:pt x="3403436" y="0"/>
                </a:lnTo>
                <a:lnTo>
                  <a:pt x="3403436" y="1280930"/>
                </a:lnTo>
                <a:lnTo>
                  <a:pt x="0" y="12809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479985">
            <a:off x="1111743" y="1344425"/>
            <a:ext cx="904022" cy="595626"/>
          </a:xfrm>
          <a:custGeom>
            <a:avLst/>
            <a:gdLst/>
            <a:ahLst/>
            <a:cxnLst/>
            <a:rect r="r" b="b" t="t" l="l"/>
            <a:pathLst>
              <a:path h="595626" w="904022">
                <a:moveTo>
                  <a:pt x="0" y="0"/>
                </a:moveTo>
                <a:lnTo>
                  <a:pt x="904022" y="0"/>
                </a:lnTo>
                <a:lnTo>
                  <a:pt x="904022" y="595627"/>
                </a:lnTo>
                <a:lnTo>
                  <a:pt x="0" y="595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5255160" y="904875"/>
            <a:ext cx="777768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59"/>
              </a:lnSpc>
              <a:spcBef>
                <a:spcPct val="0"/>
              </a:spcBef>
            </a:pPr>
            <a:r>
              <a:rPr lang="en-US" sz="4966" strike="noStrike" u="none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ANSWER THE QUESTION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16365" y="-7616865"/>
            <a:ext cx="25520731" cy="25520731"/>
          </a:xfrm>
          <a:custGeom>
            <a:avLst/>
            <a:gdLst/>
            <a:ahLst/>
            <a:cxnLst/>
            <a:rect r="r" b="b" t="t" l="l"/>
            <a:pathLst>
              <a:path h="25520731" w="25520731">
                <a:moveTo>
                  <a:pt x="0" y="0"/>
                </a:moveTo>
                <a:lnTo>
                  <a:pt x="25520730" y="0"/>
                </a:lnTo>
                <a:lnTo>
                  <a:pt x="25520730" y="25520730"/>
                </a:lnTo>
                <a:lnTo>
                  <a:pt x="0" y="25520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3447870" y="3212918"/>
            <a:ext cx="11392260" cy="4559114"/>
            <a:chOff x="0" y="0"/>
            <a:chExt cx="3000431" cy="12007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00431" cy="1200754"/>
            </a:xfrm>
            <a:custGeom>
              <a:avLst/>
              <a:gdLst/>
              <a:ahLst/>
              <a:cxnLst/>
              <a:rect r="r" b="b" t="t" l="l"/>
              <a:pathLst>
                <a:path h="1200754" w="3000431">
                  <a:moveTo>
                    <a:pt x="34658" y="0"/>
                  </a:moveTo>
                  <a:lnTo>
                    <a:pt x="2965772" y="0"/>
                  </a:lnTo>
                  <a:cubicBezTo>
                    <a:pt x="2984914" y="0"/>
                    <a:pt x="3000431" y="15517"/>
                    <a:pt x="3000431" y="34658"/>
                  </a:cubicBezTo>
                  <a:lnTo>
                    <a:pt x="3000431" y="1166096"/>
                  </a:lnTo>
                  <a:cubicBezTo>
                    <a:pt x="3000431" y="1185237"/>
                    <a:pt x="2984914" y="1200754"/>
                    <a:pt x="2965772" y="1200754"/>
                  </a:cubicBezTo>
                  <a:lnTo>
                    <a:pt x="34658" y="1200754"/>
                  </a:lnTo>
                  <a:cubicBezTo>
                    <a:pt x="25466" y="1200754"/>
                    <a:pt x="16651" y="1197103"/>
                    <a:pt x="10151" y="1190603"/>
                  </a:cubicBezTo>
                  <a:cubicBezTo>
                    <a:pt x="3652" y="1184103"/>
                    <a:pt x="0" y="1175288"/>
                    <a:pt x="0" y="1166096"/>
                  </a:cubicBezTo>
                  <a:lnTo>
                    <a:pt x="0" y="34658"/>
                  </a:lnTo>
                  <a:cubicBezTo>
                    <a:pt x="0" y="15517"/>
                    <a:pt x="15517" y="0"/>
                    <a:pt x="34658" y="0"/>
                  </a:cubicBezTo>
                  <a:close/>
                </a:path>
              </a:pathLst>
            </a:custGeom>
            <a:solidFill>
              <a:srgbClr val="75D6D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000431" cy="1257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296196" y="4847950"/>
            <a:ext cx="9695608" cy="140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699"/>
              </a:lnSpc>
              <a:spcBef>
                <a:spcPct val="0"/>
              </a:spcBef>
            </a:pPr>
            <a:r>
              <a:rPr lang="en-US" sz="9999">
                <a:solidFill>
                  <a:srgbClr val="FB5A48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Butterflies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0" y="5492474"/>
            <a:ext cx="5925818" cy="4794526"/>
          </a:xfrm>
          <a:custGeom>
            <a:avLst/>
            <a:gdLst/>
            <a:ahLst/>
            <a:cxnLst/>
            <a:rect r="r" b="b" t="t" l="l"/>
            <a:pathLst>
              <a:path h="4794526" w="5925818">
                <a:moveTo>
                  <a:pt x="5925818" y="0"/>
                </a:moveTo>
                <a:lnTo>
                  <a:pt x="0" y="0"/>
                </a:lnTo>
                <a:lnTo>
                  <a:pt x="0" y="4794526"/>
                </a:lnTo>
                <a:lnTo>
                  <a:pt x="5925818" y="4794526"/>
                </a:lnTo>
                <a:lnTo>
                  <a:pt x="592581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55160" y="904875"/>
            <a:ext cx="777768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59"/>
              </a:lnSpc>
              <a:spcBef>
                <a:spcPct val="0"/>
              </a:spcBef>
            </a:pPr>
            <a:r>
              <a:rPr lang="en-US" sz="4966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THE ANSWER IS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486708" y="-8196505"/>
            <a:ext cx="11602585" cy="11409423"/>
          </a:xfrm>
          <a:custGeom>
            <a:avLst/>
            <a:gdLst/>
            <a:ahLst/>
            <a:cxnLst/>
            <a:rect r="r" b="b" t="t" l="l"/>
            <a:pathLst>
              <a:path h="11409423" w="11602585">
                <a:moveTo>
                  <a:pt x="0" y="0"/>
                </a:moveTo>
                <a:lnTo>
                  <a:pt x="11602584" y="0"/>
                </a:lnTo>
                <a:lnTo>
                  <a:pt x="11602584" y="11409423"/>
                </a:lnTo>
                <a:lnTo>
                  <a:pt x="0" y="11409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97586" y="8223153"/>
            <a:ext cx="2725668" cy="555045"/>
          </a:xfrm>
          <a:custGeom>
            <a:avLst/>
            <a:gdLst/>
            <a:ahLst/>
            <a:cxnLst/>
            <a:rect r="r" b="b" t="t" l="l"/>
            <a:pathLst>
              <a:path h="555045" w="2725668">
                <a:moveTo>
                  <a:pt x="0" y="0"/>
                </a:moveTo>
                <a:lnTo>
                  <a:pt x="2725668" y="0"/>
                </a:lnTo>
                <a:lnTo>
                  <a:pt x="2725668" y="555045"/>
                </a:lnTo>
                <a:lnTo>
                  <a:pt x="0" y="555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966297">
            <a:off x="781880" y="1641925"/>
            <a:ext cx="3403437" cy="1280930"/>
          </a:xfrm>
          <a:custGeom>
            <a:avLst/>
            <a:gdLst/>
            <a:ahLst/>
            <a:cxnLst/>
            <a:rect r="r" b="b" t="t" l="l"/>
            <a:pathLst>
              <a:path h="1280930" w="3403437">
                <a:moveTo>
                  <a:pt x="0" y="0"/>
                </a:moveTo>
                <a:lnTo>
                  <a:pt x="3403436" y="0"/>
                </a:lnTo>
                <a:lnTo>
                  <a:pt x="3403436" y="1280930"/>
                </a:lnTo>
                <a:lnTo>
                  <a:pt x="0" y="12809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479985">
            <a:off x="16036189" y="730887"/>
            <a:ext cx="904022" cy="595626"/>
          </a:xfrm>
          <a:custGeom>
            <a:avLst/>
            <a:gdLst/>
            <a:ahLst/>
            <a:cxnLst/>
            <a:rect r="r" b="b" t="t" l="l"/>
            <a:pathLst>
              <a:path h="595626" w="904022">
                <a:moveTo>
                  <a:pt x="0" y="0"/>
                </a:moveTo>
                <a:lnTo>
                  <a:pt x="904022" y="0"/>
                </a:lnTo>
                <a:lnTo>
                  <a:pt x="904022" y="595626"/>
                </a:lnTo>
                <a:lnTo>
                  <a:pt x="0" y="595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16365" y="-7616865"/>
            <a:ext cx="25520731" cy="25520731"/>
          </a:xfrm>
          <a:custGeom>
            <a:avLst/>
            <a:gdLst/>
            <a:ahLst/>
            <a:cxnLst/>
            <a:rect r="r" b="b" t="t" l="l"/>
            <a:pathLst>
              <a:path h="25520731" w="25520731">
                <a:moveTo>
                  <a:pt x="0" y="0"/>
                </a:moveTo>
                <a:lnTo>
                  <a:pt x="25520730" y="0"/>
                </a:lnTo>
                <a:lnTo>
                  <a:pt x="25520730" y="25520730"/>
                </a:lnTo>
                <a:lnTo>
                  <a:pt x="0" y="25520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164812" y="5499123"/>
            <a:ext cx="11602585" cy="11409423"/>
          </a:xfrm>
          <a:custGeom>
            <a:avLst/>
            <a:gdLst/>
            <a:ahLst/>
            <a:cxnLst/>
            <a:rect r="r" b="b" t="t" l="l"/>
            <a:pathLst>
              <a:path h="11409423" w="11602585">
                <a:moveTo>
                  <a:pt x="0" y="0"/>
                </a:moveTo>
                <a:lnTo>
                  <a:pt x="11602585" y="0"/>
                </a:lnTo>
                <a:lnTo>
                  <a:pt x="11602585" y="11409423"/>
                </a:lnTo>
                <a:lnTo>
                  <a:pt x="0" y="11409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786926" y="5499123"/>
            <a:ext cx="4075099" cy="1285608"/>
            <a:chOff x="0" y="0"/>
            <a:chExt cx="1073277" cy="3385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3277" cy="338596"/>
            </a:xfrm>
            <a:custGeom>
              <a:avLst/>
              <a:gdLst/>
              <a:ahLst/>
              <a:cxnLst/>
              <a:rect r="r" b="b" t="t" l="l"/>
              <a:pathLst>
                <a:path h="338596" w="1073277">
                  <a:moveTo>
                    <a:pt x="96890" y="0"/>
                  </a:moveTo>
                  <a:lnTo>
                    <a:pt x="976387" y="0"/>
                  </a:lnTo>
                  <a:cubicBezTo>
                    <a:pt x="1002084" y="0"/>
                    <a:pt x="1026728" y="10208"/>
                    <a:pt x="1044899" y="28379"/>
                  </a:cubicBezTo>
                  <a:cubicBezTo>
                    <a:pt x="1063069" y="46549"/>
                    <a:pt x="1073277" y="71193"/>
                    <a:pt x="1073277" y="96890"/>
                  </a:cubicBezTo>
                  <a:lnTo>
                    <a:pt x="1073277" y="241706"/>
                  </a:lnTo>
                  <a:cubicBezTo>
                    <a:pt x="1073277" y="267403"/>
                    <a:pt x="1063069" y="292047"/>
                    <a:pt x="1044899" y="310218"/>
                  </a:cubicBezTo>
                  <a:cubicBezTo>
                    <a:pt x="1026728" y="328388"/>
                    <a:pt x="1002084" y="338596"/>
                    <a:pt x="976387" y="338596"/>
                  </a:cubicBezTo>
                  <a:lnTo>
                    <a:pt x="96890" y="338596"/>
                  </a:lnTo>
                  <a:cubicBezTo>
                    <a:pt x="71193" y="338596"/>
                    <a:pt x="46549" y="328388"/>
                    <a:pt x="28379" y="310218"/>
                  </a:cubicBezTo>
                  <a:cubicBezTo>
                    <a:pt x="10208" y="292047"/>
                    <a:pt x="0" y="267403"/>
                    <a:pt x="0" y="241706"/>
                  </a:cubicBezTo>
                  <a:lnTo>
                    <a:pt x="0" y="96890"/>
                  </a:lnTo>
                  <a:cubicBezTo>
                    <a:pt x="0" y="71193"/>
                    <a:pt x="10208" y="46549"/>
                    <a:pt x="28379" y="28379"/>
                  </a:cubicBezTo>
                  <a:cubicBezTo>
                    <a:pt x="46549" y="10208"/>
                    <a:pt x="71193" y="0"/>
                    <a:pt x="96890" y="0"/>
                  </a:cubicBezTo>
                  <a:close/>
                </a:path>
              </a:pathLst>
            </a:custGeom>
            <a:solidFill>
              <a:srgbClr val="75D6D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42875"/>
              <a:ext cx="1073277" cy="481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Jua"/>
                  <a:ea typeface="Jua"/>
                  <a:cs typeface="Jua"/>
                  <a:sym typeface="Jua"/>
                </a:rPr>
                <a:t>Eight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425975" y="5499123"/>
            <a:ext cx="4075099" cy="1285608"/>
            <a:chOff x="0" y="0"/>
            <a:chExt cx="1073277" cy="3385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3277" cy="338596"/>
            </a:xfrm>
            <a:custGeom>
              <a:avLst/>
              <a:gdLst/>
              <a:ahLst/>
              <a:cxnLst/>
              <a:rect r="r" b="b" t="t" l="l"/>
              <a:pathLst>
                <a:path h="338596" w="1073277">
                  <a:moveTo>
                    <a:pt x="96890" y="0"/>
                  </a:moveTo>
                  <a:lnTo>
                    <a:pt x="976387" y="0"/>
                  </a:lnTo>
                  <a:cubicBezTo>
                    <a:pt x="1002084" y="0"/>
                    <a:pt x="1026728" y="10208"/>
                    <a:pt x="1044899" y="28379"/>
                  </a:cubicBezTo>
                  <a:cubicBezTo>
                    <a:pt x="1063069" y="46549"/>
                    <a:pt x="1073277" y="71193"/>
                    <a:pt x="1073277" y="96890"/>
                  </a:cubicBezTo>
                  <a:lnTo>
                    <a:pt x="1073277" y="241706"/>
                  </a:lnTo>
                  <a:cubicBezTo>
                    <a:pt x="1073277" y="267403"/>
                    <a:pt x="1063069" y="292047"/>
                    <a:pt x="1044899" y="310218"/>
                  </a:cubicBezTo>
                  <a:cubicBezTo>
                    <a:pt x="1026728" y="328388"/>
                    <a:pt x="1002084" y="338596"/>
                    <a:pt x="976387" y="338596"/>
                  </a:cubicBezTo>
                  <a:lnTo>
                    <a:pt x="96890" y="338596"/>
                  </a:lnTo>
                  <a:cubicBezTo>
                    <a:pt x="71193" y="338596"/>
                    <a:pt x="46549" y="328388"/>
                    <a:pt x="28379" y="310218"/>
                  </a:cubicBezTo>
                  <a:cubicBezTo>
                    <a:pt x="10208" y="292047"/>
                    <a:pt x="0" y="267403"/>
                    <a:pt x="0" y="241706"/>
                  </a:cubicBezTo>
                  <a:lnTo>
                    <a:pt x="0" y="96890"/>
                  </a:lnTo>
                  <a:cubicBezTo>
                    <a:pt x="0" y="71193"/>
                    <a:pt x="10208" y="46549"/>
                    <a:pt x="28379" y="28379"/>
                  </a:cubicBezTo>
                  <a:cubicBezTo>
                    <a:pt x="46549" y="10208"/>
                    <a:pt x="71193" y="0"/>
                    <a:pt x="96890" y="0"/>
                  </a:cubicBezTo>
                  <a:close/>
                </a:path>
              </a:pathLst>
            </a:custGeom>
            <a:solidFill>
              <a:srgbClr val="75D6D0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42875"/>
              <a:ext cx="1073277" cy="481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000000"/>
                  </a:solidFill>
                  <a:latin typeface="Jua"/>
                  <a:ea typeface="Jua"/>
                  <a:cs typeface="Jua"/>
                  <a:sym typeface="Jua"/>
                </a:rPr>
                <a:t>Ten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06450" y="7137156"/>
            <a:ext cx="4075099" cy="1285608"/>
            <a:chOff x="0" y="0"/>
            <a:chExt cx="1073277" cy="3385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3277" cy="338596"/>
            </a:xfrm>
            <a:custGeom>
              <a:avLst/>
              <a:gdLst/>
              <a:ahLst/>
              <a:cxnLst/>
              <a:rect r="r" b="b" t="t" l="l"/>
              <a:pathLst>
                <a:path h="338596" w="1073277">
                  <a:moveTo>
                    <a:pt x="96890" y="0"/>
                  </a:moveTo>
                  <a:lnTo>
                    <a:pt x="976387" y="0"/>
                  </a:lnTo>
                  <a:cubicBezTo>
                    <a:pt x="1002084" y="0"/>
                    <a:pt x="1026728" y="10208"/>
                    <a:pt x="1044899" y="28379"/>
                  </a:cubicBezTo>
                  <a:cubicBezTo>
                    <a:pt x="1063069" y="46549"/>
                    <a:pt x="1073277" y="71193"/>
                    <a:pt x="1073277" y="96890"/>
                  </a:cubicBezTo>
                  <a:lnTo>
                    <a:pt x="1073277" y="241706"/>
                  </a:lnTo>
                  <a:cubicBezTo>
                    <a:pt x="1073277" y="267403"/>
                    <a:pt x="1063069" y="292047"/>
                    <a:pt x="1044899" y="310218"/>
                  </a:cubicBezTo>
                  <a:cubicBezTo>
                    <a:pt x="1026728" y="328388"/>
                    <a:pt x="1002084" y="338596"/>
                    <a:pt x="976387" y="338596"/>
                  </a:cubicBezTo>
                  <a:lnTo>
                    <a:pt x="96890" y="338596"/>
                  </a:lnTo>
                  <a:cubicBezTo>
                    <a:pt x="71193" y="338596"/>
                    <a:pt x="46549" y="328388"/>
                    <a:pt x="28379" y="310218"/>
                  </a:cubicBezTo>
                  <a:cubicBezTo>
                    <a:pt x="10208" y="292047"/>
                    <a:pt x="0" y="267403"/>
                    <a:pt x="0" y="241706"/>
                  </a:cubicBezTo>
                  <a:lnTo>
                    <a:pt x="0" y="96890"/>
                  </a:lnTo>
                  <a:cubicBezTo>
                    <a:pt x="0" y="71193"/>
                    <a:pt x="10208" y="46549"/>
                    <a:pt x="28379" y="28379"/>
                  </a:cubicBezTo>
                  <a:cubicBezTo>
                    <a:pt x="46549" y="10208"/>
                    <a:pt x="71193" y="0"/>
                    <a:pt x="96890" y="0"/>
                  </a:cubicBezTo>
                  <a:close/>
                </a:path>
              </a:pathLst>
            </a:custGeom>
            <a:solidFill>
              <a:srgbClr val="75D6D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42875"/>
              <a:ext cx="1073277" cy="481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000000"/>
                  </a:solidFill>
                  <a:latin typeface="Jua"/>
                  <a:ea typeface="Jua"/>
                  <a:cs typeface="Jua"/>
                  <a:sym typeface="Jua"/>
                </a:rPr>
                <a:t>Twelve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032840" y="5499123"/>
            <a:ext cx="5383927" cy="4874901"/>
          </a:xfrm>
          <a:custGeom>
            <a:avLst/>
            <a:gdLst/>
            <a:ahLst/>
            <a:cxnLst/>
            <a:rect r="r" b="b" t="t" l="l"/>
            <a:pathLst>
              <a:path h="4874901" w="5383927">
                <a:moveTo>
                  <a:pt x="0" y="0"/>
                </a:moveTo>
                <a:lnTo>
                  <a:pt x="5383927" y="0"/>
                </a:lnTo>
                <a:lnTo>
                  <a:pt x="5383927" y="4874901"/>
                </a:lnTo>
                <a:lnTo>
                  <a:pt x="0" y="48749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799732" y="2802890"/>
            <a:ext cx="12688536" cy="234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094"/>
              </a:lnSpc>
              <a:spcBef>
                <a:spcPct val="0"/>
              </a:spcBef>
            </a:pPr>
            <a:r>
              <a:rPr lang="en-US" sz="8499">
                <a:solidFill>
                  <a:srgbClr val="FB5A48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How many legs does a spider have?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55160" y="904875"/>
            <a:ext cx="777768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59"/>
              </a:lnSpc>
              <a:spcBef>
                <a:spcPct val="0"/>
              </a:spcBef>
            </a:pPr>
            <a:r>
              <a:rPr lang="en-US" sz="4966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MULTIPLE CHOICE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5801292" y="-8326386"/>
            <a:ext cx="11602585" cy="11409423"/>
          </a:xfrm>
          <a:custGeom>
            <a:avLst/>
            <a:gdLst/>
            <a:ahLst/>
            <a:cxnLst/>
            <a:rect r="r" b="b" t="t" l="l"/>
            <a:pathLst>
              <a:path h="11409423" w="11602585">
                <a:moveTo>
                  <a:pt x="0" y="0"/>
                </a:moveTo>
                <a:lnTo>
                  <a:pt x="11602584" y="0"/>
                </a:lnTo>
                <a:lnTo>
                  <a:pt x="11602584" y="11409423"/>
                </a:lnTo>
                <a:lnTo>
                  <a:pt x="0" y="11409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70529" y="7572341"/>
            <a:ext cx="2725668" cy="555045"/>
          </a:xfrm>
          <a:custGeom>
            <a:avLst/>
            <a:gdLst/>
            <a:ahLst/>
            <a:cxnLst/>
            <a:rect r="r" b="b" t="t" l="l"/>
            <a:pathLst>
              <a:path h="555045" w="2725668">
                <a:moveTo>
                  <a:pt x="0" y="0"/>
                </a:moveTo>
                <a:lnTo>
                  <a:pt x="2725667" y="0"/>
                </a:lnTo>
                <a:lnTo>
                  <a:pt x="2725667" y="555045"/>
                </a:lnTo>
                <a:lnTo>
                  <a:pt x="0" y="555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533632" y="1404938"/>
            <a:ext cx="2725668" cy="555045"/>
          </a:xfrm>
          <a:custGeom>
            <a:avLst/>
            <a:gdLst/>
            <a:ahLst/>
            <a:cxnLst/>
            <a:rect r="r" b="b" t="t" l="l"/>
            <a:pathLst>
              <a:path h="555045" w="2725668">
                <a:moveTo>
                  <a:pt x="0" y="0"/>
                </a:moveTo>
                <a:lnTo>
                  <a:pt x="2725668" y="0"/>
                </a:lnTo>
                <a:lnTo>
                  <a:pt x="2725668" y="555045"/>
                </a:lnTo>
                <a:lnTo>
                  <a:pt x="0" y="555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479985">
            <a:off x="1496533" y="4570523"/>
            <a:ext cx="904022" cy="595626"/>
          </a:xfrm>
          <a:custGeom>
            <a:avLst/>
            <a:gdLst/>
            <a:ahLst/>
            <a:cxnLst/>
            <a:rect r="r" b="b" t="t" l="l"/>
            <a:pathLst>
              <a:path h="595626" w="904022">
                <a:moveTo>
                  <a:pt x="0" y="0"/>
                </a:moveTo>
                <a:lnTo>
                  <a:pt x="904022" y="0"/>
                </a:lnTo>
                <a:lnTo>
                  <a:pt x="904022" y="595626"/>
                </a:lnTo>
                <a:lnTo>
                  <a:pt x="0" y="5956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16365" y="-7616865"/>
            <a:ext cx="25520731" cy="25520731"/>
          </a:xfrm>
          <a:custGeom>
            <a:avLst/>
            <a:gdLst/>
            <a:ahLst/>
            <a:cxnLst/>
            <a:rect r="r" b="b" t="t" l="l"/>
            <a:pathLst>
              <a:path h="25520731" w="25520731">
                <a:moveTo>
                  <a:pt x="0" y="0"/>
                </a:moveTo>
                <a:lnTo>
                  <a:pt x="25520730" y="0"/>
                </a:lnTo>
                <a:lnTo>
                  <a:pt x="25520730" y="25520730"/>
                </a:lnTo>
                <a:lnTo>
                  <a:pt x="0" y="25520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486708" y="6494442"/>
            <a:ext cx="11602585" cy="11409423"/>
          </a:xfrm>
          <a:custGeom>
            <a:avLst/>
            <a:gdLst/>
            <a:ahLst/>
            <a:cxnLst/>
            <a:rect r="r" b="b" t="t" l="l"/>
            <a:pathLst>
              <a:path h="11409423" w="11602585">
                <a:moveTo>
                  <a:pt x="0" y="0"/>
                </a:moveTo>
                <a:lnTo>
                  <a:pt x="11602584" y="0"/>
                </a:lnTo>
                <a:lnTo>
                  <a:pt x="11602584" y="11409423"/>
                </a:lnTo>
                <a:lnTo>
                  <a:pt x="0" y="11409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47870" y="3212918"/>
            <a:ext cx="11392260" cy="4559114"/>
            <a:chOff x="0" y="0"/>
            <a:chExt cx="3000431" cy="12007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00431" cy="1200754"/>
            </a:xfrm>
            <a:custGeom>
              <a:avLst/>
              <a:gdLst/>
              <a:ahLst/>
              <a:cxnLst/>
              <a:rect r="r" b="b" t="t" l="l"/>
              <a:pathLst>
                <a:path h="1200754" w="3000431">
                  <a:moveTo>
                    <a:pt x="34658" y="0"/>
                  </a:moveTo>
                  <a:lnTo>
                    <a:pt x="2965772" y="0"/>
                  </a:lnTo>
                  <a:cubicBezTo>
                    <a:pt x="2984914" y="0"/>
                    <a:pt x="3000431" y="15517"/>
                    <a:pt x="3000431" y="34658"/>
                  </a:cubicBezTo>
                  <a:lnTo>
                    <a:pt x="3000431" y="1166096"/>
                  </a:lnTo>
                  <a:cubicBezTo>
                    <a:pt x="3000431" y="1185237"/>
                    <a:pt x="2984914" y="1200754"/>
                    <a:pt x="2965772" y="1200754"/>
                  </a:cubicBezTo>
                  <a:lnTo>
                    <a:pt x="34658" y="1200754"/>
                  </a:lnTo>
                  <a:cubicBezTo>
                    <a:pt x="25466" y="1200754"/>
                    <a:pt x="16651" y="1197103"/>
                    <a:pt x="10151" y="1190603"/>
                  </a:cubicBezTo>
                  <a:cubicBezTo>
                    <a:pt x="3652" y="1184103"/>
                    <a:pt x="0" y="1175288"/>
                    <a:pt x="0" y="1166096"/>
                  </a:cubicBezTo>
                  <a:lnTo>
                    <a:pt x="0" y="34658"/>
                  </a:lnTo>
                  <a:cubicBezTo>
                    <a:pt x="0" y="15517"/>
                    <a:pt x="15517" y="0"/>
                    <a:pt x="34658" y="0"/>
                  </a:cubicBezTo>
                  <a:close/>
                </a:path>
              </a:pathLst>
            </a:custGeom>
            <a:solidFill>
              <a:srgbClr val="75D6D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000431" cy="1257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296196" y="4847950"/>
            <a:ext cx="9695608" cy="140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699"/>
              </a:lnSpc>
              <a:spcBef>
                <a:spcPct val="0"/>
              </a:spcBef>
            </a:pPr>
            <a:r>
              <a:rPr lang="en-US" sz="9999">
                <a:solidFill>
                  <a:srgbClr val="FB5A48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Eight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0" y="5143500"/>
            <a:ext cx="5579734" cy="5143500"/>
          </a:xfrm>
          <a:custGeom>
            <a:avLst/>
            <a:gdLst/>
            <a:ahLst/>
            <a:cxnLst/>
            <a:rect r="r" b="b" t="t" l="l"/>
            <a:pathLst>
              <a:path h="5143500" w="5579734">
                <a:moveTo>
                  <a:pt x="5579734" y="0"/>
                </a:moveTo>
                <a:lnTo>
                  <a:pt x="0" y="0"/>
                </a:lnTo>
                <a:lnTo>
                  <a:pt x="0" y="5143500"/>
                </a:lnTo>
                <a:lnTo>
                  <a:pt x="5579734" y="5143500"/>
                </a:lnTo>
                <a:lnTo>
                  <a:pt x="557973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32840" y="7692932"/>
            <a:ext cx="3325728" cy="2594068"/>
          </a:xfrm>
          <a:custGeom>
            <a:avLst/>
            <a:gdLst/>
            <a:ahLst/>
            <a:cxnLst/>
            <a:rect r="r" b="b" t="t" l="l"/>
            <a:pathLst>
              <a:path h="2594068" w="3325728">
                <a:moveTo>
                  <a:pt x="0" y="0"/>
                </a:moveTo>
                <a:lnTo>
                  <a:pt x="3325728" y="0"/>
                </a:lnTo>
                <a:lnTo>
                  <a:pt x="3325728" y="2594068"/>
                </a:lnTo>
                <a:lnTo>
                  <a:pt x="0" y="2594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66297">
            <a:off x="781880" y="1108816"/>
            <a:ext cx="3403437" cy="1280930"/>
          </a:xfrm>
          <a:custGeom>
            <a:avLst/>
            <a:gdLst/>
            <a:ahLst/>
            <a:cxnLst/>
            <a:rect r="r" b="b" t="t" l="l"/>
            <a:pathLst>
              <a:path h="1280930" w="3403437">
                <a:moveTo>
                  <a:pt x="0" y="0"/>
                </a:moveTo>
                <a:lnTo>
                  <a:pt x="3403436" y="0"/>
                </a:lnTo>
                <a:lnTo>
                  <a:pt x="3403436" y="1280930"/>
                </a:lnTo>
                <a:lnTo>
                  <a:pt x="0" y="12809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25975" y="8547899"/>
            <a:ext cx="2725668" cy="555045"/>
          </a:xfrm>
          <a:custGeom>
            <a:avLst/>
            <a:gdLst/>
            <a:ahLst/>
            <a:cxnLst/>
            <a:rect r="r" b="b" t="t" l="l"/>
            <a:pathLst>
              <a:path h="555045" w="2725668">
                <a:moveTo>
                  <a:pt x="0" y="0"/>
                </a:moveTo>
                <a:lnTo>
                  <a:pt x="2725668" y="0"/>
                </a:lnTo>
                <a:lnTo>
                  <a:pt x="2725668" y="555045"/>
                </a:lnTo>
                <a:lnTo>
                  <a:pt x="0" y="5550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994581">
            <a:off x="15807846" y="2964408"/>
            <a:ext cx="904022" cy="595626"/>
          </a:xfrm>
          <a:custGeom>
            <a:avLst/>
            <a:gdLst/>
            <a:ahLst/>
            <a:cxnLst/>
            <a:rect r="r" b="b" t="t" l="l"/>
            <a:pathLst>
              <a:path h="595626" w="904022">
                <a:moveTo>
                  <a:pt x="0" y="0"/>
                </a:moveTo>
                <a:lnTo>
                  <a:pt x="904022" y="0"/>
                </a:lnTo>
                <a:lnTo>
                  <a:pt x="904022" y="595627"/>
                </a:lnTo>
                <a:lnTo>
                  <a:pt x="0" y="59562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5255160" y="904875"/>
            <a:ext cx="777768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59"/>
              </a:lnSpc>
              <a:spcBef>
                <a:spcPct val="0"/>
              </a:spcBef>
            </a:pPr>
            <a:r>
              <a:rPr lang="en-US" sz="4966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THE ANSWER 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16365" y="-7616865"/>
            <a:ext cx="25520731" cy="25520731"/>
          </a:xfrm>
          <a:custGeom>
            <a:avLst/>
            <a:gdLst/>
            <a:ahLst/>
            <a:cxnLst/>
            <a:rect r="r" b="b" t="t" l="l"/>
            <a:pathLst>
              <a:path h="25520731" w="25520731">
                <a:moveTo>
                  <a:pt x="0" y="0"/>
                </a:moveTo>
                <a:lnTo>
                  <a:pt x="25520730" y="0"/>
                </a:lnTo>
                <a:lnTo>
                  <a:pt x="25520730" y="25520730"/>
                </a:lnTo>
                <a:lnTo>
                  <a:pt x="0" y="25520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5352296" y="7352101"/>
            <a:ext cx="11602585" cy="11409423"/>
          </a:xfrm>
          <a:custGeom>
            <a:avLst/>
            <a:gdLst/>
            <a:ahLst/>
            <a:cxnLst/>
            <a:rect r="r" b="b" t="t" l="l"/>
            <a:pathLst>
              <a:path h="11409423" w="11602585">
                <a:moveTo>
                  <a:pt x="0" y="0"/>
                </a:moveTo>
                <a:lnTo>
                  <a:pt x="11602585" y="0"/>
                </a:lnTo>
                <a:lnTo>
                  <a:pt x="11602585" y="11409424"/>
                </a:lnTo>
                <a:lnTo>
                  <a:pt x="0" y="114094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68612" y="5352353"/>
            <a:ext cx="6224899" cy="4934647"/>
          </a:xfrm>
          <a:custGeom>
            <a:avLst/>
            <a:gdLst/>
            <a:ahLst/>
            <a:cxnLst/>
            <a:rect r="r" b="b" t="t" l="l"/>
            <a:pathLst>
              <a:path h="4934647" w="6224899">
                <a:moveTo>
                  <a:pt x="0" y="0"/>
                </a:moveTo>
                <a:lnTo>
                  <a:pt x="6224899" y="0"/>
                </a:lnTo>
                <a:lnTo>
                  <a:pt x="6224899" y="4934647"/>
                </a:lnTo>
                <a:lnTo>
                  <a:pt x="0" y="49346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7352101"/>
            <a:ext cx="3524442" cy="2934899"/>
          </a:xfrm>
          <a:custGeom>
            <a:avLst/>
            <a:gdLst/>
            <a:ahLst/>
            <a:cxnLst/>
            <a:rect r="r" b="b" t="t" l="l"/>
            <a:pathLst>
              <a:path h="2934899" w="3524442">
                <a:moveTo>
                  <a:pt x="0" y="0"/>
                </a:moveTo>
                <a:lnTo>
                  <a:pt x="3524442" y="0"/>
                </a:lnTo>
                <a:lnTo>
                  <a:pt x="3524442" y="2934899"/>
                </a:lnTo>
                <a:lnTo>
                  <a:pt x="0" y="29348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23720" y="3015303"/>
            <a:ext cx="10040560" cy="180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3813"/>
              </a:lnSpc>
              <a:spcBef>
                <a:spcPct val="0"/>
              </a:spcBef>
            </a:pPr>
            <a:r>
              <a:rPr lang="en-US" sz="12909">
                <a:solidFill>
                  <a:srgbClr val="FB5A48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P _ _ R _ O _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55160" y="904875"/>
            <a:ext cx="777768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59"/>
              </a:lnSpc>
              <a:spcBef>
                <a:spcPct val="0"/>
              </a:spcBef>
            </a:pPr>
            <a:r>
              <a:rPr lang="en-US" sz="4966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COMPLETE THE WORD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458008" y="-7566919"/>
            <a:ext cx="11602585" cy="11409423"/>
          </a:xfrm>
          <a:custGeom>
            <a:avLst/>
            <a:gdLst/>
            <a:ahLst/>
            <a:cxnLst/>
            <a:rect r="r" b="b" t="t" l="l"/>
            <a:pathLst>
              <a:path h="11409423" w="11602585">
                <a:moveTo>
                  <a:pt x="0" y="0"/>
                </a:moveTo>
                <a:lnTo>
                  <a:pt x="11602584" y="0"/>
                </a:lnTo>
                <a:lnTo>
                  <a:pt x="11602584" y="11409423"/>
                </a:lnTo>
                <a:lnTo>
                  <a:pt x="0" y="11409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579734" y="7295283"/>
            <a:ext cx="2725668" cy="555045"/>
          </a:xfrm>
          <a:custGeom>
            <a:avLst/>
            <a:gdLst/>
            <a:ahLst/>
            <a:cxnLst/>
            <a:rect r="r" b="b" t="t" l="l"/>
            <a:pathLst>
              <a:path h="555045" w="2725668">
                <a:moveTo>
                  <a:pt x="0" y="0"/>
                </a:moveTo>
                <a:lnTo>
                  <a:pt x="2725667" y="0"/>
                </a:lnTo>
                <a:lnTo>
                  <a:pt x="2725667" y="555045"/>
                </a:lnTo>
                <a:lnTo>
                  <a:pt x="0" y="555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66297">
            <a:off x="13744983" y="1667877"/>
            <a:ext cx="3403437" cy="1280930"/>
          </a:xfrm>
          <a:custGeom>
            <a:avLst/>
            <a:gdLst/>
            <a:ahLst/>
            <a:cxnLst/>
            <a:rect r="r" b="b" t="t" l="l"/>
            <a:pathLst>
              <a:path h="1280930" w="3403437">
                <a:moveTo>
                  <a:pt x="0" y="0"/>
                </a:moveTo>
                <a:lnTo>
                  <a:pt x="3403437" y="0"/>
                </a:lnTo>
                <a:lnTo>
                  <a:pt x="3403437" y="1280930"/>
                </a:lnTo>
                <a:lnTo>
                  <a:pt x="0" y="12809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837475">
            <a:off x="1417176" y="2544670"/>
            <a:ext cx="904022" cy="595626"/>
          </a:xfrm>
          <a:custGeom>
            <a:avLst/>
            <a:gdLst/>
            <a:ahLst/>
            <a:cxnLst/>
            <a:rect r="r" b="b" t="t" l="l"/>
            <a:pathLst>
              <a:path h="595626" w="904022">
                <a:moveTo>
                  <a:pt x="0" y="0"/>
                </a:moveTo>
                <a:lnTo>
                  <a:pt x="904021" y="0"/>
                </a:lnTo>
                <a:lnTo>
                  <a:pt x="904021" y="595626"/>
                </a:lnTo>
                <a:lnTo>
                  <a:pt x="0" y="5956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16365" y="-7616865"/>
            <a:ext cx="25520731" cy="25520731"/>
          </a:xfrm>
          <a:custGeom>
            <a:avLst/>
            <a:gdLst/>
            <a:ahLst/>
            <a:cxnLst/>
            <a:rect r="r" b="b" t="t" l="l"/>
            <a:pathLst>
              <a:path h="25520731" w="25520731">
                <a:moveTo>
                  <a:pt x="0" y="0"/>
                </a:moveTo>
                <a:lnTo>
                  <a:pt x="25520730" y="0"/>
                </a:lnTo>
                <a:lnTo>
                  <a:pt x="25520730" y="25520730"/>
                </a:lnTo>
                <a:lnTo>
                  <a:pt x="0" y="25520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3616365" y="8468226"/>
            <a:ext cx="11602585" cy="11409423"/>
          </a:xfrm>
          <a:custGeom>
            <a:avLst/>
            <a:gdLst/>
            <a:ahLst/>
            <a:cxnLst/>
            <a:rect r="r" b="b" t="t" l="l"/>
            <a:pathLst>
              <a:path h="11409423" w="11602585">
                <a:moveTo>
                  <a:pt x="0" y="0"/>
                </a:moveTo>
                <a:lnTo>
                  <a:pt x="11602585" y="0"/>
                </a:lnTo>
                <a:lnTo>
                  <a:pt x="11602585" y="11409423"/>
                </a:lnTo>
                <a:lnTo>
                  <a:pt x="0" y="11409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47870" y="3212918"/>
            <a:ext cx="11392260" cy="4559114"/>
            <a:chOff x="0" y="0"/>
            <a:chExt cx="3000431" cy="12007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00431" cy="1200754"/>
            </a:xfrm>
            <a:custGeom>
              <a:avLst/>
              <a:gdLst/>
              <a:ahLst/>
              <a:cxnLst/>
              <a:rect r="r" b="b" t="t" l="l"/>
              <a:pathLst>
                <a:path h="1200754" w="3000431">
                  <a:moveTo>
                    <a:pt x="34658" y="0"/>
                  </a:moveTo>
                  <a:lnTo>
                    <a:pt x="2965772" y="0"/>
                  </a:lnTo>
                  <a:cubicBezTo>
                    <a:pt x="2984914" y="0"/>
                    <a:pt x="3000431" y="15517"/>
                    <a:pt x="3000431" y="34658"/>
                  </a:cubicBezTo>
                  <a:lnTo>
                    <a:pt x="3000431" y="1166096"/>
                  </a:lnTo>
                  <a:cubicBezTo>
                    <a:pt x="3000431" y="1185237"/>
                    <a:pt x="2984914" y="1200754"/>
                    <a:pt x="2965772" y="1200754"/>
                  </a:cubicBezTo>
                  <a:lnTo>
                    <a:pt x="34658" y="1200754"/>
                  </a:lnTo>
                  <a:cubicBezTo>
                    <a:pt x="25466" y="1200754"/>
                    <a:pt x="16651" y="1197103"/>
                    <a:pt x="10151" y="1190603"/>
                  </a:cubicBezTo>
                  <a:cubicBezTo>
                    <a:pt x="3652" y="1184103"/>
                    <a:pt x="0" y="1175288"/>
                    <a:pt x="0" y="1166096"/>
                  </a:cubicBezTo>
                  <a:lnTo>
                    <a:pt x="0" y="34658"/>
                  </a:lnTo>
                  <a:cubicBezTo>
                    <a:pt x="0" y="15517"/>
                    <a:pt x="15517" y="0"/>
                    <a:pt x="34658" y="0"/>
                  </a:cubicBezTo>
                  <a:close/>
                </a:path>
              </a:pathLst>
            </a:custGeom>
            <a:solidFill>
              <a:srgbClr val="75D6D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000431" cy="1257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467920" y="4292185"/>
            <a:ext cx="6268343" cy="5994815"/>
          </a:xfrm>
          <a:custGeom>
            <a:avLst/>
            <a:gdLst/>
            <a:ahLst/>
            <a:cxnLst/>
            <a:rect r="r" b="b" t="t" l="l"/>
            <a:pathLst>
              <a:path h="5994815" w="6268343">
                <a:moveTo>
                  <a:pt x="0" y="0"/>
                </a:moveTo>
                <a:lnTo>
                  <a:pt x="6268343" y="0"/>
                </a:lnTo>
                <a:lnTo>
                  <a:pt x="6268343" y="5994815"/>
                </a:lnTo>
                <a:lnTo>
                  <a:pt x="0" y="5994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540620" y="7378285"/>
            <a:ext cx="4520206" cy="3303860"/>
          </a:xfrm>
          <a:custGeom>
            <a:avLst/>
            <a:gdLst/>
            <a:ahLst/>
            <a:cxnLst/>
            <a:rect r="r" b="b" t="t" l="l"/>
            <a:pathLst>
              <a:path h="3303860" w="4520206">
                <a:moveTo>
                  <a:pt x="4520206" y="0"/>
                </a:moveTo>
                <a:lnTo>
                  <a:pt x="0" y="0"/>
                </a:lnTo>
                <a:lnTo>
                  <a:pt x="0" y="3303859"/>
                </a:lnTo>
                <a:lnTo>
                  <a:pt x="4520206" y="3303859"/>
                </a:lnTo>
                <a:lnTo>
                  <a:pt x="452020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96196" y="4847950"/>
            <a:ext cx="9695608" cy="140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0699"/>
              </a:lnSpc>
              <a:spcBef>
                <a:spcPct val="0"/>
              </a:spcBef>
            </a:pPr>
            <a:r>
              <a:rPr lang="en-US" sz="9999">
                <a:solidFill>
                  <a:srgbClr val="FB5A48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Parrot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55160" y="904875"/>
            <a:ext cx="777768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59"/>
              </a:lnSpc>
              <a:spcBef>
                <a:spcPct val="0"/>
              </a:spcBef>
            </a:pPr>
            <a:r>
              <a:rPr lang="en-US" sz="4966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THE ANSWER IS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811506" y="-7616865"/>
            <a:ext cx="11602585" cy="11409423"/>
          </a:xfrm>
          <a:custGeom>
            <a:avLst/>
            <a:gdLst/>
            <a:ahLst/>
            <a:cxnLst/>
            <a:rect r="r" b="b" t="t" l="l"/>
            <a:pathLst>
              <a:path h="11409423" w="11602585">
                <a:moveTo>
                  <a:pt x="0" y="0"/>
                </a:moveTo>
                <a:lnTo>
                  <a:pt x="11602585" y="0"/>
                </a:lnTo>
                <a:lnTo>
                  <a:pt x="11602585" y="11409423"/>
                </a:lnTo>
                <a:lnTo>
                  <a:pt x="0" y="11409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31775" y="1497784"/>
            <a:ext cx="2725668" cy="555045"/>
          </a:xfrm>
          <a:custGeom>
            <a:avLst/>
            <a:gdLst/>
            <a:ahLst/>
            <a:cxnLst/>
            <a:rect r="r" b="b" t="t" l="l"/>
            <a:pathLst>
              <a:path h="555045" w="2725668">
                <a:moveTo>
                  <a:pt x="0" y="0"/>
                </a:moveTo>
                <a:lnTo>
                  <a:pt x="2725668" y="0"/>
                </a:lnTo>
                <a:lnTo>
                  <a:pt x="2725668" y="555045"/>
                </a:lnTo>
                <a:lnTo>
                  <a:pt x="0" y="555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8752692"/>
            <a:ext cx="2725668" cy="555045"/>
          </a:xfrm>
          <a:custGeom>
            <a:avLst/>
            <a:gdLst/>
            <a:ahLst/>
            <a:cxnLst/>
            <a:rect r="r" b="b" t="t" l="l"/>
            <a:pathLst>
              <a:path h="555045" w="2725668">
                <a:moveTo>
                  <a:pt x="0" y="0"/>
                </a:moveTo>
                <a:lnTo>
                  <a:pt x="2725668" y="0"/>
                </a:lnTo>
                <a:lnTo>
                  <a:pt x="2725668" y="555045"/>
                </a:lnTo>
                <a:lnTo>
                  <a:pt x="0" y="555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869875">
            <a:off x="15520114" y="1778113"/>
            <a:ext cx="904022" cy="595626"/>
          </a:xfrm>
          <a:custGeom>
            <a:avLst/>
            <a:gdLst/>
            <a:ahLst/>
            <a:cxnLst/>
            <a:rect r="r" b="b" t="t" l="l"/>
            <a:pathLst>
              <a:path h="595626" w="904022">
                <a:moveTo>
                  <a:pt x="0" y="0"/>
                </a:moveTo>
                <a:lnTo>
                  <a:pt x="904021" y="0"/>
                </a:lnTo>
                <a:lnTo>
                  <a:pt x="904021" y="595626"/>
                </a:lnTo>
                <a:lnTo>
                  <a:pt x="0" y="595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-2699999">
            <a:off x="1091938" y="5551998"/>
            <a:ext cx="904022" cy="595626"/>
          </a:xfrm>
          <a:custGeom>
            <a:avLst/>
            <a:gdLst/>
            <a:ahLst/>
            <a:cxnLst/>
            <a:rect r="r" b="b" t="t" l="l"/>
            <a:pathLst>
              <a:path h="595626" w="904022">
                <a:moveTo>
                  <a:pt x="0" y="0"/>
                </a:moveTo>
                <a:lnTo>
                  <a:pt x="904022" y="0"/>
                </a:lnTo>
                <a:lnTo>
                  <a:pt x="904022" y="595626"/>
                </a:lnTo>
                <a:lnTo>
                  <a:pt x="0" y="595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16365" y="-7616865"/>
            <a:ext cx="25520731" cy="25520731"/>
          </a:xfrm>
          <a:custGeom>
            <a:avLst/>
            <a:gdLst/>
            <a:ahLst/>
            <a:cxnLst/>
            <a:rect r="r" b="b" t="t" l="l"/>
            <a:pathLst>
              <a:path h="25520731" w="25520731">
                <a:moveTo>
                  <a:pt x="0" y="0"/>
                </a:moveTo>
                <a:lnTo>
                  <a:pt x="25520730" y="0"/>
                </a:lnTo>
                <a:lnTo>
                  <a:pt x="25520730" y="25520730"/>
                </a:lnTo>
                <a:lnTo>
                  <a:pt x="0" y="25520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032840" y="4582288"/>
            <a:ext cx="11602585" cy="11409423"/>
          </a:xfrm>
          <a:custGeom>
            <a:avLst/>
            <a:gdLst/>
            <a:ahLst/>
            <a:cxnLst/>
            <a:rect r="r" b="b" t="t" l="l"/>
            <a:pathLst>
              <a:path h="11409423" w="11602585">
                <a:moveTo>
                  <a:pt x="0" y="0"/>
                </a:moveTo>
                <a:lnTo>
                  <a:pt x="11602585" y="0"/>
                </a:lnTo>
                <a:lnTo>
                  <a:pt x="11602585" y="11409424"/>
                </a:lnTo>
                <a:lnTo>
                  <a:pt x="0" y="114094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935334" y="2238769"/>
            <a:ext cx="6417332" cy="641733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48894" r="0" b="-1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255160" y="7779801"/>
            <a:ext cx="777768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59"/>
              </a:lnSpc>
              <a:spcBef>
                <a:spcPct val="0"/>
              </a:spcBef>
            </a:pPr>
            <a:r>
              <a:rPr lang="en-US" sz="4966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SAMIRA HADID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77703" y="5598381"/>
            <a:ext cx="5557631" cy="4688619"/>
          </a:xfrm>
          <a:custGeom>
            <a:avLst/>
            <a:gdLst/>
            <a:ahLst/>
            <a:cxnLst/>
            <a:rect r="r" b="b" t="t" l="l"/>
            <a:pathLst>
              <a:path h="4688619" w="5557631">
                <a:moveTo>
                  <a:pt x="0" y="0"/>
                </a:moveTo>
                <a:lnTo>
                  <a:pt x="5557631" y="0"/>
                </a:lnTo>
                <a:lnTo>
                  <a:pt x="5557631" y="4688619"/>
                </a:lnTo>
                <a:lnTo>
                  <a:pt x="0" y="46886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3387428" y="5632714"/>
            <a:ext cx="4900572" cy="4704549"/>
          </a:xfrm>
          <a:custGeom>
            <a:avLst/>
            <a:gdLst/>
            <a:ahLst/>
            <a:cxnLst/>
            <a:rect r="r" b="b" t="t" l="l"/>
            <a:pathLst>
              <a:path h="4704549" w="4900572">
                <a:moveTo>
                  <a:pt x="4900572" y="0"/>
                </a:moveTo>
                <a:lnTo>
                  <a:pt x="0" y="0"/>
                </a:lnTo>
                <a:lnTo>
                  <a:pt x="0" y="4704550"/>
                </a:lnTo>
                <a:lnTo>
                  <a:pt x="4900572" y="4704550"/>
                </a:lnTo>
                <a:lnTo>
                  <a:pt x="4900572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30982" y="1726149"/>
            <a:ext cx="7226036" cy="261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341"/>
              </a:lnSpc>
              <a:spcBef>
                <a:spcPct val="0"/>
              </a:spcBef>
            </a:pPr>
            <a:r>
              <a:rPr lang="en-US" b="true" sz="7795" strike="noStrike" u="none">
                <a:solidFill>
                  <a:srgbClr val="FB5A48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The Winner is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5423589" y="-7616865"/>
            <a:ext cx="11602585" cy="11409423"/>
          </a:xfrm>
          <a:custGeom>
            <a:avLst/>
            <a:gdLst/>
            <a:ahLst/>
            <a:cxnLst/>
            <a:rect r="r" b="b" t="t" l="l"/>
            <a:pathLst>
              <a:path h="11409423" w="11602585">
                <a:moveTo>
                  <a:pt x="0" y="0"/>
                </a:moveTo>
                <a:lnTo>
                  <a:pt x="11602585" y="0"/>
                </a:lnTo>
                <a:lnTo>
                  <a:pt x="11602585" y="11409423"/>
                </a:lnTo>
                <a:lnTo>
                  <a:pt x="0" y="11409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239258" y="2071827"/>
            <a:ext cx="2725668" cy="555045"/>
          </a:xfrm>
          <a:custGeom>
            <a:avLst/>
            <a:gdLst/>
            <a:ahLst/>
            <a:cxnLst/>
            <a:rect r="r" b="b" t="t" l="l"/>
            <a:pathLst>
              <a:path h="555045" w="2725668">
                <a:moveTo>
                  <a:pt x="0" y="0"/>
                </a:moveTo>
                <a:lnTo>
                  <a:pt x="2725667" y="0"/>
                </a:lnTo>
                <a:lnTo>
                  <a:pt x="2725667" y="555045"/>
                </a:lnTo>
                <a:lnTo>
                  <a:pt x="0" y="5550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2071827"/>
            <a:ext cx="2725668" cy="555045"/>
          </a:xfrm>
          <a:custGeom>
            <a:avLst/>
            <a:gdLst/>
            <a:ahLst/>
            <a:cxnLst/>
            <a:rect r="r" b="b" t="t" l="l"/>
            <a:pathLst>
              <a:path h="555045" w="2725668">
                <a:moveTo>
                  <a:pt x="0" y="0"/>
                </a:moveTo>
                <a:lnTo>
                  <a:pt x="2725668" y="0"/>
                </a:lnTo>
                <a:lnTo>
                  <a:pt x="2725668" y="555045"/>
                </a:lnTo>
                <a:lnTo>
                  <a:pt x="0" y="5550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699999">
            <a:off x="11889700" y="8657354"/>
            <a:ext cx="904022" cy="595626"/>
          </a:xfrm>
          <a:custGeom>
            <a:avLst/>
            <a:gdLst/>
            <a:ahLst/>
            <a:cxnLst/>
            <a:rect r="r" b="b" t="t" l="l"/>
            <a:pathLst>
              <a:path h="595626" w="904022">
                <a:moveTo>
                  <a:pt x="0" y="0"/>
                </a:moveTo>
                <a:lnTo>
                  <a:pt x="904022" y="0"/>
                </a:lnTo>
                <a:lnTo>
                  <a:pt x="904022" y="595626"/>
                </a:lnTo>
                <a:lnTo>
                  <a:pt x="0" y="5956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16365" y="-7616865"/>
            <a:ext cx="25520731" cy="25520731"/>
          </a:xfrm>
          <a:custGeom>
            <a:avLst/>
            <a:gdLst/>
            <a:ahLst/>
            <a:cxnLst/>
            <a:rect r="r" b="b" t="t" l="l"/>
            <a:pathLst>
              <a:path h="25520731" w="25520731">
                <a:moveTo>
                  <a:pt x="0" y="0"/>
                </a:moveTo>
                <a:lnTo>
                  <a:pt x="25520730" y="0"/>
                </a:lnTo>
                <a:lnTo>
                  <a:pt x="25520730" y="25520730"/>
                </a:lnTo>
                <a:lnTo>
                  <a:pt x="0" y="25520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859218" y="-106600"/>
            <a:ext cx="10569564" cy="10393600"/>
          </a:xfrm>
          <a:custGeom>
            <a:avLst/>
            <a:gdLst/>
            <a:ahLst/>
            <a:cxnLst/>
            <a:rect r="r" b="b" t="t" l="l"/>
            <a:pathLst>
              <a:path h="10393600" w="10569564">
                <a:moveTo>
                  <a:pt x="0" y="0"/>
                </a:moveTo>
                <a:lnTo>
                  <a:pt x="10569564" y="0"/>
                </a:lnTo>
                <a:lnTo>
                  <a:pt x="10569564" y="10393600"/>
                </a:lnTo>
                <a:lnTo>
                  <a:pt x="0" y="10393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21875" y="3474037"/>
            <a:ext cx="12244250" cy="348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3512"/>
              </a:lnSpc>
              <a:spcBef>
                <a:spcPct val="0"/>
              </a:spcBef>
            </a:pPr>
            <a:r>
              <a:rPr lang="en-US" sz="12628">
                <a:solidFill>
                  <a:srgbClr val="FB5A48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Thank you for playing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6202203"/>
            <a:ext cx="4758481" cy="4646008"/>
          </a:xfrm>
          <a:custGeom>
            <a:avLst/>
            <a:gdLst/>
            <a:ahLst/>
            <a:cxnLst/>
            <a:rect r="r" b="b" t="t" l="l"/>
            <a:pathLst>
              <a:path h="4646008" w="4758481">
                <a:moveTo>
                  <a:pt x="0" y="0"/>
                </a:moveTo>
                <a:lnTo>
                  <a:pt x="4758481" y="0"/>
                </a:lnTo>
                <a:lnTo>
                  <a:pt x="4758481" y="4646009"/>
                </a:lnTo>
                <a:lnTo>
                  <a:pt x="0" y="46460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723271" y="6616940"/>
            <a:ext cx="4536029" cy="3670060"/>
          </a:xfrm>
          <a:custGeom>
            <a:avLst/>
            <a:gdLst/>
            <a:ahLst/>
            <a:cxnLst/>
            <a:rect r="r" b="b" t="t" l="l"/>
            <a:pathLst>
              <a:path h="3670060" w="4536029">
                <a:moveTo>
                  <a:pt x="4536029" y="0"/>
                </a:moveTo>
                <a:lnTo>
                  <a:pt x="0" y="0"/>
                </a:lnTo>
                <a:lnTo>
                  <a:pt x="0" y="3670060"/>
                </a:lnTo>
                <a:lnTo>
                  <a:pt x="4536029" y="3670060"/>
                </a:lnTo>
                <a:lnTo>
                  <a:pt x="453602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28782" y="1644405"/>
            <a:ext cx="2725668" cy="555045"/>
          </a:xfrm>
          <a:custGeom>
            <a:avLst/>
            <a:gdLst/>
            <a:ahLst/>
            <a:cxnLst/>
            <a:rect r="r" b="b" t="t" l="l"/>
            <a:pathLst>
              <a:path h="555045" w="2725668">
                <a:moveTo>
                  <a:pt x="0" y="0"/>
                </a:moveTo>
                <a:lnTo>
                  <a:pt x="2725668" y="0"/>
                </a:lnTo>
                <a:lnTo>
                  <a:pt x="2725668" y="555045"/>
                </a:lnTo>
                <a:lnTo>
                  <a:pt x="0" y="555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4465" y="4211886"/>
            <a:ext cx="2725668" cy="555045"/>
          </a:xfrm>
          <a:custGeom>
            <a:avLst/>
            <a:gdLst/>
            <a:ahLst/>
            <a:cxnLst/>
            <a:rect r="r" b="b" t="t" l="l"/>
            <a:pathLst>
              <a:path h="555045" w="2725668">
                <a:moveTo>
                  <a:pt x="0" y="0"/>
                </a:moveTo>
                <a:lnTo>
                  <a:pt x="2725667" y="0"/>
                </a:lnTo>
                <a:lnTo>
                  <a:pt x="2725667" y="555045"/>
                </a:lnTo>
                <a:lnTo>
                  <a:pt x="0" y="555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699999">
            <a:off x="2772151" y="1170463"/>
            <a:ext cx="904022" cy="595626"/>
          </a:xfrm>
          <a:custGeom>
            <a:avLst/>
            <a:gdLst/>
            <a:ahLst/>
            <a:cxnLst/>
            <a:rect r="r" b="b" t="t" l="l"/>
            <a:pathLst>
              <a:path h="595626" w="904022">
                <a:moveTo>
                  <a:pt x="0" y="0"/>
                </a:moveTo>
                <a:lnTo>
                  <a:pt x="904022" y="0"/>
                </a:lnTo>
                <a:lnTo>
                  <a:pt x="904022" y="595626"/>
                </a:lnTo>
                <a:lnTo>
                  <a:pt x="0" y="595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true" flipV="false" rot="1679001">
            <a:off x="15344320" y="4845687"/>
            <a:ext cx="904022" cy="595626"/>
          </a:xfrm>
          <a:custGeom>
            <a:avLst/>
            <a:gdLst/>
            <a:ahLst/>
            <a:cxnLst/>
            <a:rect r="r" b="b" t="t" l="l"/>
            <a:pathLst>
              <a:path h="595626" w="904022">
                <a:moveTo>
                  <a:pt x="904022" y="0"/>
                </a:moveTo>
                <a:lnTo>
                  <a:pt x="0" y="0"/>
                </a:lnTo>
                <a:lnTo>
                  <a:pt x="0" y="595626"/>
                </a:lnTo>
                <a:lnTo>
                  <a:pt x="904022" y="595626"/>
                </a:lnTo>
                <a:lnTo>
                  <a:pt x="904022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DAHE70u8M1s</dc:identifier>
  <dcterms:modified xsi:type="dcterms:W3CDTF">2011-08-01T06:04:30Z</dcterms:modified>
  <cp:revision>1</cp:revision>
</cp:coreProperties>
</file>