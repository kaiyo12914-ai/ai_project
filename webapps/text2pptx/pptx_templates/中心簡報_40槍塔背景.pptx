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Override PartName="/ppt/slideLayouts/slideLayout13.xml" ContentType="application/vnd.openxmlformats-officedocument.presentationml.slideLayout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0/main" xmlns:ns4="http://schemas.microsoft.com/office/powerpoint/2012/main" saveSubsetFonts="1">
  <ns0:sldMasterIdLst>
    <ns0:sldMasterId id="2147485096" ns1:id="rId1"/>
  </ns0:sldMasterIdLst>
  <ns0:notesMasterIdLst>
    <ns0:notesMasterId ns1:id="rId5"/>
  </ns0:notesMasterIdLst>
  <ns0:handoutMasterIdLst>
    <ns0:handoutMasterId ns1:id="rId6"/>
  </ns0:handoutMasterIdLst>
  <ns0:sldIdLst>
    <ns0:sldId id="6588" ns1:id="rId2"/>
    <ns0:sldId id="6587" ns1:id="rId3"/>
    <ns0:sldId id="6589" ns1:id="rId4"/>
  </ns0:sldIdLst>
  <ns0:sldSz cx="9144000" cy="6858000" type="screen4x3"/>
  <ns0:notesSz cx="9939338" cy="6807200"/>
  <ns0:custShowLst>
    <ns0:custShow name="自訂放映 1" id="0">
      <ns0:sldLst/>
    </ns0:custShow>
    <ns0:custShow name="自訂放映 2" id="1">
      <ns0:sldLst/>
    </ns0:custShow>
  </ns0:custShowLst>
  <ns0:defaultTextStyle>
    <ns2:defPPr>
      <ns2:defRPr lang="zh-TW"/>
    </ns2:defPPr>
    <ns2:lvl1pPr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1pPr>
    <ns2:lvl2pPr marL="4572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2pPr>
    <ns2:lvl3pPr marL="9144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3pPr>
    <ns2:lvl4pPr marL="13716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4pPr>
    <ns2:lvl5pPr marL="1828800" algn="l" rtl="0" eaLnBrk="0" fontAlgn="base" hangingPunct="0">
      <ns2:spcBef>
        <ns2:spcPct val="0"/>
      </ns2:spcBef>
      <ns2:spcAft>
        <ns2:spcPct val="0"/>
      </ns2:spcAft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5pPr>
    <ns2:lvl6pPr marL="22860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6pPr>
    <ns2:lvl7pPr marL="27432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7pPr>
    <ns2:lvl8pPr marL="32004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8pPr>
    <ns2:lvl9pPr marL="3657600" algn="l" defTabSz="914400" rtl="0" eaLnBrk="1" latinLnBrk="0" hangingPunct="1">
      <ns2:defRPr kumimoji="1" kern="1200">
        <ns2:solidFill>
          <ns2:schemeClr val="tx1"/>
        </ns2:solidFill>
        <ns2:latin typeface="Arial" charset="0"/>
        <ns2:ea typeface="新細明體" pitchFamily="18" charset="-120"/>
        <ns2:cs typeface="+mn-cs"/>
      </ns2:defRPr>
    </ns2:lvl9pPr>
  </ns0:defaultTextStyle>
  <ns0:extLst>
    <ns0:ext uri="{521415D9-36F7-43E2-AB2F-B90AF26B5E84}">
      <ns3:sectionLst>
        <ns3:section name="預設章節" id="{FCE48EE5-9F01-40D3-B8C9-8FF1655B03C4}">
          <ns3:sldIdLst>
            <ns3:sldId id="6588"/>
            <ns3:sldId id="6587"/>
            <ns3:sldId id="6589"/>
          </ns3:sldIdLst>
        </ns3:section>
      </ns3:sectionLst>
    </ns0:ext>
    <ns0:ext uri="{EFAFB233-063F-42B5-8137-9DF3F51BA10A}">
      <ns4:sldGuideLst>
        <ns4:guide id="1" orient="horz" pos="2160">
          <ns4:clr>
            <ns2:srgbClr val="A4A3A4"/>
          </ns4:clr>
        </ns4:guide>
        <ns4:guide id="2" pos="2835">
          <ns4:clr>
            <ns2:srgbClr val="A4A3A4"/>
          </ns4:clr>
        </ns4:guide>
      </ns4:sldGuideLst>
    </ns0:ext>
    <ns0:ext uri="{2D200454-40CA-4A62-9FC3-DE9A4176ACB9}">
      <ns4:notesGuideLst>
        <ns4:guide id="1" orient="horz" pos="2133" userDrawn="1">
          <ns4:clr>
            <ns2:srgbClr val="A4A3A4"/>
          </ns4:clr>
        </ns4:guide>
        <ns4:guide id="2" pos="3160" userDrawn="1">
          <ns4:clr>
            <ns2:srgbClr val="A4A3A4"/>
          </ns4:clr>
        </ns4:guide>
        <ns4:guide id="3" orient="horz" pos="2120" userDrawn="1">
          <ns4:clr>
            <ns2:srgbClr val="A4A3A4"/>
          </ns4:clr>
        </ns4:guide>
        <ns4:guide id="4" pos="3131" userDrawn="1">
          <ns4:clr>
            <ns2:srgbClr val="A4A3A4"/>
          </ns4:clr>
        </ns4:guide>
        <ns4:guide id="5" orient="horz" pos="2136" userDrawn="1">
          <ns4:clr>
            <ns2:srgbClr val="A4A3A4"/>
          </ns4:clr>
        </ns4:guide>
        <ns4:guide id="6" orient="horz" pos="2122" userDrawn="1">
          <ns4:clr>
            <ns2:srgbClr val="A4A3A4"/>
          </ns4:clr>
        </ns4:guide>
        <ns4:guide id="7" pos="3164" userDrawn="1">
          <ns4:clr>
            <ns2:srgbClr val="A4A3A4"/>
          </ns4:clr>
        </ns4:guide>
        <ns4:guide id="8" pos="3135" userDrawn="1">
          <ns4:clr>
            <ns2:srgbClr val="A4A3A4"/>
          </ns4:clr>
        </ns4:guide>
        <ns4:guide id="9" orient="horz" pos="2131" userDrawn="1">
          <ns4:clr>
            <ns2:srgbClr val="A4A3A4"/>
          </ns4:clr>
        </ns4:guide>
        <ns4:guide id="10" orient="horz" pos="2119" userDrawn="1">
          <ns4:clr>
            <ns2:srgbClr val="A4A3A4"/>
          </ns4:clr>
        </ns4:guide>
        <ns4:guide id="11" pos="3154" userDrawn="1">
          <ns4:clr>
            <ns2:srgbClr val="A4A3A4"/>
          </ns4:clr>
        </ns4:guide>
        <ns4:guide id="12" pos="3129" userDrawn="1">
          <ns4:clr>
            <ns2:srgbClr val="A4A3A4"/>
          </ns4:clr>
        </ns4:guide>
        <ns4:guide id="13" pos="3157" userDrawn="1">
          <ns4:clr>
            <ns2:srgbClr val="A4A3A4"/>
          </ns4:clr>
        </ns4:guide>
        <ns4:guide id="14" orient="horz" pos="2145" userDrawn="1">
          <ns4:clr>
            <ns2:srgbClr val="A4A3A4"/>
          </ns4:clr>
        </ns4:guide>
        <ns4:guide id="15" orient="horz" pos="2132" userDrawn="1">
          <ns4:clr>
            <ns2:srgbClr val="A4A3A4"/>
          </ns4:clr>
        </ns4:guide>
        <ns4:guide id="16" orient="horz" pos="2148" userDrawn="1">
          <ns4:clr>
            <ns2:srgbClr val="A4A3A4"/>
          </ns4:clr>
        </ns4:guide>
        <ns4:guide id="17" orient="horz" pos="2134" userDrawn="1">
          <ns4:clr>
            <ns2:srgbClr val="A4A3A4"/>
          </ns4:clr>
        </ns4:guide>
        <ns4:guide id="18" orient="horz" pos="2142" userDrawn="1">
          <ns4:clr>
            <ns2:srgbClr val="A4A3A4"/>
          </ns4:clr>
        </ns4:guide>
        <ns4:guide id="19" orient="horz" pos="2151" userDrawn="1">
          <ns4:clr>
            <ns2:srgbClr val="A4A3A4"/>
          </ns4:clr>
        </ns4:guide>
        <ns4:guide id="20" orient="horz" pos="2144" userDrawn="1">
          <ns4:clr>
            <ns2:srgbClr val="A4A3A4"/>
          </ns4:clr>
        </ns4:guide>
        <ns4:guide id="22" orient="horz" pos="2159" userDrawn="1">
          <ns4:clr>
            <ns2:srgbClr val="A4A3A4"/>
          </ns4:clr>
        </ns4:guide>
        <ns4:guide id="23" orient="horz" pos="2146" userDrawn="1">
          <ns4:clr>
            <ns2:srgbClr val="A4A3A4"/>
          </ns4:clr>
        </ns4:guide>
        <ns4:guide id="24" orient="horz" pos="2162" userDrawn="1">
          <ns4:clr>
            <ns2:srgbClr val="A4A3A4"/>
          </ns4:clr>
        </ns4:guide>
        <ns4:guide id="26" orient="horz" pos="2157" userDrawn="1">
          <ns4:clr>
            <ns2:srgbClr val="A4A3A4"/>
          </ns4:clr>
        </ns4:guide>
        <ns4:guide id="27" pos="3168" userDrawn="1">
          <ns4:clr>
            <ns2:srgbClr val="A4A3A4"/>
          </ns4:clr>
        </ns4:guide>
        <ns4:guide id="28" pos="3139" userDrawn="1">
          <ns4:clr>
            <ns2:srgbClr val="A4A3A4"/>
          </ns4:clr>
        </ns4:guide>
        <ns4:guide id="29" pos="3158" userDrawn="1">
          <ns4:clr>
            <ns2:srgbClr val="A4A3A4"/>
          </ns4:clr>
        </ns4:guide>
        <ns4:guide id="30" pos="3133" userDrawn="1">
          <ns4:clr>
            <ns2:srgbClr val="A4A3A4"/>
          </ns4:clr>
        </ns4:guide>
        <ns4:guide id="31" pos="3161" userDrawn="1">
          <ns4:clr>
            <ns2:srgbClr val="A4A3A4"/>
          </ns4:clr>
        </ns4:guide>
        <ns4:guide id="33" orient="horz" pos="2118" userDrawn="1">
          <ns4:clr>
            <ns2:srgbClr val="A4A3A4"/>
          </ns4:clr>
        </ns4:guide>
        <ns4:guide id="35" orient="horz" pos="2128" userDrawn="1">
          <ns4:clr>
            <ns2:srgbClr val="A4A3A4"/>
          </ns4:clr>
        </ns4:guide>
        <ns4:guide id="36" orient="horz" pos="2116" userDrawn="1">
          <ns4:clr>
            <ns2:srgbClr val="A4A3A4"/>
          </ns4:clr>
        </ns4:guide>
        <ns4:guide id="37" orient="horz" pos="2129" userDrawn="1">
          <ns4:clr>
            <ns2:srgbClr val="A4A3A4"/>
          </ns4:clr>
        </ns4:guide>
        <ns4:guide id="38" orient="horz" pos="2140" userDrawn="1">
          <ns4:clr>
            <ns2:srgbClr val="A4A3A4"/>
          </ns4:clr>
        </ns4:guide>
        <ns4:guide id="39" orient="horz" pos="2130" userDrawn="1">
          <ns4:clr>
            <ns2:srgbClr val="A4A3A4"/>
          </ns4:clr>
        </ns4:guide>
        <ns4:guide id="40" orient="horz" pos="2143" userDrawn="1">
          <ns4:clr>
            <ns2:srgbClr val="A4A3A4"/>
          </ns4:clr>
        </ns4:guide>
        <ns4:guide id="42" orient="horz" pos="2154" userDrawn="1">
          <ns4:clr>
            <ns2:srgbClr val="A4A3A4"/>
          </ns4:clr>
        </ns4:guide>
        <ns4:guide id="43" pos="3155" userDrawn="1">
          <ns4:clr>
            <ns2:srgbClr val="A4A3A4"/>
          </ns4:clr>
        </ns4:guide>
        <ns4:guide id="44" pos="3126" userDrawn="1">
          <ns4:clr>
            <ns2:srgbClr val="A4A3A4"/>
          </ns4:clr>
        </ns4:guide>
        <ns4:guide id="45" pos="3149" userDrawn="1">
          <ns4:clr>
            <ns2:srgbClr val="A4A3A4"/>
          </ns4:clr>
        </ns4:guide>
        <ns4:guide id="46" pos="3125" userDrawn="1">
          <ns4:clr>
            <ns2:srgbClr val="A4A3A4"/>
          </ns4:clr>
        </ns4:guide>
        <ns4:guide id="47" pos="3152" userDrawn="1">
          <ns4:clr>
            <ns2:srgbClr val="A4A3A4"/>
          </ns4:clr>
        </ns4:guide>
      </ns4:notesGuideLst>
    </ns0:ext>
  </ns0:extLst>
</ns0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溫員林" initials="溫員林" lastIdx="1" clrIdx="0">
    <p:extLst>
      <p:ext uri="{19B8F6BF-5375-455C-9EA6-DF929625EA0E}">
        <p15:presenceInfo xmlns:p15="http://schemas.microsoft.com/office/powerpoint/2012/main" userId="S-1-5-21-3624605511-2381757915-3471123497-13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gray" scaleToFitPaper="1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F9F9F5"/>
    <a:srgbClr val="4ED2B9"/>
    <a:srgbClr val="FDE487"/>
    <a:srgbClr val="CCFFCC"/>
    <a:srgbClr val="0000CC"/>
    <a:srgbClr val="FF66FF"/>
    <a:srgbClr val="4DB3E1"/>
    <a:srgbClr val="55CBB5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31" autoAdjust="0"/>
    <p:restoredTop sz="95434" autoAdjust="0"/>
  </p:normalViewPr>
  <p:slideViewPr>
    <p:cSldViewPr showGuides="1">
      <p:cViewPr varScale="1">
        <p:scale>
          <a:sx n="79" d="100"/>
          <a:sy n="79" d="100"/>
        </p:scale>
        <p:origin x="1206" y="96"/>
      </p:cViewPr>
      <p:guideLst>
        <p:guide orient="horz" pos="2160"/>
        <p:guide pos="2835"/>
      </p:guideLst>
    </p:cSldViewPr>
  </p:slideViewPr>
  <p:outlineViewPr>
    <p:cViewPr>
      <p:scale>
        <a:sx n="33" d="100"/>
        <a:sy n="33" d="100"/>
      </p:scale>
      <p:origin x="0" y="-1759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>
        <p:scale>
          <a:sx n="120" d="100"/>
          <a:sy n="120" d="100"/>
        </p:scale>
        <p:origin x="-3150" y="-72"/>
      </p:cViewPr>
      <p:guideLst>
        <p:guide orient="horz" pos="2133"/>
        <p:guide pos="3160"/>
        <p:guide orient="horz" pos="2120"/>
        <p:guide pos="3131"/>
        <p:guide orient="horz" pos="2136"/>
        <p:guide orient="horz" pos="2122"/>
        <p:guide pos="3164"/>
        <p:guide pos="3135"/>
        <p:guide orient="horz" pos="2131"/>
        <p:guide orient="horz" pos="2119"/>
        <p:guide pos="3154"/>
        <p:guide pos="3129"/>
        <p:guide pos="3157"/>
        <p:guide orient="horz" pos="2145"/>
        <p:guide orient="horz" pos="2132"/>
        <p:guide orient="horz" pos="2148"/>
        <p:guide orient="horz" pos="2134"/>
        <p:guide orient="horz" pos="2142"/>
        <p:guide orient="horz" pos="2151"/>
        <p:guide orient="horz" pos="2144"/>
        <p:guide orient="horz" pos="2159"/>
        <p:guide orient="horz" pos="2146"/>
        <p:guide orient="horz" pos="2162"/>
        <p:guide orient="horz" pos="2157"/>
        <p:guide pos="3168"/>
        <p:guide pos="3139"/>
        <p:guide pos="3158"/>
        <p:guide pos="3133"/>
        <p:guide pos="3161"/>
        <p:guide orient="horz" pos="2118"/>
        <p:guide orient="horz" pos="2128"/>
        <p:guide orient="horz" pos="2116"/>
        <p:guide orient="horz" pos="2129"/>
        <p:guide orient="horz" pos="2140"/>
        <p:guide orient="horz" pos="2130"/>
        <p:guide orient="horz" pos="2143"/>
        <p:guide orient="horz" pos="2154"/>
        <p:guide pos="3155"/>
        <p:guide pos="3126"/>
        <p:guide pos="3149"/>
        <p:guide pos="3125"/>
        <p:guide pos="3152"/>
      </p:guideLst>
    </p:cSldViewPr>
  </p:notesViewPr>
  <p:gridSpacing cx="45005" cy="45005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notesMaster" Target="notesMasters/notesMaster1.xml" /><ns0:Relationship Id="rId6" Type="http://schemas.openxmlformats.org/officeDocument/2006/relationships/handoutMaster" Target="handoutMasters/handoutMaster1.xml" /><ns0:Relationship Id="rId7" Type="http://schemas.openxmlformats.org/officeDocument/2006/relationships/commentAuthors" Target="commentAuthors.xml" /><ns0:Relationship Id="rId8" Type="http://schemas.openxmlformats.org/officeDocument/2006/relationships/presProps" Target="presProps.xml" /><ns0:Relationship Id="rId9" Type="http://schemas.openxmlformats.org/officeDocument/2006/relationships/viewProps" Target="viewProps.xml" /><ns0:Relationship Id="rId10" Type="http://schemas.openxmlformats.org/officeDocument/2006/relationships/theme" Target="theme/theme1.xml" /><ns0:Relationship Id="rId11" Type="http://schemas.openxmlformats.org/officeDocument/2006/relationships/tableStyles" Target="tableStyles.xml" /></ns0: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2813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28ADF2C0-3ED1-4E56-8738-D71CAC85150E}" type="datetimeFigureOut">
              <a:rPr lang="zh-TW" altLang="en-US"/>
              <a:pPr>
                <a:defRPr/>
              </a:pPr>
              <a:t>2026/4/9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2" y="6465549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 anchor="b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28132" y="6465549"/>
            <a:ext cx="4308922" cy="340581"/>
          </a:xfrm>
          <a:prstGeom prst="rect">
            <a:avLst/>
          </a:prstGeom>
        </p:spPr>
        <p:txBody>
          <a:bodyPr vert="horz" wrap="square" lIns="91355" tIns="45678" rIns="91355" bIns="4567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A7D8DC6-8184-4791-B93D-2F664BFCAB0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4970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28132" y="25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/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7F092259-CD0E-4671-B47B-BE7602B073D1}" type="datetimeFigureOut">
              <a:rPr lang="zh-TW" altLang="en-US"/>
              <a:pPr>
                <a:defRPr/>
              </a:pPr>
              <a:t>2026/4/9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2012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55" tIns="45678" rIns="91355" bIns="45678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5854" y="3232770"/>
            <a:ext cx="7950066" cy="3063019"/>
          </a:xfrm>
          <a:prstGeom prst="rect">
            <a:avLst/>
          </a:prstGeom>
        </p:spPr>
        <p:txBody>
          <a:bodyPr vert="horz" lIns="91355" tIns="45678" rIns="91355" bIns="45678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2" y="6465549"/>
            <a:ext cx="4308922" cy="340581"/>
          </a:xfrm>
          <a:prstGeom prst="rect">
            <a:avLst/>
          </a:prstGeom>
        </p:spPr>
        <p:txBody>
          <a:bodyPr vert="horz" lIns="91355" tIns="45678" rIns="91355" bIns="45678" rtlCol="0" anchor="b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28132" y="6465549"/>
            <a:ext cx="4308922" cy="340581"/>
          </a:xfrm>
          <a:prstGeom prst="rect">
            <a:avLst/>
          </a:prstGeom>
        </p:spPr>
        <p:txBody>
          <a:bodyPr vert="horz" wrap="square" lIns="91355" tIns="45678" rIns="91355" bIns="4567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27813B8-BD71-47EA-8F5C-0B8E83E2677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8052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5380" indent="-28546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6619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4947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63280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20026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6771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33518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90259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r>
              <a:rPr lang="en-US" altLang="zh-TW">
                <a:solidFill>
                  <a:srgbClr val="000000"/>
                </a:solidFill>
              </a:rPr>
              <a:t>第頁，共29頁</a:t>
            </a:r>
          </a:p>
        </p:txBody>
      </p:sp>
      <p:sp>
        <p:nvSpPr>
          <p:cNvPr id="1781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5380" indent="-28546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6619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4947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63280" indent="-228373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20026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6771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33518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90259" indent="-22837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959A26FD-2741-4D9F-9C41-375CBC6BD8B1}" type="slidenum">
              <a:rPr lang="en-US" altLang="zh-TW" smtClean="0">
                <a:solidFill>
                  <a:srgbClr val="000000"/>
                </a:solidFill>
              </a:rPr>
              <a:pPr/>
              <a:t>2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78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8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554900"/>
      </p:ext>
    </p:extLst>
  </p:cSld>
  <p:clrMapOvr>
    <a:masterClrMapping/>
  </p:clrMapOvr>
</p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png" /><ns0:Relationship Id="rId4" Type="http://schemas.openxmlformats.org/officeDocument/2006/relationships/image" Target="../media/image4.png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4.png" /></ns0:Relationships>
</file>

<file path=ppt/slideLayouts/_rels/slideLayout1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4.png" /></ns0: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microsoft.com/office/powerpoint/2010/main" type="title" preserve="1">
  <ns0:cSld name="版型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39ACCD0D-9858-61F3-FC36-9CCD1EB3D5E3}"/>
              </ns1:ext>
            </ns1:extLst>
          </ns0:cNvPr>
          <ns0:cNvSpPr>
            <ns1:spLocks noGrp="1"/>
          </ns0:cNvSpPr>
          <ns0:nvPr>
            <ns0:ph type="ctr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3" name="副標題 2">
            <ns1:extLst>
              <ns1:ext uri="{FF2B5EF4-FFF2-40B4-BE49-F238E27FC236}">
                <ns2:creationId id="{4FFD620C-5723-22B3-5362-541BE6C9F30F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/>
        <ns0:txBody>
          <ns1:bodyPr/>
          <ns1:lstStyle/>
          <ns1:p>
            <ns1:r>
              <ns1:rPr lang="zh-TW" altLang="en-US"/>
              <ns1:t/>
            </ns1:r>
          </ns1:p>
          <ns1:p>
            <ns1:endParaRPr lang="zh-TW" altLang="en-US"/>
          </ns1:p>
        </ns0:txBody>
      </ns0:sp>
    </ns0:spTree>
    <ns0:extLst>
      <ns0:ext uri="{BB962C8B-B14F-4D97-AF65-F5344CB8AC3E}">
        <ns3:creationId val="3034200080"/>
      </ns0:ext>
    </ns0:extLst>
  </ns0:cSld>
  <ns0:clrMapOvr>
    <ns1:masterClrMapping/>
  </ns0:clrMapOvr>
  <ns0:transition/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microsoft.com/office/powerpoint/2010/main" type="obj" preserve="1">
  <ns0:cSld name="版型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DC03158F-972C-EB82-2783-47BF2D4737D3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3" name="內容版面配置區 2">
            <ns1:extLst>
              <ns1:ext uri="{FF2B5EF4-FFF2-40B4-BE49-F238E27FC236}">
                <ns2:creationId id="{74DBA340-02F6-5B45-1CDC-DBEBEFB11287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endParaRPr lang="zh-TW" altLang="en-US"/>
          </ns1:p>
        </ns0:txBody>
      </ns0:sp>
    </ns0:spTree>
    <ns0:extLst>
      <ns0:ext uri="{BB962C8B-B14F-4D97-AF65-F5344CB8AC3E}">
        <ns3:creationId val="2291193297"/>
      </ns0:ext>
    </ns0:extLst>
  </ns0:cSld>
  <ns0:clrMapOvr>
    <ns1:masterClrMapping/>
  </ns0:clrMapOvr>
  <ns0:transition/>
</ns0:sldLayout>
</file>

<file path=ppt/slideLayouts/slideLayout1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microsoft.com/office/powerpoint/2010/main" type="obj" preserve="1">
  <ns0:cSld name="版型3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9AAC79FA-286E-8B65-2EC2-65FB3F4CC04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3" name="內容版面配置區 2">
            <ns1:extLst>
              <ns1:ext uri="{FF2B5EF4-FFF2-40B4-BE49-F238E27FC236}">
                <ns2:creationId id="{DBCAE424-3467-FEA0-71F7-BC3A5C382445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endParaRPr lang="zh-TW" altLang="en-US"/>
          </ns1:p>
        </ns0:txBody>
      </ns0:sp>
    </ns0:spTree>
    <ns0:extLst>
      <ns0:ext uri="{BB962C8B-B14F-4D97-AF65-F5344CB8AC3E}">
        <ns3:creationId val="2291193297"/>
      </ns0:ext>
    </ns0:extLst>
  </ns0:cSld>
  <ns0:clrMapOvr>
    <ns1:masterClrMapping/>
  </ns0:clrMapOvr>
  <ns0:transition/>
</ns0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4" Type="http://schemas.openxmlformats.org/officeDocument/2006/relationships/image" Target="../media/image1.jpeg" /><ns0:Relationship Id="rId15" Type="http://schemas.openxmlformats.org/officeDocument/2006/relationships/slideLayout" Target="../slideLayouts/slideLayout13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microsoft.com/office/powerpoint/2012/main" preserve="1">
  <ns0:cSld>
    <ns0:bg>
      <ns0:bgPr shadeToTitle="1">
        <ns1:gradFill rotWithShape="0">
          <ns1:gsLst>
            <ns1:gs pos="0">
              <ns1:srgbClr val="0000CC"/>
            </ns1:gs>
            <ns1:gs pos="100000">
              <ns1:schemeClr val="tx1"/>
            </ns1:gs>
          </ns1:gsLst>
          <ns1:path path="shape">
            <ns1:fillToRect l="50000" t="50000" r="50000" b="50000"/>
          </ns1:path>
        </ns1:gra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11" name="Picture 51" descr="17"/>
          <ns0:cNvPicPr>
            <ns1:picLocks noChangeAspect="1" noChangeArrowheads="1"/>
          </ns0:cNvPicPr>
          <ns0:nvPr userDrawn="1"/>
        </ns0:nvPicPr>
        <ns0:blipFill>
          <ns1:blip ns2:embed="rId14" cstate="print">
            <ns1:lum bright="70000" contrast="-70000"/>
            <ns1:extLst>
              <ns1:ext uri="{28A0092B-C50C-407E-A947-70E740481C1C}">
                <ns3:useLocalDpi val="0"/>
              </ns1:ext>
            </ns1:extLst>
          </ns1:blip>
          <ns1:srcRect/>
          <ns1:stretch>
            <ns1:fillRect/>
          </ns1:stretch>
        </ns0:blipFill>
        <ns0:spPr bwMode="auto">
          <ns1:xfrm>
            <ns1:off x="-381" y="-12192"/>
            <ns1:ext cx="9144000" cy="6862763"/>
          </ns1:xfrm>
          <ns1:prstGeom prst="rect">
            <ns1:avLst/>
          </ns1:prstGeom>
          <ns1:noFill/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</ns0:pic>
      <ns0:sp>
        <ns0:nvSpPr>
          <ns0:cNvPr id="1026" name="Rectangle 2"/>
          <ns0:cNvSpPr>
            <ns1:spLocks noGrp="1" noChangeArrowheads="1"/>
          </ns0:cNvSpPr>
          <ns0:nvPr>
            <ns0:ph type="title"/>
          </ns0:nvPr>
        </ns0:nvSpPr>
        <ns0:spPr bwMode="auto">
          <ns1:xfrm>
            <ns1:off x="457200" y="274638"/>
            <ns1:ext cx="8229600" cy="1143000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  <ns1:ext uri="{91240B29-F687-4F45-9708-019B960494DF}">
              <ns3:hiddenLine w="9525">
                <ns1:solidFill>
                  <ns1:srgbClr val="000000"/>
                </ns1:solidFill>
                <ns1:miter lim="800000"/>
                <ns1:headEnd/>
                <ns1:tailEnd/>
              </ns3:hiddenLine>
            </ns1:ext>
          </ns1:extLst>
        </ns0:spPr>
        <ns0:txBody>
          <ns1:bodyPr vert="horz" wrap="square" lIns="91440" tIns="45720" rIns="91440" bIns="45720" numCol="1" anchor="ctr" anchorCtr="0" compatLnSpc="1">
            <ns1:prstTxWarp prst="textNoShape">
              <ns1:avLst/>
            </ns1:prstTxWarp>
          </ns1:bodyPr>
          <ns1:lstStyle/>
          <ns1:p>
            <ns1:pPr lvl="0"/>
            <ns1:r>
              <ns1:rPr lang="zh-TW" altLang="en-US"/>
              <ns1:t>按一下以編輯母片標題樣式</ns1:t>
            </ns1:r>
          </ns1:p>
        </ns0:txBody>
      </ns0:sp>
      <ns0:sp>
        <ns0:nvSpPr>
          <ns0:cNvPr id="1027" name="Rectangle 3"/>
          <ns0:cNvSpPr>
            <ns1:spLocks noGrp="1" noChangeArrowheads="1"/>
          </ns0:cNvSpPr>
          <ns0:nvPr>
            <ns0:ph type="body" idx="1"/>
          </ns0:nvPr>
        </ns0:nvSpPr>
        <ns0:spPr bwMode="auto">
          <ns1:xfrm>
            <ns1:off x="457200" y="1600200"/>
            <ns1:ext cx="8229600" cy="4525963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  <ns1:ext uri="{91240B29-F687-4F45-9708-019B960494DF}">
              <ns3:hiddenLine w="9525">
                <ns1:solidFill>
                  <ns1:srgbClr val="000000"/>
                </ns1:solidFill>
                <ns1:miter lim="800000"/>
                <ns1:headEnd/>
                <ns1:tailEnd/>
              </ns3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pPr lvl="0"/>
            <ns1:r>
              <ns1:rPr lang="zh-TW" altLang="en-US" dirty="0"/>
              <ns1:t>按一下以編輯母片</ns1:t>
            </ns1:r>
          </ns1:p>
          <ns1:p>
            <ns1:pPr lvl="1"/>
            <ns1:r>
              <ns1:rPr lang="zh-TW" altLang="en-US" dirty="0"/>
              <ns1:t>第二層</ns1:t>
            </ns1:r>
          </ns1:p>
          <ns1:p>
            <ns1:pPr lvl="2"/>
            <ns1:r>
              <ns1:rPr lang="zh-TW" altLang="en-US" dirty="0"/>
              <ns1:t>第三層</ns1:t>
            </ns1:r>
          </ns1:p>
          <ns1:p>
            <ns1:pPr lvl="3"/>
            <ns1:r>
              <ns1:rPr lang="zh-TW" altLang="en-US" dirty="0"/>
              <ns1:t>第四層</ns1:t>
            </ns1:r>
          </ns1:p>
          <ns1:p>
            <ns1:pPr lvl="4"/>
            <ns1:r>
              <ns1:rPr lang="zh-TW" altLang="en-US" dirty="0"/>
              <ns1:t>第五層</ns1:t>
            </ns1:r>
          </ns1:p>
        </ns0:txBody>
      </ns0:sp>
      <ns0:sp>
        <ns0:nvSpPr>
          <ns0:cNvPr id="2684932" name="Rectangle 4"/>
          <ns0:cNvSpPr>
            <ns1:spLocks noGrp="1" noChangeArrowheads="1"/>
          </ns0:cNvSpPr>
          <ns0:nvPr>
            <ns0:ph type="dt" sz="half" idx="2"/>
          </ns0:nvPr>
        </ns0:nvSpPr>
        <ns0:spPr bwMode="auto">
          <ns1:xfrm>
            <ns1:off x="457200" y="6245225"/>
            <ns1:ext cx="2133600" cy="476250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  <ns1:effec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>
            <ns1:lvl1pPr eaLnBrk="1" hangingPunct="1">
              <ns1:defRPr kumimoji="1" sz="1400">
                <ns1:solidFill>
                  <ns1:srgbClr val="000000"/>
                </ns1:solidFill>
                <ns1:latin typeface="Arial" pitchFamily="34" charset="0"/>
                <ns1:ea typeface="新細明體" pitchFamily="18" charset="-120"/>
              </ns1:defRPr>
            </ns1:lvl1pPr>
          </ns1:lstStyle>
          <ns1:p>
            <ns1:pPr>
              <ns1:defRPr/>
            </ns1:pPr>
            <ns1:fld id="{9B43AD78-6D2C-4730-A536-00B2283610E6}" type="datetime1">
              <ns1:rPr lang="zh-TW" altLang="en-US" smtClean="0"/>
              <ns1:t>2026/4/9</ns1:t>
            </ns1:fld>
            <ns1:endParaRPr lang="en-US" altLang="zh-TW"/>
          </ns1:p>
        </ns0:txBody>
      </ns0:sp>
      <ns0:sp>
        <ns0:nvSpPr>
          <ns0:cNvPr id="2684933" name="Rectangle 5"/>
          <ns0:cNvSpPr>
            <ns1:spLocks noGrp="1" noChangeArrowheads="1"/>
          </ns0:cNvSpPr>
          <ns0:nvPr>
            <ns0:ph type="ftr" sz="quarter" idx="3"/>
          </ns0:nvPr>
        </ns0:nvSpPr>
        <ns0:spPr bwMode="auto">
          <ns1:xfrm>
            <ns1:off x="3116263" y="6597650"/>
            <ns1:ext cx="2895600" cy="476250"/>
          </ns1:xfrm>
          <ns1:prstGeom prst="rect">
            <ns1:avLst/>
          </ns1:prstGeom>
          <ns1:noFill/>
          <ns1:ln w="9525">
            <ns1:noFill/>
            <ns1:miter lim="800000"/>
            <ns1:headEnd/>
            <ns1:tailEnd/>
          </ns1:ln>
          <ns1:effec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>
            <ns1:lvl1pPr algn="ctr" eaLnBrk="1" hangingPunct="1">
              <ns1:defRPr sz="1400" b="1">
                <ns1:solidFill>
                  <ns1:srgbClr val="FFFFFF"/>
                </ns1:solidFill>
                <ns1:latin typeface="Times New Roman" pitchFamily="18" charset="0"/>
                <ns1:ea typeface="標楷體" pitchFamily="65" charset="-120"/>
              </ns1:defRPr>
            </ns1:lvl1pPr>
          </ns1:lstStyle>
          <ns1:p>
            <ns1:pPr>
              <ns1:defRPr/>
            </ns1:pPr>
            <ns1:endParaRPr lang="en-US" altLang="zh-TW"/>
          </ns1:p>
        </ns0:txBody>
      </ns0:sp>
      <ns0:sp>
        <ns0:nvSpPr>
          <ns0:cNvPr id="7" name="Rectangle 6"/>
          <ns0:cNvSpPr txBox="1">
            <ns1:spLocks noChangeArrowheads="1"/>
          </ns0:cNvSpPr>
          <ns0:nvPr userDrawn="1"/>
        </ns0:nvSpPr>
        <ns0:spPr>
          <ns1:xfrm>
            <ns1:off x="7010400" y="6381750"/>
            <ns1:ext cx="2133600" cy="476250"/>
          </ns1:xfrm>
          <ns1:prstGeom prst="rect">
            <ns1:avLst/>
          </ns1:prstGeom>
        </ns0:spPr>
        <ns0:txBody>
          <ns1:bodyPr/>
          <ns1:lstStyle>
            <ns1:lvl1pPr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1pPr>
            <ns1:lvl2pPr marL="742950" indent="-28575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2pPr>
            <ns1:lvl3pPr marL="1143000" indent="-22860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3pPr>
            <ns1:lvl4pPr marL="1600200" indent="-22860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4pPr>
            <ns1:lvl5pPr marL="2057400" indent="-228600"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5pPr>
            <ns1:lvl6pPr marL="25146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6pPr>
            <ns1:lvl7pPr marL="29718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7pPr>
            <ns1:lvl8pPr marL="34290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8pPr>
            <ns1:lvl9pPr marL="3886200" indent="-228600" eaLnBrk="0" fontAlgn="base" hangingPunct="0">
              <ns1:spcBef>
                <ns1:spcPct val="0"/>
              </ns1:spcBef>
              <ns1:spcAft>
                <ns1:spcPct val="0"/>
              </ns1:spcAft>
              <ns1:defRPr kumimoji="1">
                <ns1:solidFill>
                  <ns1:schemeClr val="tx1"/>
                </ns1:solidFill>
                <ns1:latin typeface="Arial" charset="0"/>
                <ns1:ea typeface="新細明體" pitchFamily="18" charset="-120"/>
              </ns1:defRPr>
            </ns1:lvl9pPr>
          </ns1:lstStyle>
          <ns1:p>
            <ns1:pPr algn="r">
              <ns1:defRPr/>
            </ns1:pPr>
            <ns1:fld id="{EE5F5A5E-7A0C-4C33-9DC8-1D4E86B0FF7D}" type="slidenum">
              <ns1:rPr lang="en-US" altLang="zh-TW" smtClean="0"/>
              <ns1:pPr algn="r">
                <ns1:defRPr/>
              </ns1:pPr>
              <ns1:t>‹#›</ns1:t>
            </ns1:fld>
            <ns1:endParaRPr lang="en-US" altLang="zh-TW" dirty="0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509981" ns2:id="rId1"/>
    <ns0:sldLayoutId id="2147509982" ns2:id="rId2"/>
    <ns0:sldLayoutId id="2147509994" ns2:id="rId15"/>
  </ns0:sldLayoutIdLst>
  <ns0:transition/>
  <ns0:hf hdr="0" ftr="0" dt="0"/>
  <ns0:txStyles>
    <ns0:titleStyle>
      <ns1:lvl1pPr algn="ctr" rtl="0" eaLnBrk="0" fontAlgn="base" hangingPunct="0">
        <ns1:spcBef>
          <ns1:spcPct val="0"/>
        </ns1:spcBef>
        <ns1:spcAft>
          <ns1:spcPct val="0"/>
        </ns1:spcAft>
        <ns1:defRPr kumimoji="1" sz="4400" b="1">
          <ns1:solidFill>
            <ns1:srgbClr val="3333FF"/>
          </ns1:solidFill>
          <ns1:effectLst>
            <ns1:outerShdw blurRad="38100" dist="38100" dir="2700000" algn="tl">
              <ns1:srgbClr val="000000">
                <ns1:alpha val="43137"/>
              </ns1:srgbClr>
            </ns1:outerShdw>
          </ns1:effectLst>
          <ns1:latin typeface="標楷體" panose="03000509000000000000" pitchFamily="65" charset="-120"/>
          <ns1:ea typeface="標楷體" panose="03000509000000000000" pitchFamily="65" charset="-120"/>
          <ns1:cs typeface="+mj-cs"/>
        </ns1:defRPr>
      </ns1:lvl1pPr>
      <ns1:lvl2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2pPr>
      <ns1:lvl3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3pPr>
      <ns1:lvl4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4pPr>
      <ns1:lvl5pPr algn="ctr" rtl="0" eaLnBrk="0" fontAlgn="base" hangingPunct="0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5pPr>
      <ns1:lvl6pPr marL="4572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6pPr>
      <ns1:lvl7pPr marL="9144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7pPr>
      <ns1:lvl8pPr marL="13716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8pPr>
      <ns1:lvl9pPr marL="1828800" algn="ctr" rtl="0" fontAlgn="base">
        <ns1:spcBef>
          <ns1:spcPct val="0"/>
        </ns1:spcBef>
        <ns1:spcAft>
          <ns1:spcPct val="0"/>
        </ns1:spcAft>
        <ns1:defRPr kumimoji="1" sz="4400">
          <ns1:solidFill>
            <ns1:schemeClr val="tx2"/>
          </ns1:solidFill>
          <ns1:latin typeface="Arial" charset="0"/>
          <ns1:ea typeface="新細明體" pitchFamily="18" charset="-120"/>
        </ns1:defRPr>
      </ns1:lvl9pPr>
    </ns0:titleStyle>
    <ns0:bodyStyle>
      <ns1:lvl1pPr marL="342900" indent="-342900" algn="l" rtl="0" eaLnBrk="0" fontAlgn="base" hangingPunct="0">
        <ns1:spcBef>
          <ns1:spcPct val="20000"/>
        </ns1:spcBef>
        <ns1:spcAft>
          <ns1:spcPct val="0"/>
        </ns1:spcAft>
        <ns1:buChar char="•"/>
        <ns1:defRPr kumimoji="1" sz="32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  <ns1:cs typeface="+mn-cs"/>
        </ns1:defRPr>
      </ns1:lvl1pPr>
      <ns1:lvl2pPr marL="742950" indent="-285750" algn="l" rtl="0" eaLnBrk="0" fontAlgn="base" hangingPunct="0">
        <ns1:spcBef>
          <ns1:spcPct val="20000"/>
        </ns1:spcBef>
        <ns1:spcAft>
          <ns1:spcPct val="0"/>
        </ns1:spcAft>
        <ns1:buChar char="–"/>
        <ns1:defRPr kumimoji="1" sz="28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2pPr>
      <ns1:lvl3pPr marL="1143000" indent="-228600" algn="l" rtl="0" eaLnBrk="0" fontAlgn="base" hangingPunct="0">
        <ns1:spcBef>
          <ns1:spcPct val="20000"/>
        </ns1:spcBef>
        <ns1:spcAft>
          <ns1:spcPct val="0"/>
        </ns1:spcAft>
        <ns1:buChar char="•"/>
        <ns1:defRPr kumimoji="1" sz="24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3pPr>
      <ns1:lvl4pPr marL="1600200" indent="-228600" algn="l" rtl="0" eaLnBrk="0" fontAlgn="base" hangingPunct="0">
        <ns1:spcBef>
          <ns1:spcPct val="20000"/>
        </ns1:spcBef>
        <ns1:spcAft>
          <ns1:spcPct val="0"/>
        </ns1:spcAft>
        <ns1:buChar char="–"/>
        <ns1:defRPr kumimoji="1" sz="20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4pPr>
      <ns1:lvl5pPr marL="2057400" indent="-228600" algn="l" rtl="0" eaLnBrk="0" fontAlgn="base" hangingPunct="0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標楷體" panose="03000509000000000000" pitchFamily="65" charset="-120"/>
          <ns1:ea typeface="標楷體" panose="03000509000000000000" pitchFamily="65" charset="-120"/>
        </ns1:defRPr>
      </ns1:lvl5pPr>
      <ns1:lvl6pPr marL="25146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6pPr>
      <ns1:lvl7pPr marL="29718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7pPr>
      <ns1:lvl8pPr marL="34290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8pPr>
      <ns1:lvl9pPr marL="3886200" indent="-228600" algn="l" rtl="0" fontAlgn="base">
        <ns1:spcBef>
          <ns1:spcPct val="20000"/>
        </ns1:spcBef>
        <ns1:spcAft>
          <ns1:spcPct val="0"/>
        </ns1:spcAft>
        <ns1:buChar char="»"/>
        <ns1:defRPr kumimoji="1" sz="2000">
          <ns1:solidFill>
            <ns1:schemeClr val="tx1"/>
          </ns1:solidFill>
          <ns1:latin typeface="+mn-lt"/>
          <ns1:ea typeface="+mn-ea"/>
        </ns1:defRPr>
      </ns1:lvl9pPr>
    </ns0:bodyStyle>
    <ns0:otherStyle>
      <ns1:defPPr>
        <ns1:defRPr lang="zh-TW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  <ns0:extLst>
    <ns0:ext uri="{27BBF7A9-308A-43DC-89C8-2F10F3537804}">
      <ns4:sldGuideLst>
        <ns4:guide id="1" orient="horz" pos="2160" userDrawn="1">
          <ns4:clr>
            <ns1:srgbClr val="F26B43"/>
          </ns4:clr>
        </ns4:guide>
        <ns4:guide id="2" pos="2880" userDrawn="1">
          <ns4:clr>
            <ns1:srgbClr val="F26B43"/>
          </ns4:clr>
        </ns4:guide>
      </ns4:sldGuideLst>
    </ns0:ext>
  </ns0:extLst>
</ns0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1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3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39ACCD0D-9858-61F3-FC36-9CCD1EB3D5E3}"/>
              </ns1:ext>
            </ns1:extLst>
          </ns0:cNvPr>
          <ns0:cNvSpPr>
            <ns1:spLocks noGrp="1"/>
          </ns0:cNvSpPr>
          <ns0:nvPr>
            <ns0:ph type="ctr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3" name="副標題 2">
            <ns1:extLst>
              <ns1:ext uri="{FF2B5EF4-FFF2-40B4-BE49-F238E27FC236}">
                <ns2:creationId id="{4FFD620C-5723-22B3-5362-541BE6C9F30F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/>
        <ns0:txBody>
          <ns1:bodyPr/>
          <ns1:lstStyle/>
          <ns1:p>
            <ns1:r>
              <ns1:rPr lang="zh-TW" altLang="en-US"/>
              <ns1:t/>
            </ns1:r>
          </ns1:p>
          <ns1:p>
            <ns1:endParaRPr lang="zh-TW" altLang="en-US"/>
          </ns1:p>
        </ns0:txBody>
      </ns0:sp>
    </ns0:spTree>
    <ns0:extLst>
      <ns0:ext uri="{BB962C8B-B14F-4D97-AF65-F5344CB8AC3E}">
        <ns3:creationId val="584034574"/>
      </ns0:ext>
    </ns0:extLst>
  </ns0:cSld>
  <ns0:clrMapOvr>
    <ns1:masterClrMapping/>
  </ns0:clrMapOvr>
  <ns0:transition/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DC03158F-972C-EB82-2783-47BF2D4737D3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3" name="內容版面配置區 2">
            <ns1:extLst>
              <ns1:ext uri="{FF2B5EF4-FFF2-40B4-BE49-F238E27FC236}">
                <ns2:creationId id="{74DBA340-02F6-5B45-1CDC-DBEBEFB11287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endParaRPr lang="zh-TW" altLang="en-US"/>
          </ns1:p>
        </ns0:txBody>
      </ns0:sp>
    </ns0:spTree>
    <ns0:extLst>
      <ns0:ext uri="{BB962C8B-B14F-4D97-AF65-F5344CB8AC3E}">
        <ns3:creationId val="295899584"/>
      </ns0:ext>
    </ns0:extLst>
  </ns0:cSld>
  <ns0:clrMapOvr>
    <ns1:masterClrMapping/>
  </ns0:clrMapOvr>
  <ns0:transition/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>
            <ns1:extLst>
              <ns1:ext uri="{FF2B5EF4-FFF2-40B4-BE49-F238E27FC236}">
                <ns2:creationId id="{9AAC79FA-286E-8B65-2EC2-65FB3F4CC04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3" name="內容版面配置區 2">
            <ns1:extLst>
              <ns1:ext uri="{FF2B5EF4-FFF2-40B4-BE49-F238E27FC236}">
                <ns2:creationId id="{DBCAE424-3467-FEA0-71F7-BC3A5C382445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endParaRPr lang="zh-TW" altLang="en-US"/>
          </ns1:p>
        </ns0:txBody>
      </ns0:sp>
    </ns0:spTree>
    <ns0:extLst>
      <ns0:ext uri="{BB962C8B-B14F-4D97-AF65-F5344CB8AC3E}">
        <ns3:creationId val="109577347"/>
      </ns0:ext>
    </ns0:extLst>
  </ns0:cSld>
  <ns0:clrMapOvr>
    <ns1:masterClrMapping/>
  </ns0:clrMapOvr>
  <ns0:transition/>
</ns0:sld>
</file>

<file path=ppt/theme/theme1.xml><?xml version="1.0" encoding="utf-8"?>
<a:theme xmlns:a="http://schemas.openxmlformats.org/drawingml/2006/main" name="6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>
          <a:outerShdw dist="63500" dir="3187806" algn="ctr" rotWithShape="0">
            <a:schemeClr val="bg2">
              <a:alpha val="50000"/>
            </a:schemeClr>
          </a:outerShdw>
        </a:effectLst>
      </a:spPr>
      <a:bodyPr vert="horz" wrap="square" lIns="36000" tIns="0" rIns="36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>
          <a:outerShdw dist="63500" dir="3187806" algn="ctr" rotWithShape="0">
            <a:schemeClr val="bg2">
              <a:alpha val="50000"/>
            </a:schemeClr>
          </a:outerShdw>
        </a:effectLst>
      </a:spPr>
      <a:bodyPr vert="horz" wrap="square" lIns="36000" tIns="0" rIns="36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84297</TotalTime>
  <Words>7</Words>
  <Application>Microsoft Office PowerPoint</Application>
  <PresentationFormat>如螢幕大小 (4:3)</PresentationFormat>
  <Paragraphs>3</Paragraphs>
  <Slides>3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  <vt:variant>
        <vt:lpstr>自訂放映</vt:lpstr>
      </vt:variant>
      <vt:variant>
        <vt:i4>2</vt:i4>
      </vt:variant>
    </vt:vector>
  </HeadingPairs>
  <TitlesOfParts>
    <vt:vector size="10" baseType="lpstr">
      <vt:lpstr>標楷體</vt:lpstr>
      <vt:lpstr>Arial</vt:lpstr>
      <vt:lpstr>Calibri</vt:lpstr>
      <vt:lpstr>Times New Roman</vt:lpstr>
      <vt:lpstr>6_預設簡報設計</vt:lpstr>
      <vt:lpstr>PowerPoint 簡報</vt:lpstr>
      <vt:lpstr>PowerPoint 簡報</vt:lpstr>
      <vt:lpstr>PowerPoint 簡報</vt:lpstr>
      <vt:lpstr>自訂放映 1</vt:lpstr>
      <vt:lpstr>自訂放映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109598006@cc.ntut.edu.tw</cp:lastModifiedBy>
  <cp:revision>6157</cp:revision>
  <cp:lastPrinted>2023-12-19T02:04:22Z</cp:lastPrinted>
  <dcterms:created xsi:type="dcterms:W3CDTF">2010-10-18T00:33:31Z</dcterms:created>
  <dcterms:modified xsi:type="dcterms:W3CDTF">2026-04-09T07:10:21Z</dcterms:modified>
</cp:coreProperties>
</file>