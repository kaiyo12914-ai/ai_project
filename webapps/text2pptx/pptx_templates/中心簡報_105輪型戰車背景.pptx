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 saveSubsetFonts="1">
  <ns0:sldMasterIdLst>
    <ns0:sldMasterId id="2147485096" ns1:id="rId1"/>
  </ns0:sldMasterIdLst>
  <ns0:notesMasterIdLst>
    <ns0:notesMasterId ns1:id="rId5"/>
  </ns0:notesMasterIdLst>
  <ns0:handoutMasterIdLst>
    <ns0:handoutMasterId ns1:id="rId6"/>
  </ns0:handoutMasterIdLst>
  <ns0:sldIdLst>
    <ns0:sldId id="6588" ns1:id="rId2"/>
    <ns0:sldId id="6589" ns1:id="rId3"/>
    <ns0:sldId id="6587" ns1:id="rId4"/>
  </ns0:sldIdLst>
  <ns0:sldSz cx="9144000" cy="6858000" type="screen4x3"/>
  <ns0:notesSz cx="9939338" cy="6807200"/>
  <ns0:custShowLst>
    <ns0:custShow name="自訂放映 1" id="0">
      <ns0:sldLst/>
    </ns0:custShow>
    <ns0:custShow name="自訂放映 2" id="1">
      <ns0:sldLst/>
    </ns0:custShow>
  </ns0:custShowLst>
  <ns0:defaultTextStyle>
    <ns2:defPPr>
      <ns2:defRPr lang="zh-TW"/>
    </ns2:defPPr>
    <ns2:lvl1pPr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1pPr>
    <ns2:lvl2pPr marL="4572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2pPr>
    <ns2:lvl3pPr marL="9144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3pPr>
    <ns2:lvl4pPr marL="13716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4pPr>
    <ns2:lvl5pPr marL="18288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5pPr>
    <ns2:lvl6pPr marL="22860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6pPr>
    <ns2:lvl7pPr marL="27432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7pPr>
    <ns2:lvl8pPr marL="32004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8pPr>
    <ns2:lvl9pPr marL="36576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9pPr>
  </ns0:defaultTextStyle>
  <ns0:extLst>
    <ns0:ext uri="{521415D9-36F7-43E2-AB2F-B90AF26B5E84}">
      <ns3:sectionLst>
        <ns3:section name="預設章節" id="{FCE48EE5-9F01-40D3-B8C9-8FF1655B03C4}">
          <ns3:sldIdLst>
            <ns3:sldId id="6588"/>
            <ns3:sldId id="6589"/>
            <ns3:sldId id="6587"/>
          </ns3:sldIdLst>
        </ns3:section>
      </ns3:sectionLst>
    </ns0:ext>
    <ns0:ext uri="{EFAFB233-063F-42B5-8137-9DF3F51BA10A}">
      <ns4:sldGuideLst>
        <ns4:guide id="1" orient="horz" pos="2160">
          <ns4:clr>
            <ns2:srgbClr val="A4A3A4"/>
          </ns4:clr>
        </ns4:guide>
        <ns4:guide id="2" pos="2835">
          <ns4:clr>
            <ns2:srgbClr val="A4A3A4"/>
          </ns4:clr>
        </ns4:guide>
      </ns4:sldGuideLst>
    </ns0:ext>
    <ns0:ext uri="{2D200454-40CA-4A62-9FC3-DE9A4176ACB9}">
      <ns4:notesGuideLst>
        <ns4:guide id="1" orient="horz" pos="2133" userDrawn="1">
          <ns4:clr>
            <ns2:srgbClr val="A4A3A4"/>
          </ns4:clr>
        </ns4:guide>
        <ns4:guide id="2" pos="3160" userDrawn="1">
          <ns4:clr>
            <ns2:srgbClr val="A4A3A4"/>
          </ns4:clr>
        </ns4:guide>
        <ns4:guide id="3" orient="horz" pos="2120" userDrawn="1">
          <ns4:clr>
            <ns2:srgbClr val="A4A3A4"/>
          </ns4:clr>
        </ns4:guide>
        <ns4:guide id="4" pos="3131" userDrawn="1">
          <ns4:clr>
            <ns2:srgbClr val="A4A3A4"/>
          </ns4:clr>
        </ns4:guide>
        <ns4:guide id="5" orient="horz" pos="2136" userDrawn="1">
          <ns4:clr>
            <ns2:srgbClr val="A4A3A4"/>
          </ns4:clr>
        </ns4:guide>
        <ns4:guide id="6" orient="horz" pos="2122" userDrawn="1">
          <ns4:clr>
            <ns2:srgbClr val="A4A3A4"/>
          </ns4:clr>
        </ns4:guide>
        <ns4:guide id="7" pos="3164" userDrawn="1">
          <ns4:clr>
            <ns2:srgbClr val="A4A3A4"/>
          </ns4:clr>
        </ns4:guide>
        <ns4:guide id="8" pos="3135" userDrawn="1">
          <ns4:clr>
            <ns2:srgbClr val="A4A3A4"/>
          </ns4:clr>
        </ns4:guide>
        <ns4:guide id="9" orient="horz" pos="2131" userDrawn="1">
          <ns4:clr>
            <ns2:srgbClr val="A4A3A4"/>
          </ns4:clr>
        </ns4:guide>
        <ns4:guide id="10" orient="horz" pos="2119" userDrawn="1">
          <ns4:clr>
            <ns2:srgbClr val="A4A3A4"/>
          </ns4:clr>
        </ns4:guide>
        <ns4:guide id="11" pos="3154" userDrawn="1">
          <ns4:clr>
            <ns2:srgbClr val="A4A3A4"/>
          </ns4:clr>
        </ns4:guide>
        <ns4:guide id="12" pos="3129" userDrawn="1">
          <ns4:clr>
            <ns2:srgbClr val="A4A3A4"/>
          </ns4:clr>
        </ns4:guide>
        <ns4:guide id="13" pos="3157" userDrawn="1">
          <ns4:clr>
            <ns2:srgbClr val="A4A3A4"/>
          </ns4:clr>
        </ns4:guide>
        <ns4:guide id="14" orient="horz" pos="2145" userDrawn="1">
          <ns4:clr>
            <ns2:srgbClr val="A4A3A4"/>
          </ns4:clr>
        </ns4:guide>
        <ns4:guide id="15" orient="horz" pos="2132" userDrawn="1">
          <ns4:clr>
            <ns2:srgbClr val="A4A3A4"/>
          </ns4:clr>
        </ns4:guide>
        <ns4:guide id="16" orient="horz" pos="2148" userDrawn="1">
          <ns4:clr>
            <ns2:srgbClr val="A4A3A4"/>
          </ns4:clr>
        </ns4:guide>
        <ns4:guide id="17" orient="horz" pos="2134" userDrawn="1">
          <ns4:clr>
            <ns2:srgbClr val="A4A3A4"/>
          </ns4:clr>
        </ns4:guide>
        <ns4:guide id="18" orient="horz" pos="2142" userDrawn="1">
          <ns4:clr>
            <ns2:srgbClr val="A4A3A4"/>
          </ns4:clr>
        </ns4:guide>
        <ns4:guide id="19" orient="horz" pos="2151" userDrawn="1">
          <ns4:clr>
            <ns2:srgbClr val="A4A3A4"/>
          </ns4:clr>
        </ns4:guide>
        <ns4:guide id="20" orient="horz" pos="2144" userDrawn="1">
          <ns4:clr>
            <ns2:srgbClr val="A4A3A4"/>
          </ns4:clr>
        </ns4:guide>
        <ns4:guide id="22" orient="horz" pos="2159" userDrawn="1">
          <ns4:clr>
            <ns2:srgbClr val="A4A3A4"/>
          </ns4:clr>
        </ns4:guide>
        <ns4:guide id="23" orient="horz" pos="2146" userDrawn="1">
          <ns4:clr>
            <ns2:srgbClr val="A4A3A4"/>
          </ns4:clr>
        </ns4:guide>
        <ns4:guide id="24" orient="horz" pos="2162" userDrawn="1">
          <ns4:clr>
            <ns2:srgbClr val="A4A3A4"/>
          </ns4:clr>
        </ns4:guide>
        <ns4:guide id="26" orient="horz" pos="2157" userDrawn="1">
          <ns4:clr>
            <ns2:srgbClr val="A4A3A4"/>
          </ns4:clr>
        </ns4:guide>
        <ns4:guide id="27" pos="3168" userDrawn="1">
          <ns4:clr>
            <ns2:srgbClr val="A4A3A4"/>
          </ns4:clr>
        </ns4:guide>
        <ns4:guide id="28" pos="3139" userDrawn="1">
          <ns4:clr>
            <ns2:srgbClr val="A4A3A4"/>
          </ns4:clr>
        </ns4:guide>
        <ns4:guide id="29" pos="3158" userDrawn="1">
          <ns4:clr>
            <ns2:srgbClr val="A4A3A4"/>
          </ns4:clr>
        </ns4:guide>
        <ns4:guide id="30" pos="3133" userDrawn="1">
          <ns4:clr>
            <ns2:srgbClr val="A4A3A4"/>
          </ns4:clr>
        </ns4:guide>
        <ns4:guide id="31" pos="3161" userDrawn="1">
          <ns4:clr>
            <ns2:srgbClr val="A4A3A4"/>
          </ns4:clr>
        </ns4:guide>
        <ns4:guide id="33" orient="horz" pos="2118" userDrawn="1">
          <ns4:clr>
            <ns2:srgbClr val="A4A3A4"/>
          </ns4:clr>
        </ns4:guide>
        <ns4:guide id="35" orient="horz" pos="2128" userDrawn="1">
          <ns4:clr>
            <ns2:srgbClr val="A4A3A4"/>
          </ns4:clr>
        </ns4:guide>
        <ns4:guide id="36" orient="horz" pos="2116" userDrawn="1">
          <ns4:clr>
            <ns2:srgbClr val="A4A3A4"/>
          </ns4:clr>
        </ns4:guide>
        <ns4:guide id="37" orient="horz" pos="2129" userDrawn="1">
          <ns4:clr>
            <ns2:srgbClr val="A4A3A4"/>
          </ns4:clr>
        </ns4:guide>
        <ns4:guide id="38" orient="horz" pos="2140" userDrawn="1">
          <ns4:clr>
            <ns2:srgbClr val="A4A3A4"/>
          </ns4:clr>
        </ns4:guide>
        <ns4:guide id="39" orient="horz" pos="2130" userDrawn="1">
          <ns4:clr>
            <ns2:srgbClr val="A4A3A4"/>
          </ns4:clr>
        </ns4:guide>
        <ns4:guide id="40" orient="horz" pos="2143" userDrawn="1">
          <ns4:clr>
            <ns2:srgbClr val="A4A3A4"/>
          </ns4:clr>
        </ns4:guide>
        <ns4:guide id="42" orient="horz" pos="2154" userDrawn="1">
          <ns4:clr>
            <ns2:srgbClr val="A4A3A4"/>
          </ns4:clr>
        </ns4:guide>
        <ns4:guide id="43" pos="3155" userDrawn="1">
          <ns4:clr>
            <ns2:srgbClr val="A4A3A4"/>
          </ns4:clr>
        </ns4:guide>
        <ns4:guide id="44" pos="3126" userDrawn="1">
          <ns4:clr>
            <ns2:srgbClr val="A4A3A4"/>
          </ns4:clr>
        </ns4:guide>
        <ns4:guide id="45" pos="3149" userDrawn="1">
          <ns4:clr>
            <ns2:srgbClr val="A4A3A4"/>
          </ns4:clr>
        </ns4:guide>
        <ns4:guide id="46" pos="3125" userDrawn="1">
          <ns4:clr>
            <ns2:srgbClr val="A4A3A4"/>
          </ns4:clr>
        </ns4:guide>
        <ns4:guide id="47" pos="3152" userDrawn="1">
          <ns4:clr>
            <ns2:srgbClr val="A4A3A4"/>
          </ns4:clr>
        </ns4:guide>
      </ns4:notesGuideLst>
    </ns0:ext>
  </ns0:extLst>
</ns0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溫員林" initials="溫員林" lastIdx="1" clrIdx="0">
    <p:extLst>
      <p:ext uri="{19B8F6BF-5375-455C-9EA6-DF929625EA0E}">
        <p15:presenceInfo xmlns:p15="http://schemas.microsoft.com/office/powerpoint/2012/main" userId="S-1-5-21-3624605511-2381757915-3471123497-1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9F9F5"/>
    <a:srgbClr val="4ED2B9"/>
    <a:srgbClr val="FDE487"/>
    <a:srgbClr val="CCFFCC"/>
    <a:srgbClr val="0000CC"/>
    <a:srgbClr val="FF66FF"/>
    <a:srgbClr val="4DB3E1"/>
    <a:srgbClr val="55CBB5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1" autoAdjust="0"/>
    <p:restoredTop sz="95434" autoAdjust="0"/>
  </p:normalViewPr>
  <p:slideViewPr>
    <p:cSldViewPr showGuides="1">
      <p:cViewPr varScale="1">
        <p:scale>
          <a:sx n="79" d="100"/>
          <a:sy n="79" d="100"/>
        </p:scale>
        <p:origin x="1206" y="96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-1759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>
        <p:scale>
          <a:sx n="120" d="100"/>
          <a:sy n="120" d="100"/>
        </p:scale>
        <p:origin x="-3150" y="-72"/>
      </p:cViewPr>
      <p:guideLst>
        <p:guide orient="horz" pos="2133"/>
        <p:guide pos="3160"/>
        <p:guide orient="horz" pos="2120"/>
        <p:guide pos="3131"/>
        <p:guide orient="horz" pos="2136"/>
        <p:guide orient="horz" pos="2122"/>
        <p:guide pos="3164"/>
        <p:guide pos="3135"/>
        <p:guide orient="horz" pos="2131"/>
        <p:guide orient="horz" pos="2119"/>
        <p:guide pos="3154"/>
        <p:guide pos="3129"/>
        <p:guide pos="3157"/>
        <p:guide orient="horz" pos="2145"/>
        <p:guide orient="horz" pos="2132"/>
        <p:guide orient="horz" pos="2148"/>
        <p:guide orient="horz" pos="2134"/>
        <p:guide orient="horz" pos="2142"/>
        <p:guide orient="horz" pos="2151"/>
        <p:guide orient="horz" pos="2144"/>
        <p:guide orient="horz" pos="2159"/>
        <p:guide orient="horz" pos="2146"/>
        <p:guide orient="horz" pos="2162"/>
        <p:guide orient="horz" pos="2157"/>
        <p:guide pos="3168"/>
        <p:guide pos="3139"/>
        <p:guide pos="3158"/>
        <p:guide pos="3133"/>
        <p:guide pos="3161"/>
        <p:guide orient="horz" pos="2118"/>
        <p:guide orient="horz" pos="2128"/>
        <p:guide orient="horz" pos="2116"/>
        <p:guide orient="horz" pos="2129"/>
        <p:guide orient="horz" pos="2140"/>
        <p:guide orient="horz" pos="2130"/>
        <p:guide orient="horz" pos="2143"/>
        <p:guide orient="horz" pos="2154"/>
        <p:guide pos="3155"/>
        <p:guide pos="3126"/>
        <p:guide pos="3149"/>
        <p:guide pos="3125"/>
        <p:guide pos="3152"/>
      </p:guideLst>
    </p:cSldViewPr>
  </p:notesViewPr>
  <p:gridSpacing cx="45005" cy="45005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notesMaster" Target="notesMasters/notesMaster1.xml" /><ns0:Relationship Id="rId6" Type="http://schemas.openxmlformats.org/officeDocument/2006/relationships/handoutMaster" Target="handoutMasters/handoutMaster1.xml" /><ns0:Relationship Id="rId7" Type="http://schemas.openxmlformats.org/officeDocument/2006/relationships/commentAuthors" Target="commentAuthors.xml" /><ns0:Relationship Id="rId8" Type="http://schemas.openxmlformats.org/officeDocument/2006/relationships/presProps" Target="presProps.xml" /><ns0:Relationship Id="rId9" Type="http://schemas.openxmlformats.org/officeDocument/2006/relationships/viewProps" Target="viewProps.xml" /><ns0:Relationship Id="rId10" Type="http://schemas.openxmlformats.org/officeDocument/2006/relationships/theme" Target="theme/theme1.xml" /><ns0:Relationship Id="rId11" Type="http://schemas.openxmlformats.org/officeDocument/2006/relationships/tableStyles" Target="tableStyles.xml" /></ns0: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813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28ADF2C0-3ED1-4E56-8738-D71CAC85150E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2" y="6465549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8132" y="6465549"/>
            <a:ext cx="4308922" cy="340581"/>
          </a:xfrm>
          <a:prstGeom prst="rect">
            <a:avLst/>
          </a:prstGeom>
        </p:spPr>
        <p:txBody>
          <a:bodyPr vert="horz" wrap="square" lIns="91355" tIns="45678" rIns="91355" bIns="4567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A7D8DC6-8184-4791-B93D-2F664BFCA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4970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2813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7F092259-CD0E-4671-B47B-BE7602B073D1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2012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55" tIns="45678" rIns="91355" bIns="45678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5854" y="3232770"/>
            <a:ext cx="7950066" cy="3063019"/>
          </a:xfrm>
          <a:prstGeom prst="rect">
            <a:avLst/>
          </a:prstGeom>
        </p:spPr>
        <p:txBody>
          <a:bodyPr vert="horz" lIns="91355" tIns="45678" rIns="91355" bIns="45678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2" y="6465549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28132" y="6465549"/>
            <a:ext cx="4308922" cy="340581"/>
          </a:xfrm>
          <a:prstGeom prst="rect">
            <a:avLst/>
          </a:prstGeom>
        </p:spPr>
        <p:txBody>
          <a:bodyPr vert="horz" wrap="square" lIns="91355" tIns="45678" rIns="91355" bIns="4567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27813B8-BD71-47EA-8F5C-0B8E83E267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805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380" indent="-28546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619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4947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280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026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6771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3518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0259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rgbClr val="000000"/>
                </a:solidFill>
              </a:rPr>
              <a:t>第頁，共29頁</a:t>
            </a:r>
          </a:p>
        </p:txBody>
      </p:sp>
      <p:sp>
        <p:nvSpPr>
          <p:cNvPr id="1781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380" indent="-28546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619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4947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280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026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6771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3518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0259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959A26FD-2741-4D9F-9C41-375CBC6BD8B1}" type="slidenum">
              <a:rPr lang="en-US" altLang="zh-TW" smtClean="0">
                <a:solidFill>
                  <a:srgbClr val="000000"/>
                </a:solidFill>
              </a:rPr>
              <a:pPr/>
              <a:t>3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554900"/>
      </p:ext>
    </p:extLst>
  </p:cSld>
  <p:clrMapOvr>
    <a:masterClrMapping/>
  </p:clrMapOvr>
</p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png" /><ns0:Relationship Id="rId4" Type="http://schemas.openxmlformats.org/officeDocument/2006/relationships/image" Target="../media/image4.png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4.png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4.png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title" preserve="1">
  <ns0:cSld name="版型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496A939D-648F-5D92-705D-B63A9E092A39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zh-TW" altLang="en-US" dirty="0"/>
          </ns1:p>
        </ns0:txBody>
      </ns0:sp>
      <ns0:sp>
        <ns0:nvSpPr>
          <ns0:cNvPr id="3" name="副標題 2">
            <ns1:extLst>
              <ns1:ext uri="{FF2B5EF4-FFF2-40B4-BE49-F238E27FC236}">
                <ns2:creationId id="{FA56B37C-835A-4D74-8231-2A72CF53C57A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/>
        <ns0:txBody>
          <ns1:bodyPr/>
          <ns1:lstStyle/>
          <ns1:p>
            <ns1:r>
              <ns1:rPr lang="zh-TW" altLang="en-US" dirty="0"/>
              <ns1:t/>
            </ns1:r>
          </ns1:p>
        </ns0:txBody>
      </ns0:sp>
    </ns0:spTree>
    <ns0:extLst>
      <ns0:ext uri="{BB962C8B-B14F-4D97-AF65-F5344CB8AC3E}">
        <ns3:creationId val="3034200080"/>
      </ns0:ext>
    </ns0:extLst>
  </ns0:cSld>
  <ns0:clrMapOvr>
    <ns1:masterClrMapping/>
  </ns0:clrMapOvr>
  <ns0:transition/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secHead" preserve="1">
  <ns0:cSld name="版型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3">
            <ns1:extLst>
              <ns1:ext uri="{FF2B5EF4-FFF2-40B4-BE49-F238E27FC236}">
                <ns2:creationId id="{6221FDBE-612D-E95B-624E-CF9068F4E8B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文字版面配置區 4">
            <ns1:extLst>
              <ns1:ext uri="{FF2B5EF4-FFF2-40B4-BE49-F238E27FC236}">
                <ns2:creationId id="{1764D3DD-BD78-009D-2422-3BF0AFE14E1D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3507095146"/>
      </ns0:ext>
    </ns0:extLst>
  </ns0:cSld>
  <ns0:clrMapOvr>
    <ns1:masterClrMapping/>
  </ns0:clrMapOvr>
  <ns0:transition/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版型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1798388"/>
      </ns0:ext>
    </ns0:extLst>
  </ns0:cSld>
  <ns0:clrMapOvr>
    <ns1:masterClrMapping/>
  </ns0:clrMapOvr>
  <ns0:transition/>
</ns0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3" Type="http://schemas.openxmlformats.org/officeDocument/2006/relationships/slideLayout" Target="../slideLayouts/slideLayout3.xml" /><ns0:Relationship Id="rId6" Type="http://schemas.openxmlformats.org/officeDocument/2006/relationships/slideLayout" Target="../slideLayouts/slideLayout6.xml" /><ns0:Relationship Id="rId13" Type="http://schemas.openxmlformats.org/officeDocument/2006/relationships/theme" Target="../theme/theme1.xml" /><ns0:Relationship Id="rId14" Type="http://schemas.openxmlformats.org/officeDocument/2006/relationships/image" Target="../media/image1.png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 preserve="1">
  <ns0:cSld>
    <ns0:bg>
      <ns0:bgPr shadeToTitle="1"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26" name="Rectangle 2"/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457200" y="274638"/>
            <ns1:ext cx="8229600" cy="11430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2:hiddenFill>
                <ns1:solidFill>
                  <ns1:srgbClr val="FFFFFF"/>
                </ns1:solidFill>
              </ns2:hiddenFill>
            </ns1:ext>
            <ns1:ext uri="{91240B29-F687-4F45-9708-019B960494DF}">
              <ns2:hiddenLine w="9525">
                <ns1:solidFill>
                  <ns1:srgbClr val="000000"/>
                </ns1:solidFill>
                <ns1:miter lim="800000"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ctr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1027" name="Rectangle 3"/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457200" y="1600200"/>
            <ns1:ext cx="8229600" cy="4525963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2:hiddenFill>
                <ns1:solidFill>
                  <ns1:srgbClr val="FFFFFF"/>
                </ns1:solidFill>
              </ns2:hiddenFill>
            </ns1:ext>
            <ns1:ext uri="{91240B29-F687-4F45-9708-019B960494DF}">
              <ns2:hiddenLine w="9525">
                <ns1:solidFill>
                  <ns1:srgbClr val="000000"/>
                </ns1:solidFill>
                <ns1:miter lim="800000"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zh-TW" altLang="en-US" dirty="0"/>
              <ns1:t>按一下以編輯母片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sp>
        <ns0:nvSpPr>
          <ns0:cNvPr id="2684932" name="Rectangle 4"/>
          <ns0:cNvSpPr>
            <ns1:spLocks noGrp="1" noChangeArrowheads="1"/>
          </ns0:cNvSpPr>
          <ns0:nvPr>
            <ns0:ph type="dt" sz="half" idx="2"/>
          </ns0:nvPr>
        </ns0:nvSpPr>
        <ns0:spPr bwMode="auto">
          <ns1:xfrm>
            <ns1:off x="457200" y="6245225"/>
            <ns1:ext cx="2133600" cy="476250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>
            <ns1:lvl1pPr eaLnBrk="1" hangingPunct="1">
              <ns1:defRPr kumimoji="1" sz="1400">
                <ns1:solidFill>
                  <ns1:srgbClr val="000000"/>
                </ns1:solidFill>
                <ns1:latin typeface="Arial" pitchFamily="34" charset="0"/>
                <ns1:ea typeface="新細明體" pitchFamily="18" charset="-120"/>
              </ns1:defRPr>
            </ns1:lvl1pPr>
          </ns1:lstStyle>
          <ns1:p>
            <ns1:pPr>
              <ns1:defRPr/>
            </ns1:pPr>
            <ns1:fld id="{9B43AD78-6D2C-4730-A536-00B2283610E6}" type="datetime1">
              <ns1:rPr lang="zh-TW" altLang="en-US" smtClean="0"/>
              <ns1:t>2026/4/9</ns1:t>
            </ns1:fld>
            <ns1:endParaRPr lang="en-US" altLang="zh-TW"/>
          </ns1:p>
        </ns0:txBody>
      </ns0:sp>
      <ns0:sp>
        <ns0:nvSpPr>
          <ns0:cNvPr id="2684933" name="Rectangle 5"/>
          <ns0:cNvSpPr>
            <ns1:spLocks noGrp="1" noChangeArrowheads="1"/>
          </ns0:cNvSpPr>
          <ns0:nvPr>
            <ns0:ph type="ftr" sz="quarter" idx="3"/>
          </ns0:nvPr>
        </ns0:nvSpPr>
        <ns0:spPr bwMode="auto">
          <ns1:xfrm>
            <ns1:off x="3116263" y="6597650"/>
            <ns1:ext cx="2895600" cy="476250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>
            <ns1:lvl1pPr algn="ctr" eaLnBrk="1" hangingPunct="1">
              <ns1:defRPr sz="1400" b="1">
                <ns1:solidFill>
                  <ns1:srgbClr val="FFFFFF"/>
                </ns1:solidFill>
                <ns1:latin typeface="Times New Roman" pitchFamily="18" charset="0"/>
                <ns1:ea typeface="標楷體" pitchFamily="65" charset="-120"/>
              </ns1:defRPr>
            </ns1:lvl1pPr>
          </ns1:lstStyle>
          <ns1:p>
            <ns1:pPr>
              <ns1:defRPr/>
            </ns1:pPr>
            <ns1:endParaRPr lang="en-US" altLang="zh-TW"/>
          </ns1:p>
        </ns0:txBody>
      </ns0:sp>
      <ns0:sp>
        <ns0:nvSpPr>
          <ns0:cNvPr id="7" name="Rectangle 6"/>
          <ns0:cNvSpPr txBox="1">
            <ns1:spLocks noChangeArrowheads="1"/>
          </ns0:cNvSpPr>
          <ns0:nvPr userDrawn="1"/>
        </ns0:nvSpPr>
        <ns0:spPr>
          <ns1:xfrm>
            <ns1:off x="7010400" y="6381750"/>
            <ns1:ext cx="2133600" cy="476250"/>
          </ns1:xfrm>
          <ns1:prstGeom prst="rect">
            <ns1:avLst/>
          </ns1:prstGeom>
        </ns0:spPr>
        <ns0:txBody>
          <ns1:bodyPr/>
          <ns1:lstStyle>
            <ns1:lvl1pPr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1pPr>
            <ns1:lvl2pPr marL="742950" indent="-28575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2pPr>
            <ns1:lvl3pPr marL="11430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3pPr>
            <ns1:lvl4pPr marL="16002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4pPr>
            <ns1:lvl5pPr marL="20574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5pPr>
            <ns1:lvl6pPr marL="25146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6pPr>
            <ns1:lvl7pPr marL="29718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7pPr>
            <ns1:lvl8pPr marL="34290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8pPr>
            <ns1:lvl9pPr marL="38862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9pPr>
          </ns1:lstStyle>
          <ns1:p>
            <ns1:pPr algn="r">
              <ns1:defRPr/>
            </ns1:pPr>
            <ns1:fld id="{EE5F5A5E-7A0C-4C33-9DC8-1D4E86B0FF7D}" type="slidenum">
              <ns1:rPr lang="en-US" altLang="zh-TW" smtClean="0"/>
              <ns1:pPr algn="r">
                <ns1:defRPr/>
              </ns1:pPr>
              <ns1:t>‹#›</ns1:t>
            </ns1:fld>
            <ns1:endParaRPr lang="en-US" altLang="zh-TW" dirty="0"/>
          </ns1:p>
        </ns0:txBody>
      </ns0:sp>
      <ns0:sp>
        <ns0:nvSpPr>
          <ns0:cNvPr id="10" name="矩形 9"/>
          <ns0:cNvSpPr/>
          <ns0:nvPr userDrawn="1"/>
        </ns0:nvSpPr>
        <ns0:spPr>
          <ns1:xfrm>
            <ns1:off x="463202" y="1719307"/>
            <ns1:ext cx="7470830" cy="4287747"/>
          </ns1:xfrm>
          <ns1:prstGeom prst="rect">
            <ns1:avLst/>
          </ns1:prstGeom>
          <ns1:blipFill>
            <ns1:blip ns3:embed="rId14">
              <ns1:alphaModFix amt="33000"/>
            </ns1:blip>
            <ns1:stretch>
              <ns1:fillRect/>
            </ns1:stretch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TW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509981" ns3:id="rId1"/>
    <ns0:sldLayoutId id="2147509983" ns3:id="rId3"/>
    <ns0:sldLayoutId id="2147509987" ns3:id="rId6"/>
  </ns0:sldLayoutIdLst>
  <ns0:transition/>
  <ns0:hf hdr="0" ftr="0" dt="0"/>
  <ns0:txStyles>
    <ns0:titleStyle>
      <ns1:lvl1pPr algn="ctr" rtl="0" eaLnBrk="0" fontAlgn="base" hangingPunct="0">
        <ns1:spcBef>
          <ns1:spcPct val="0"/>
        </ns1:spcBef>
        <ns1:spcAft>
          <ns1:spcPct val="0"/>
        </ns1:spcAft>
        <ns1:defRPr kumimoji="1" sz="4400" b="1">
          <ns1:solidFill>
            <ns1:srgbClr val="3333FF"/>
          </ns1:solidFill>
          <ns1:effectLst>
            <ns1:outerShdw blurRad="38100" dist="38100" dir="2700000" algn="tl">
              <ns1:srgbClr val="000000">
                <ns1:alpha val="43137"/>
              </ns1:srgbClr>
            </ns1:outerShdw>
          </ns1:effectLst>
          <ns1:latin typeface="標楷體" panose="03000509000000000000" pitchFamily="65" charset="-120"/>
          <ns1:ea typeface="標楷體" panose="03000509000000000000" pitchFamily="65" charset="-120"/>
          <ns1:cs typeface="+mj-cs"/>
        </ns1:defRPr>
      </ns1:lvl1pPr>
      <ns1:lvl2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2pPr>
      <ns1:lvl3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3pPr>
      <ns1:lvl4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4pPr>
      <ns1:lvl5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5pPr>
      <ns1:lvl6pPr marL="4572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6pPr>
      <ns1:lvl7pPr marL="9144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7pPr>
      <ns1:lvl8pPr marL="13716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8pPr>
      <ns1:lvl9pPr marL="18288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9pPr>
    </ns0:titleStyle>
    <ns0:bodyStyle>
      <ns1:lvl1pPr marL="342900" indent="-342900" algn="l" rtl="0" eaLnBrk="0" fontAlgn="base" hangingPunct="0">
        <ns1:spcBef>
          <ns1:spcPct val="20000"/>
        </ns1:spcBef>
        <ns1:spcAft>
          <ns1:spcPct val="0"/>
        </ns1:spcAft>
        <ns1:buChar char="•"/>
        <ns1:defRPr kumimoji="1" sz="32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  <ns1:cs typeface="+mn-cs"/>
        </ns1:defRPr>
      </ns1:lvl1pPr>
      <ns1:lvl2pPr marL="742950" indent="-285750" algn="l" rtl="0" eaLnBrk="0" fontAlgn="base" hangingPunct="0">
        <ns1:spcBef>
          <ns1:spcPct val="20000"/>
        </ns1:spcBef>
        <ns1:spcAft>
          <ns1:spcPct val="0"/>
        </ns1:spcAft>
        <ns1:buChar char="–"/>
        <ns1:defRPr kumimoji="1" sz="28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2pPr>
      <ns1:lvl3pPr marL="1143000" indent="-228600" algn="l" rtl="0" eaLnBrk="0" fontAlgn="base" hangingPunct="0">
        <ns1:spcBef>
          <ns1:spcPct val="20000"/>
        </ns1:spcBef>
        <ns1:spcAft>
          <ns1:spcPct val="0"/>
        </ns1:spcAft>
        <ns1:buChar char="•"/>
        <ns1:defRPr kumimoji="1" sz="24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3pPr>
      <ns1:lvl4pPr marL="1600200" indent="-228600" algn="l" rtl="0" eaLnBrk="0" fontAlgn="base" hangingPunct="0">
        <ns1:spcBef>
          <ns1:spcPct val="20000"/>
        </ns1:spcBef>
        <ns1:spcAft>
          <ns1:spcPct val="0"/>
        </ns1:spcAft>
        <ns1:buChar char="–"/>
        <ns1:defRPr kumimoji="1" sz="20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4pPr>
      <ns1:lvl5pPr marL="2057400" indent="-228600" algn="l" rtl="0" eaLnBrk="0" fontAlgn="base" hangingPunct="0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5pPr>
      <ns1:lvl6pPr marL="25146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6pPr>
      <ns1:lvl7pPr marL="29718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7pPr>
      <ns1:lvl8pPr marL="34290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8pPr>
      <ns1:lvl9pPr marL="38862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notesSlide" Target="../notesSlides/notesSlide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496A939D-648F-5D92-705D-B63A9E092A39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zh-TW" altLang="en-US" dirty="0"/>
          </ns1:p>
        </ns0:txBody>
      </ns0:sp>
      <ns0:sp>
        <ns0:nvSpPr>
          <ns0:cNvPr id="3" name="副標題 2">
            <ns1:extLst>
              <ns1:ext uri="{FF2B5EF4-FFF2-40B4-BE49-F238E27FC236}">
                <ns2:creationId id="{FA56B37C-835A-4D74-8231-2A72CF53C57A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/>
        <ns0:txBody>
          <ns1:bodyPr/>
          <ns1:lstStyle/>
          <ns1:p>
            <ns1:r>
              <ns1:rPr lang="zh-TW" altLang="en-US" dirty="0"/>
              <ns1:t/>
            </ns1:r>
          </ns1:p>
        </ns0:txBody>
      </ns0:sp>
    </ns0:spTree>
    <ns0:extLst>
      <ns0:ext uri="{BB962C8B-B14F-4D97-AF65-F5344CB8AC3E}">
        <ns3:creationId val="3629573484"/>
      </ns0:ext>
    </ns0:extLst>
  </ns0:cSld>
  <ns0:clrMapOvr>
    <ns1:masterClrMapping/>
  </ns0:clrMapOvr>
  <ns0:transition/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標題 3">
            <ns1:extLst>
              <ns1:ext uri="{FF2B5EF4-FFF2-40B4-BE49-F238E27FC236}">
                <ns2:creationId id="{6221FDBE-612D-E95B-624E-CF9068F4E8B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5" name="文字版面配置區 4">
            <ns1:extLst>
              <ns1:ext uri="{FF2B5EF4-FFF2-40B4-BE49-F238E27FC236}">
                <ns2:creationId id="{1764D3DD-BD78-009D-2422-3BF0AFE14E1D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1738660109"/>
      </ns0:ext>
    </ns0:extLst>
  </ns0:cSld>
  <ns0:clrMapOvr>
    <ns1:masterClrMapping/>
  </ns0:clrMapOvr>
  <ns0:transition/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295899584"/>
      </ns0:ext>
    </ns0:extLst>
  </ns0:cSld>
  <ns0:clrMapOvr>
    <ns1:masterClrMapping/>
  </ns0:clrMapOvr>
  <ns0:transition/>
</ns0:sld>
</file>

<file path=ppt/theme/theme1.xml><?xml version="1.0" encoding="utf-8"?>
<a:theme xmlns:a="http://schemas.openxmlformats.org/drawingml/2006/main" name="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84307</TotalTime>
  <Words>7</Words>
  <Application>Microsoft Office PowerPoint</Application>
  <PresentationFormat>如螢幕大小 (4:3)</PresentationFormat>
  <Paragraphs>3</Paragraphs>
  <Slides>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  <vt:variant>
        <vt:lpstr>自訂放映</vt:lpstr>
      </vt:variant>
      <vt:variant>
        <vt:i4>2</vt:i4>
      </vt:variant>
    </vt:vector>
  </HeadingPairs>
  <TitlesOfParts>
    <vt:vector size="10" baseType="lpstr">
      <vt:lpstr>標楷體</vt:lpstr>
      <vt:lpstr>Arial</vt:lpstr>
      <vt:lpstr>Calibri</vt:lpstr>
      <vt:lpstr>Times New Roman</vt:lpstr>
      <vt:lpstr>6_預設簡報設計</vt:lpstr>
      <vt:lpstr>PowerPoint 簡報</vt:lpstr>
      <vt:lpstr>PowerPoint 簡報</vt:lpstr>
      <vt:lpstr>PowerPoint 簡報</vt:lpstr>
      <vt:lpstr>自訂放映 1</vt:lpstr>
      <vt:lpstr>自訂放映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109598006@cc.ntut.edu.tw</cp:lastModifiedBy>
  <cp:revision>6160</cp:revision>
  <cp:lastPrinted>2023-12-19T02:04:22Z</cp:lastPrinted>
  <dcterms:created xsi:type="dcterms:W3CDTF">2010-10-18T00:33:31Z</dcterms:created>
  <dcterms:modified xsi:type="dcterms:W3CDTF">2026-04-09T07:09:43Z</dcterms:modified>
</cp:coreProperties>
</file>