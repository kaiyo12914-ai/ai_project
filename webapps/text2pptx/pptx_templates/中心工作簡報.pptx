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5096" r:id="rId1"/>
  </p:sldMasterIdLst>
  <p:notesMasterIdLst>
    <p:notesMasterId r:id="rId24"/>
  </p:notesMasterIdLst>
  <p:handoutMasterIdLst>
    <p:handoutMasterId r:id="rId25"/>
  </p:handoutMasterIdLst>
  <p:sldIdLst>
    <p:sldId id="7336" r:id="rId2"/>
    <p:sldId id="7349" r:id="rId3"/>
    <p:sldId id="7322" r:id="rId4"/>
    <p:sldId id="7361" r:id="rId5"/>
    <p:sldId id="7358" r:id="rId6"/>
    <p:sldId id="7341" r:id="rId7"/>
    <p:sldId id="5524" r:id="rId8"/>
    <p:sldId id="6964" r:id="rId9"/>
    <p:sldId id="4801" r:id="rId10"/>
    <p:sldId id="7365" r:id="rId11"/>
    <p:sldId id="4797" r:id="rId12"/>
    <p:sldId id="7250" r:id="rId13"/>
    <p:sldId id="7249" r:id="rId14"/>
    <p:sldId id="7295" r:id="rId15"/>
    <p:sldId id="7117" r:id="rId16"/>
    <p:sldId id="7205" r:id="rId17"/>
    <p:sldId id="7310" r:id="rId18"/>
    <p:sldId id="6966" r:id="rId19"/>
    <p:sldId id="6967" r:id="rId20"/>
    <p:sldId id="4057" r:id="rId21"/>
    <p:sldId id="5446" r:id="rId22"/>
    <p:sldId id="7325" r:id="rId23"/>
  </p:sldIdLst>
  <p:sldSz cx="9144000" cy="6858000" type="screen4x3"/>
  <p:notesSz cx="6807200" cy="9939338"/>
  <p:custShowLst>
    <p:custShow name="自訂放映 1" id="0">
      <p:sldLst>
        <p:sld r:id="rId10"/>
        <p:sld r:id="rId12"/>
        <p:sld r:id="rId21"/>
        <p:sld r:id="rId22"/>
      </p:sldLst>
    </p:custShow>
    <p:custShow name="自訂放映 2" id="1">
      <p:sldLst>
        <p:sld r:id="rId8"/>
      </p:sldLst>
    </p:custShow>
  </p:custShowLst>
  <p:defaultTextStyle>
    <a:defPPr>
      <a:defRPr lang="zh-TW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3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11" userDrawn="1">
          <p15:clr>
            <a:srgbClr val="A4A3A4"/>
          </p15:clr>
        </p15:guide>
        <p15:guide id="2" pos="2161" userDrawn="1">
          <p15:clr>
            <a:srgbClr val="A4A3A4"/>
          </p15:clr>
        </p15:guide>
        <p15:guide id="3" orient="horz" pos="3092" userDrawn="1">
          <p15:clr>
            <a:srgbClr val="A4A3A4"/>
          </p15:clr>
        </p15:guide>
        <p15:guide id="4" pos="2141" userDrawn="1">
          <p15:clr>
            <a:srgbClr val="A4A3A4"/>
          </p15:clr>
        </p15:guide>
        <p15:guide id="5" orient="horz" pos="3115" userDrawn="1">
          <p15:clr>
            <a:srgbClr val="A4A3A4"/>
          </p15:clr>
        </p15:guide>
        <p15:guide id="6" orient="horz" pos="3095" userDrawn="1">
          <p15:clr>
            <a:srgbClr val="A4A3A4"/>
          </p15:clr>
        </p15:guide>
        <p15:guide id="7" pos="2164" userDrawn="1">
          <p15:clr>
            <a:srgbClr val="A4A3A4"/>
          </p15:clr>
        </p15:guide>
        <p15:guide id="8" pos="2144" userDrawn="1">
          <p15:clr>
            <a:srgbClr val="A4A3A4"/>
          </p15:clr>
        </p15:guide>
        <p15:guide id="9" orient="horz" pos="3107" userDrawn="1">
          <p15:clr>
            <a:srgbClr val="A4A3A4"/>
          </p15:clr>
        </p15:guide>
        <p15:guide id="10" orient="horz" pos="3090" userDrawn="1">
          <p15:clr>
            <a:srgbClr val="A4A3A4"/>
          </p15:clr>
        </p15:guide>
        <p15:guide id="11" pos="2157" userDrawn="1">
          <p15:clr>
            <a:srgbClr val="A4A3A4"/>
          </p15:clr>
        </p15:guide>
        <p15:guide id="12" pos="2140" userDrawn="1">
          <p15:clr>
            <a:srgbClr val="A4A3A4"/>
          </p15:clr>
        </p15:guide>
        <p15:guide id="13" pos="2159" userDrawn="1">
          <p15:clr>
            <a:srgbClr val="A4A3A4"/>
          </p15:clr>
        </p15:guide>
        <p15:guide id="14" orient="horz" pos="3128" userDrawn="1">
          <p15:clr>
            <a:srgbClr val="A4A3A4"/>
          </p15:clr>
        </p15:guide>
        <p15:guide id="15" orient="horz" pos="3109" userDrawn="1">
          <p15:clr>
            <a:srgbClr val="A4A3A4"/>
          </p15:clr>
        </p15:guide>
        <p15:guide id="16" orient="horz" pos="3132" userDrawn="1">
          <p15:clr>
            <a:srgbClr val="A4A3A4"/>
          </p15:clr>
        </p15:guide>
        <p15:guide id="17" orient="horz" pos="3112" userDrawn="1">
          <p15:clr>
            <a:srgbClr val="A4A3A4"/>
          </p15:clr>
        </p15:guide>
        <p15:guide id="18" orient="horz" pos="3124" userDrawn="1">
          <p15:clr>
            <a:srgbClr val="A4A3A4"/>
          </p15:clr>
        </p15:guide>
        <p15:guide id="19" orient="horz" pos="3136" userDrawn="1">
          <p15:clr>
            <a:srgbClr val="A4A3A4"/>
          </p15:clr>
        </p15:guide>
        <p15:guide id="20" orient="horz" pos="3127" userDrawn="1">
          <p15:clr>
            <a:srgbClr val="A4A3A4"/>
          </p15:clr>
        </p15:guide>
        <p15:guide id="21" orient="horz" pos="3110" userDrawn="1">
          <p15:clr>
            <a:srgbClr val="A4A3A4"/>
          </p15:clr>
        </p15:guide>
        <p15:guide id="22" orient="horz" pos="3149" userDrawn="1">
          <p15:clr>
            <a:srgbClr val="A4A3A4"/>
          </p15:clr>
        </p15:guide>
        <p15:guide id="23" orient="horz" pos="3129" userDrawn="1">
          <p15:clr>
            <a:srgbClr val="A4A3A4"/>
          </p15:clr>
        </p15:guide>
        <p15:guide id="24" orient="horz" pos="3153" userDrawn="1">
          <p15:clr>
            <a:srgbClr val="A4A3A4"/>
          </p15:clr>
        </p15:guide>
        <p15:guide id="25" orient="horz" pos="3133" userDrawn="1">
          <p15:clr>
            <a:srgbClr val="A4A3A4"/>
          </p15:clr>
        </p15:guide>
        <p15:guide id="26" orient="horz" pos="3145" userDrawn="1">
          <p15:clr>
            <a:srgbClr val="A4A3A4"/>
          </p15:clr>
        </p15:guide>
        <p15:guide id="27" pos="2167" userDrawn="1">
          <p15:clr>
            <a:srgbClr val="A4A3A4"/>
          </p15:clr>
        </p15:guide>
        <p15:guide id="28" pos="2147" userDrawn="1">
          <p15:clr>
            <a:srgbClr val="A4A3A4"/>
          </p15:clr>
        </p15:guide>
        <p15:guide id="29" pos="2160" userDrawn="1">
          <p15:clr>
            <a:srgbClr val="A4A3A4"/>
          </p15:clr>
        </p15:guide>
        <p15:guide id="30" pos="2143" userDrawn="1">
          <p15:clr>
            <a:srgbClr val="A4A3A4"/>
          </p15:clr>
        </p15:guide>
        <p15:guide id="31" pos="2162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2" clrMode="gray" scaleToFitPaper="1" frameSlides="1"/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  <a:srgbClr val="FFFFFF"/>
    <a:srgbClr val="FDD669"/>
    <a:srgbClr val="F6F6F6"/>
    <a:srgbClr val="0000CC"/>
    <a:srgbClr val="CCFFCC"/>
    <a:srgbClr val="CC0066"/>
    <a:srgbClr val="0099FF"/>
    <a:srgbClr val="FF66FF"/>
    <a:srgbClr val="FFCC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7AC3CCA-C797-4891-BE02-D94E43425B78}" styleName="中等深淺樣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22838BEF-8BB2-4498-84A7-C5851F593DF1}" styleName="中等深淺樣式 4 - 輔色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7DF18680-E054-41AD-8BC1-D1AEF772440D}" styleName="中等深淺樣式 2 - 輔色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C4B1156A-380E-4F78-BDF5-A606A8083BF9}" styleName="中等深淺樣式 4 - 輔色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69CF1AB2-1976-4502-BF36-3FF5EA218861}" styleName="中等深淺樣式 4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93D81CF-94F2-401A-BA57-92F5A7B2D0C5}" styleName="中等深淺樣式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6D9F66E-5EB9-4882-86FB-DCBF35E3C3E4}" styleName="中等深淺樣式 4 - 輔色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8A107856-5554-42FB-B03E-39F5DBC370BA}" styleName="中等深淺樣式 4 - 輔色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DCAF9ED-07DC-4A11-8D7F-57B35C25682E}" styleName="中等深淺樣式 1 - 輔色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083E6E3-FA7D-4D7B-A595-EF9225AFEA82}" styleName="淺色樣式 1 - 輔色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DA37D80-6434-44D0-A028-1B22A696006F}" styleName="淺色樣式 3 - 輔色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淺色樣式 3 - 輔色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12C8C85-51F0-491E-9774-3900AFEF0FD7}" styleName="淺色樣式 2 - 輔色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4" autoAdjust="0"/>
    <p:restoredTop sz="96429" autoAdjust="0"/>
  </p:normalViewPr>
  <p:slideViewPr>
    <p:cSldViewPr showGuides="1">
      <p:cViewPr varScale="1">
        <p:scale>
          <a:sx n="78" d="100"/>
          <a:sy n="78" d="100"/>
        </p:scale>
        <p:origin x="1716" y="48"/>
      </p:cViewPr>
      <p:guideLst>
        <p:guide orient="horz" pos="2160"/>
        <p:guide pos="2835"/>
      </p:guideLst>
    </p:cSldViewPr>
  </p:slideViewPr>
  <p:outlineViewPr>
    <p:cViewPr>
      <p:scale>
        <a:sx n="33" d="100"/>
        <a:sy n="33" d="100"/>
      </p:scale>
      <p:origin x="0" y="-35148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notesViewPr>
    <p:cSldViewPr showGuides="1">
      <p:cViewPr>
        <p:scale>
          <a:sx n="120" d="100"/>
          <a:sy n="120" d="100"/>
        </p:scale>
        <p:origin x="3066" y="-1266"/>
      </p:cViewPr>
      <p:guideLst>
        <p:guide orient="horz" pos="3111"/>
        <p:guide pos="2161"/>
        <p:guide orient="horz" pos="3092"/>
        <p:guide pos="2141"/>
        <p:guide orient="horz" pos="3115"/>
        <p:guide orient="horz" pos="3095"/>
        <p:guide pos="2164"/>
        <p:guide pos="2144"/>
        <p:guide orient="horz" pos="3107"/>
        <p:guide orient="horz" pos="3090"/>
        <p:guide pos="2157"/>
        <p:guide pos="2140"/>
        <p:guide pos="2159"/>
        <p:guide orient="horz" pos="3128"/>
        <p:guide orient="horz" pos="3109"/>
        <p:guide orient="horz" pos="3132"/>
        <p:guide orient="horz" pos="3112"/>
        <p:guide orient="horz" pos="3124"/>
        <p:guide orient="horz" pos="3136"/>
        <p:guide orient="horz" pos="3127"/>
        <p:guide orient="horz" pos="3110"/>
        <p:guide orient="horz" pos="3149"/>
        <p:guide orient="horz" pos="3129"/>
        <p:guide orient="horz" pos="3153"/>
        <p:guide orient="horz" pos="3133"/>
        <p:guide orient="horz" pos="3145"/>
        <p:guide pos="2167"/>
        <p:guide pos="2147"/>
        <p:guide pos="2160"/>
        <p:guide pos="2143"/>
        <p:guide pos="216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6" y="34"/>
            <a:ext cx="2951071" cy="497289"/>
          </a:xfrm>
          <a:prstGeom prst="rect">
            <a:avLst/>
          </a:prstGeom>
        </p:spPr>
        <p:txBody>
          <a:bodyPr vert="horz" lIns="91373" tIns="45690" rIns="91373" bIns="45690" rtlCol="0"/>
          <a:lstStyle>
            <a:lvl1pPr algn="l" eaLnBrk="1" hangingPunct="1">
              <a:defRPr sz="12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54563" y="34"/>
            <a:ext cx="2951071" cy="497289"/>
          </a:xfrm>
          <a:prstGeom prst="rect">
            <a:avLst/>
          </a:prstGeom>
        </p:spPr>
        <p:txBody>
          <a:bodyPr vert="horz" lIns="91373" tIns="45690" rIns="91373" bIns="45690" rtlCol="0"/>
          <a:lstStyle>
            <a:lvl1pPr algn="r" eaLnBrk="1" hangingPunct="1">
              <a:defRPr sz="12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fld id="{28ADF2C0-3ED1-4E56-8738-D71CAC85150E}" type="datetimeFigureOut">
              <a:rPr lang="zh-TW" altLang="en-US"/>
              <a:pPr>
                <a:defRPr/>
              </a:pPr>
              <a:t>2026/4/29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6" y="9440485"/>
            <a:ext cx="2951071" cy="497289"/>
          </a:xfrm>
          <a:prstGeom prst="rect">
            <a:avLst/>
          </a:prstGeom>
        </p:spPr>
        <p:txBody>
          <a:bodyPr vert="horz" lIns="91373" tIns="45690" rIns="91373" bIns="45690" rtlCol="0" anchor="b"/>
          <a:lstStyle>
            <a:lvl1pPr algn="l" eaLnBrk="1" hangingPunct="1">
              <a:defRPr sz="12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54563" y="9440485"/>
            <a:ext cx="2951071" cy="497289"/>
          </a:xfrm>
          <a:prstGeom prst="rect">
            <a:avLst/>
          </a:prstGeom>
        </p:spPr>
        <p:txBody>
          <a:bodyPr vert="horz" wrap="square" lIns="91373" tIns="45690" rIns="91373" bIns="4569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fld id="{AA7D8DC6-8184-4791-B93D-2F664BFCAB05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50497090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6" y="34"/>
            <a:ext cx="2951071" cy="497289"/>
          </a:xfrm>
          <a:prstGeom prst="rect">
            <a:avLst/>
          </a:prstGeom>
        </p:spPr>
        <p:txBody>
          <a:bodyPr vert="horz" lIns="91373" tIns="45690" rIns="91373" bIns="45690" rtlCol="0"/>
          <a:lstStyle>
            <a:lvl1pPr algn="l" eaLnBrk="1" hangingPunct="1">
              <a:defRPr sz="12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54563" y="34"/>
            <a:ext cx="2951071" cy="497289"/>
          </a:xfrm>
          <a:prstGeom prst="rect">
            <a:avLst/>
          </a:prstGeom>
        </p:spPr>
        <p:txBody>
          <a:bodyPr vert="horz" lIns="91373" tIns="45690" rIns="91373" bIns="45690" rtlCol="0"/>
          <a:lstStyle>
            <a:lvl1pPr algn="r" eaLnBrk="1" hangingPunct="1">
              <a:defRPr sz="12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fld id="{7F092259-CD0E-4671-B47B-BE7602B073D1}" type="datetimeFigureOut">
              <a:rPr lang="zh-TW" altLang="en-US"/>
              <a:pPr>
                <a:defRPr/>
              </a:pPr>
              <a:t>2026/4/29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6125"/>
            <a:ext cx="4968875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373" tIns="45690" rIns="91373" bIns="4569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2035" y="4720233"/>
            <a:ext cx="5444798" cy="4472380"/>
          </a:xfrm>
          <a:prstGeom prst="rect">
            <a:avLst/>
          </a:prstGeom>
        </p:spPr>
        <p:txBody>
          <a:bodyPr vert="horz" lIns="91373" tIns="45690" rIns="91373" bIns="45690" rtlCol="0"/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6" y="9440485"/>
            <a:ext cx="2951071" cy="497289"/>
          </a:xfrm>
          <a:prstGeom prst="rect">
            <a:avLst/>
          </a:prstGeom>
        </p:spPr>
        <p:txBody>
          <a:bodyPr vert="horz" lIns="91373" tIns="45690" rIns="91373" bIns="45690" rtlCol="0" anchor="b"/>
          <a:lstStyle>
            <a:lvl1pPr algn="l" eaLnBrk="1" hangingPunct="1">
              <a:defRPr sz="12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54563" y="9440485"/>
            <a:ext cx="2951071" cy="497289"/>
          </a:xfrm>
          <a:prstGeom prst="rect">
            <a:avLst/>
          </a:prstGeom>
        </p:spPr>
        <p:txBody>
          <a:bodyPr vert="horz" wrap="square" lIns="91373" tIns="45690" rIns="91373" bIns="4569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fld id="{F27813B8-BD71-47EA-8F5C-0B8E83E2677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71805244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5525" indent="-285518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6841" indent="-228416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5257" indent="-228416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63676" indent="-228416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20509" indent="-22841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7341" indent="-22841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34175" indent="-22841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91005" indent="-22841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r>
              <a:rPr lang="en-US" altLang="zh-TW">
                <a:solidFill>
                  <a:srgbClr val="000000"/>
                </a:solidFill>
              </a:rPr>
              <a:t>第頁，共29頁</a:t>
            </a:r>
          </a:p>
        </p:txBody>
      </p:sp>
      <p:sp>
        <p:nvSpPr>
          <p:cNvPr id="1781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5525" indent="-285518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6841" indent="-228416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5257" indent="-228416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63676" indent="-228416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20509" indent="-22841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7341" indent="-22841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34175" indent="-22841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91005" indent="-22841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fld id="{959A26FD-2741-4D9F-9C41-375CBC6BD8B1}" type="slidenum">
              <a:rPr lang="en-US" altLang="zh-TW" smtClean="0">
                <a:solidFill>
                  <a:srgbClr val="000000"/>
                </a:solidFill>
              </a:rPr>
              <a:pPr/>
              <a:t>1</a:t>
            </a:fld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17818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8181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88505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923925" y="746125"/>
            <a:ext cx="4968875" cy="3725863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5A016CC-36D2-40A2-AEF6-8F856D4ACFE0}" type="slidenum">
              <a:rPr lang="en-US" altLang="zh-TW" smtClean="0">
                <a:solidFill>
                  <a:prstClr val="black"/>
                </a:solidFill>
              </a:rPr>
              <a:pPr>
                <a:defRPr/>
              </a:pPr>
              <a:t>3</a:t>
            </a:fld>
            <a:endParaRPr lang="en-US" altLang="zh-TW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32331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0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91491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xfrm>
            <a:off x="3853776" y="9442477"/>
            <a:ext cx="2951851" cy="495301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defTabSz="915381">
              <a:defRPr sz="3600" b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1pPr>
            <a:lvl2pPr marL="741175" indent="-285064" defTabSz="915381">
              <a:defRPr sz="3600" b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2pPr>
            <a:lvl3pPr marL="1140269" indent="-228056" defTabSz="915381">
              <a:defRPr sz="3600" b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3pPr>
            <a:lvl4pPr marL="1596381" indent="-228056" defTabSz="915381">
              <a:defRPr sz="3600" b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4pPr>
            <a:lvl5pPr marL="2052481" indent="-228056" defTabSz="915381">
              <a:defRPr sz="3600" b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5pPr>
            <a:lvl6pPr marL="2508597" indent="-228056" defTabSz="915381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6pPr>
            <a:lvl7pPr marL="2964699" indent="-228056" defTabSz="915381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7pPr>
            <a:lvl8pPr marL="3420805" indent="-228056" defTabSz="915381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8pPr>
            <a:lvl9pPr marL="3876916" indent="-228056" defTabSz="915381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9pPr>
          </a:lstStyle>
          <a:p>
            <a:fld id="{5258E0DE-6D87-4578-A125-0B8194F7F914}" type="slidenum">
              <a:rPr lang="en-US" altLang="zh-TW" sz="1200" b="0">
                <a:solidFill>
                  <a:srgbClr val="000000"/>
                </a:solidFill>
                <a:latin typeface="Arial" pitchFamily="34" charset="0"/>
                <a:ea typeface="新細明體" pitchFamily="18" charset="-120"/>
              </a:rPr>
              <a:pPr/>
              <a:t>4</a:t>
            </a:fld>
            <a:endParaRPr lang="en-US" altLang="zh-TW" sz="1200" b="0">
              <a:solidFill>
                <a:srgbClr val="000000"/>
              </a:solidFill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191492" name="備忘稿版面配置區 1"/>
          <p:cNvSpPr>
            <a:spLocks noGrp="1"/>
          </p:cNvSpPr>
          <p:nvPr>
            <p:ph type="body" idx="1"/>
          </p:nvPr>
        </p:nvSpPr>
        <p:spPr bwMode="auto">
          <a:xfrm>
            <a:off x="161981" y="4721254"/>
            <a:ext cx="6481683" cy="4927599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>
              <a:spcBef>
                <a:spcPct val="0"/>
              </a:spcBef>
            </a:pPr>
            <a:endParaRPr lang="zh-TW" altLang="en-US" sz="3000" b="1">
              <a:ea typeface="標楷體" pitchFamily="65" charset="-12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64576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923925" y="746125"/>
            <a:ext cx="4968875" cy="3725863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5A016CC-36D2-40A2-AEF6-8F856D4ACFE0}" type="slidenum">
              <a:rPr lang="en-US" altLang="zh-TW" smtClean="0">
                <a:solidFill>
                  <a:prstClr val="black"/>
                </a:solidFill>
              </a:rPr>
              <a:pPr>
                <a:defRPr/>
              </a:pPr>
              <a:t>5</a:t>
            </a:fld>
            <a:endParaRPr lang="en-US" altLang="zh-TW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97313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0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91491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xfrm>
            <a:off x="3853777" y="9442478"/>
            <a:ext cx="2951851" cy="495301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defTabSz="915288">
              <a:defRPr sz="3600" b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1pPr>
            <a:lvl2pPr marL="741099" indent="-285035" defTabSz="915288">
              <a:defRPr sz="3600" b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2pPr>
            <a:lvl3pPr marL="1140154" indent="-228033" defTabSz="915288">
              <a:defRPr sz="3600" b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3pPr>
            <a:lvl4pPr marL="1596219" indent="-228033" defTabSz="915288">
              <a:defRPr sz="3600" b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4pPr>
            <a:lvl5pPr marL="2052273" indent="-228033" defTabSz="915288">
              <a:defRPr sz="3600" b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5pPr>
            <a:lvl6pPr marL="2508342" indent="-228033" defTabSz="915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6pPr>
            <a:lvl7pPr marL="2964398" indent="-228033" defTabSz="915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7pPr>
            <a:lvl8pPr marL="3420458" indent="-228033" defTabSz="915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8pPr>
            <a:lvl9pPr marL="3876522" indent="-228033" defTabSz="915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9pPr>
          </a:lstStyle>
          <a:p>
            <a:fld id="{5258E0DE-6D87-4578-A125-0B8194F7F914}" type="slidenum">
              <a:rPr lang="en-US" altLang="zh-TW" sz="1200" b="0">
                <a:solidFill>
                  <a:srgbClr val="000000"/>
                </a:solidFill>
                <a:latin typeface="Arial" pitchFamily="34" charset="0"/>
                <a:ea typeface="新細明體" pitchFamily="18" charset="-120"/>
              </a:rPr>
              <a:pPr/>
              <a:t>6</a:t>
            </a:fld>
            <a:endParaRPr lang="en-US" altLang="zh-TW" sz="1200" b="0">
              <a:solidFill>
                <a:srgbClr val="000000"/>
              </a:solidFill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191492" name="備忘稿版面配置區 1"/>
          <p:cNvSpPr>
            <a:spLocks noGrp="1"/>
          </p:cNvSpPr>
          <p:nvPr>
            <p:ph type="body" idx="1"/>
          </p:nvPr>
        </p:nvSpPr>
        <p:spPr bwMode="auto">
          <a:xfrm>
            <a:off x="161982" y="4721255"/>
            <a:ext cx="6481683" cy="4927599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>
              <a:spcBef>
                <a:spcPct val="0"/>
              </a:spcBef>
            </a:pPr>
            <a:endParaRPr lang="zh-TW" altLang="en-US" sz="3000" b="1">
              <a:ea typeface="標楷體" pitchFamily="65" charset="-12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65131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0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03" name="備忘稿版面配置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399329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3299" name="備忘稿版面配置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833530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0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03" name="備忘稿版面配置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744361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43" name="備忘稿版面配置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287211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0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03" name="備忘稿版面配置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817096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99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359157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43" name="備忘稿版面配置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zh-TW" dirty="0"/>
              <a:t>61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014641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0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03" name="備忘稿版面配置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6180202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3299" name="備忘稿版面配置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3817696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0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03" name="備忘稿版面配置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2642664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43" name="備忘稿版面配置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9694215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098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0099" name="備忘稿版面配置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967986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版型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1182688" y="476250"/>
            <a:ext cx="6913562" cy="1384300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algn="ctr" eaLnBrk="1" hangingPunct="1">
              <a:lnSpc>
                <a:spcPct val="60000"/>
              </a:lnSpc>
              <a:spcBef>
                <a:spcPct val="50000"/>
              </a:spcBef>
              <a:buFontTx/>
              <a:buNone/>
            </a:pPr>
            <a:endParaRPr lang="en-US" altLang="zh-TW" sz="4800" dirty="0">
              <a:solidFill>
                <a:schemeClr val="bg1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ctr" eaLnBrk="1" hangingPunct="1">
              <a:lnSpc>
                <a:spcPct val="60000"/>
              </a:lnSpc>
              <a:spcBef>
                <a:spcPct val="50000"/>
              </a:spcBef>
              <a:buFontTx/>
              <a:buNone/>
            </a:pPr>
            <a:endParaRPr lang="zh-TW" altLang="en-US" sz="4800" dirty="0">
              <a:solidFill>
                <a:schemeClr val="bg1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pSp>
        <p:nvGrpSpPr>
          <p:cNvPr id="3" name="Group 10"/>
          <p:cNvGrpSpPr>
            <a:grpSpLocks/>
          </p:cNvGrpSpPr>
          <p:nvPr/>
        </p:nvGrpSpPr>
        <p:grpSpPr bwMode="auto">
          <a:xfrm>
            <a:off x="1154113" y="5138738"/>
            <a:ext cx="6943725" cy="1495425"/>
            <a:chOff x="746" y="3209"/>
            <a:chExt cx="4373" cy="829"/>
          </a:xfrm>
        </p:grpSpPr>
        <p:sp>
          <p:nvSpPr>
            <p:cNvPr id="4" name="Rectangle 11"/>
            <p:cNvSpPr>
              <a:spLocks noChangeArrowheads="1"/>
            </p:cNvSpPr>
            <p:nvPr/>
          </p:nvSpPr>
          <p:spPr bwMode="auto">
            <a:xfrm>
              <a:off x="746" y="3209"/>
              <a:ext cx="1462" cy="829"/>
            </a:xfrm>
            <a:prstGeom prst="rect">
              <a:avLst/>
            </a:prstGeom>
            <a:noFill/>
            <a:ln>
              <a:noFill/>
            </a:ln>
            <a:effectLst>
              <a:outerShdw dist="35921" dir="2700000" algn="ctr" rotWithShape="0">
                <a:schemeClr val="tx1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charset="0"/>
                  <a:ea typeface="新細明體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charset="0"/>
                  <a:ea typeface="新細明體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charset="0"/>
                  <a:ea typeface="新細明體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charset="0"/>
                  <a:ea typeface="新細明體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charset="-120"/>
                </a:defRPr>
              </a:lvl9pPr>
            </a:lstStyle>
            <a:p>
              <a:pPr algn="dist" eaLnBrk="1" hangingPunct="1">
                <a:lnSpc>
                  <a:spcPct val="95000"/>
                </a:lnSpc>
                <a:spcBef>
                  <a:spcPct val="0"/>
                </a:spcBef>
                <a:buFontTx/>
                <a:buNone/>
              </a:pPr>
              <a:endParaRPr/>
            </a:p>
            <a:p>
              <a:pPr algn="dist" eaLnBrk="1" hangingPunct="1">
                <a:lnSpc>
                  <a:spcPct val="95000"/>
                </a:lnSpc>
                <a:spcBef>
                  <a:spcPct val="0"/>
                </a:spcBef>
                <a:buFontTx/>
                <a:buNone/>
              </a:pPr>
              <a:endParaRPr/>
            </a:p>
            <a:p>
              <a:pPr algn="dist" eaLnBrk="1" hangingPunct="1">
                <a:lnSpc>
                  <a:spcPct val="95000"/>
                </a:lnSpc>
                <a:spcBef>
                  <a:spcPct val="0"/>
                </a:spcBef>
                <a:buFontTx/>
                <a:buNone/>
              </a:pPr>
              <a:endParaRPr lang="en-US" altLang="zh-TW" dirty="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5" name="Rectangle 12"/>
            <p:cNvSpPr>
              <a:spLocks noChangeArrowheads="1"/>
            </p:cNvSpPr>
            <p:nvPr/>
          </p:nvSpPr>
          <p:spPr bwMode="auto">
            <a:xfrm>
              <a:off x="2095" y="3209"/>
              <a:ext cx="3024" cy="829"/>
            </a:xfrm>
            <a:prstGeom prst="rect">
              <a:avLst/>
            </a:prstGeom>
            <a:noFill/>
            <a:ln>
              <a:noFill/>
            </a:ln>
            <a:effectLst>
              <a:outerShdw dist="35921" dir="2700000" algn="ctr" rotWithShape="0">
                <a:schemeClr val="tx1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charset="0"/>
                  <a:ea typeface="新細明體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charset="0"/>
                  <a:ea typeface="新細明體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charset="0"/>
                  <a:ea typeface="新細明體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charset="0"/>
                  <a:ea typeface="新細明體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charset="-120"/>
                </a:defRPr>
              </a:lvl9pPr>
            </a:lstStyle>
            <a:p>
              <a:pPr algn="dist" eaLnBrk="1" hangingPunct="1">
                <a:lnSpc>
                  <a:spcPct val="95000"/>
                </a:lnSpc>
                <a:spcBef>
                  <a:spcPct val="0"/>
                </a:spcBef>
                <a:buFontTx/>
                <a:buNone/>
              </a:pPr>
              <a:endParaRPr lang="zh-TW" altLang="en-US" dirty="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  <a:p>
              <a:pPr algn="dist" eaLnBrk="1" hangingPunct="1">
                <a:lnSpc>
                  <a:spcPct val="95000"/>
                </a:lnSpc>
                <a:spcBef>
                  <a:spcPct val="0"/>
                </a:spcBef>
                <a:buFontTx/>
                <a:buNone/>
              </a:pPr>
              <a:endParaRPr lang="en-US" altLang="zh-TW" dirty="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  <a:p>
              <a:pPr algn="dist" eaLnBrk="1" hangingPunct="1">
                <a:lnSpc>
                  <a:spcPct val="95000"/>
                </a:lnSpc>
                <a:spcBef>
                  <a:spcPct val="0"/>
                </a:spcBef>
                <a:buFontTx/>
                <a:buNone/>
              </a:pPr>
              <a:endParaRPr lang="en-US" altLang="zh-TW" dirty="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" name="群組 7"/>
          <p:cNvGrpSpPr>
            <a:grpSpLocks/>
          </p:cNvGrpSpPr>
          <p:nvPr/>
        </p:nvGrpSpPr>
        <p:grpSpPr bwMode="auto">
          <a:xfrm>
            <a:off x="2483768" y="1847984"/>
            <a:ext cx="4259262" cy="3238500"/>
            <a:chOff x="2335" y="2993"/>
            <a:chExt cx="7321" cy="5649"/>
          </a:xfrm>
        </p:grpSpPr>
        <p:pic>
          <p:nvPicPr>
            <p:cNvPr id="7" name="Picture 3" descr="新部徽11000809171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1539"/>
            <a:stretch>
              <a:fillRect/>
            </a:stretch>
          </p:blipFill>
          <p:spPr bwMode="auto">
            <a:xfrm>
              <a:off x="2335" y="2993"/>
              <a:ext cx="7240" cy="50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" name="Picture 4" descr="新部徽11000809171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88762" b="18"/>
            <a:stretch>
              <a:fillRect/>
            </a:stretch>
          </p:blipFill>
          <p:spPr bwMode="auto">
            <a:xfrm>
              <a:off x="2416" y="8006"/>
              <a:ext cx="7240" cy="6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9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5D58E17-FE53-4FB5-89AD-13A779AFE34A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034200080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版型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251520" y="221796"/>
            <a:ext cx="8424936" cy="3227817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tx1"/>
            </a:outerShdw>
          </a:effectLst>
        </p:spPr>
        <p:txBody>
          <a:bodyPr wrap="square" lIns="18000" tIns="10800" rIns="18000" bIns="10800">
            <a:spAutoFit/>
          </a:bodyPr>
          <a:lstStyle>
            <a:lvl1pPr marL="514350" indent="-514350">
              <a:defRPr sz="40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marL="742950" indent="-285750">
              <a:defRPr sz="40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marL="1143000" indent="-228600">
              <a:defRPr sz="40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marL="1600200" indent="-228600">
              <a:defRPr sz="40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marL="2057400" indent="-228600">
              <a:defRPr sz="40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9pPr>
          </a:lstStyle>
          <a:p>
            <a:pPr marL="533400" indent="-533400" algn="just">
              <a:lnSpc>
                <a:spcPts val="5000"/>
              </a:lnSpc>
              <a:buClr>
                <a:srgbClr val="FFFFFF"/>
              </a:buClr>
              <a:buSzPct val="120000"/>
              <a:defRPr/>
            </a:pPr>
            <a:endParaRPr lang="en-US" altLang="zh-TW" b="0" spc="-100" dirty="0">
              <a:solidFill>
                <a:schemeClr val="bg1"/>
              </a:solidFill>
              <a:uFill>
                <a:solidFill>
                  <a:srgbClr val="FFFF00"/>
                </a:solidFill>
              </a:u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20775" indent="-555625" algn="just">
              <a:lnSpc>
                <a:spcPts val="5000"/>
              </a:lnSpc>
              <a:buClr>
                <a:srgbClr val="FFFFFF"/>
              </a:buClr>
              <a:buSzPct val="120000"/>
              <a:defRPr/>
            </a:pPr>
            <a:endParaRPr lang="en-US" altLang="zh-TW" b="0" dirty="0">
              <a:solidFill>
                <a:schemeClr val="bg1"/>
              </a:solidFill>
              <a:uFill>
                <a:solidFill>
                  <a:srgbClr val="FFFF00"/>
                </a:solidFill>
              </a:u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5D58E17-FE53-4FB5-89AD-13A779AFE34A}" type="slidenum">
              <a:rPr lang="en-US" altLang="zh-TW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‹#›</a:t>
            </a:fld>
            <a:endParaRPr lang="en-US" altLang="zh-TW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1193297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版型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3"/>
          <p:cNvSpPr>
            <a:spLocks noChangeArrowheads="1"/>
          </p:cNvSpPr>
          <p:nvPr/>
        </p:nvSpPr>
        <p:spPr bwMode="auto">
          <a:xfrm>
            <a:off x="971601" y="1268760"/>
            <a:ext cx="7200800" cy="39267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lnSpc>
                <a:spcPts val="6500"/>
              </a:lnSpc>
              <a:spcBef>
                <a:spcPct val="0"/>
              </a:spcBef>
              <a:spcAft>
                <a:spcPts val="6000"/>
              </a:spcAft>
              <a:buFontTx/>
              <a:buNone/>
            </a:pPr>
            <a:endParaRPr lang="en-US" altLang="zh-TW" sz="8000" b="1" dirty="0">
              <a:solidFill>
                <a:srgbClr val="FFFF00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dist">
              <a:lnSpc>
                <a:spcPts val="7200"/>
              </a:lnSpc>
              <a:spcBef>
                <a:spcPct val="0"/>
              </a:spcBef>
              <a:spcAft>
                <a:spcPts val="3000"/>
              </a:spcAft>
              <a:buFontTx/>
              <a:buNone/>
            </a:pPr>
            <a:endParaRPr lang="en-US" altLang="zh-TW" sz="7200" b="1" dirty="0">
              <a:solidFill>
                <a:srgbClr val="FFFF00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dist">
              <a:lnSpc>
                <a:spcPts val="7200"/>
              </a:lnSpc>
              <a:spcBef>
                <a:spcPct val="0"/>
              </a:spcBef>
              <a:spcAft>
                <a:spcPts val="3000"/>
              </a:spcAft>
              <a:buFontTx/>
              <a:buNone/>
            </a:pPr>
            <a:endParaRPr lang="zh-TW" altLang="en-US" sz="7200" b="1" dirty="0">
              <a:solidFill>
                <a:srgbClr val="FFFF00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投影片編號版面配置區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F178AD2-FE63-469B-86AD-6487D6BF20C8}" type="slidenum">
              <a:rPr lang="en-US" altLang="zh-TW" sz="1800" smtClean="0">
                <a:solidFill>
                  <a:srgbClr val="FFFFFF"/>
                </a:solidFill>
              </a:rPr>
              <a:pPr>
                <a:spcBef>
                  <a:spcPct val="0"/>
                </a:spcBef>
                <a:buFontTx/>
                <a:buNone/>
              </a:pPr>
              <a:t>‹#›</a:t>
            </a:fld>
            <a:endParaRPr lang="en-US" altLang="zh-TW" sz="18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8388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版型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 txBox="1">
            <a:spLocks noChangeArrowheads="1"/>
          </p:cNvSpPr>
          <p:nvPr/>
        </p:nvSpPr>
        <p:spPr bwMode="auto">
          <a:xfrm>
            <a:off x="2483768" y="1124744"/>
            <a:ext cx="4104456" cy="3323987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1619250" indent="-161925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None/>
            </a:pPr>
            <a:endParaRPr lang="en-US" altLang="zh-TW" sz="4800" dirty="0">
              <a:solidFill>
                <a:schemeClr val="bg1"/>
              </a:solidFill>
              <a:latin typeface="標楷體" pitchFamily="65" charset="-120"/>
              <a:ea typeface="標楷體" pitchFamily="65" charset="-12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None/>
            </a:pPr>
            <a:endParaRPr lang="en-US" altLang="zh-TW" sz="4800" dirty="0">
              <a:solidFill>
                <a:schemeClr val="bg1"/>
              </a:solidFill>
              <a:latin typeface="標楷體" pitchFamily="65" charset="-120"/>
              <a:ea typeface="標楷體" pitchFamily="65" charset="-12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None/>
            </a:pPr>
            <a:endParaRPr lang="en-US" altLang="zh-TW" sz="4800" dirty="0">
              <a:solidFill>
                <a:srgbClr val="FFFFFF"/>
              </a:solidFill>
              <a:latin typeface="標楷體" pitchFamily="65" charset="-120"/>
              <a:ea typeface="標楷體" pitchFamily="65" charset="-12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n-US" altLang="zh-TW" sz="4800" dirty="0">
              <a:solidFill>
                <a:srgbClr val="FFFFFF"/>
              </a:solidFill>
              <a:latin typeface="標楷體" pitchFamily="65" charset="-120"/>
              <a:ea typeface="標楷體" pitchFamily="65" charset="-120"/>
            </a:endParaRPr>
          </a:p>
          <a:p>
            <a:pPr marL="1209675" indent="-1209675" eaLnBrk="1" hangingPunct="1">
              <a:lnSpc>
                <a:spcPct val="90000"/>
              </a:lnSpc>
              <a:spcBef>
                <a:spcPct val="0"/>
              </a:spcBef>
              <a:buNone/>
            </a:pPr>
            <a:endParaRPr lang="en-US" altLang="zh-TW" sz="4800" dirty="0">
              <a:solidFill>
                <a:srgbClr val="FFFFFF"/>
              </a:solidFill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3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5D58E17-FE53-4FB5-89AD-13A779AFE34A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223945249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版型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roup 592"/>
          <p:cNvGraphicFramePr>
            <a:graphicFrameLocks noGrp="1"/>
          </p:cNvGraphicFramePr>
          <p:nvPr/>
        </p:nvGraphicFramePr>
        <p:xfrm>
          <a:off x="287338" y="260350"/>
          <a:ext cx="8677275" cy="6335713"/>
        </p:xfrm>
        <a:graphic>
          <a:graphicData uri="http://schemas.openxmlformats.org/drawingml/2006/table">
            <a:tbl>
              <a:tblPr/>
              <a:tblGrid>
                <a:gridCol w="5794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41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0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91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52463">
                <a:tc gridSpan="5">
                  <a:txBody>
                    <a:bodyPr/>
                    <a:lstStyle/>
                    <a:p>
                      <a:pPr marL="0" marR="0" lvl="0" indent="0" algn="di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/>
                    </a:p>
                  </a:txBody>
                  <a:tcPr anchor="ctr" horzOverflow="overflow">
                    <a:lnL w="5715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87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/>
                    </a:p>
                  </a:txBody>
                  <a:tcPr anchor="ctr" horzOverflow="overflow">
                    <a:lnL w="5715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dist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/>
                    </a:p>
                    <a:p>
                      <a:pPr marL="0" marR="0" lvl="0" indent="0" algn="dist" defTabSz="914400" rtl="0" eaLnBrk="0" fontAlgn="base" latinLnBrk="0" hangingPunct="0">
                        <a:lnSpc>
                          <a:spcPct val="7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/>
                    </a:p>
                  </a:txBody>
                  <a:tcPr anchor="ctr" horzOverflow="overflow">
                    <a:lnL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dist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876550" algn="l"/>
                          <a:tab pos="3086100" algn="l"/>
                          <a:tab pos="3382963" algn="l"/>
                        </a:tabLst>
                      </a:pPr>
                      <a:endParaRPr/>
                    </a:p>
                  </a:txBody>
                  <a:tcPr anchor="ctr" horzOverflow="overflow">
                    <a:lnL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dist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/>
                    </a:p>
                    <a:p>
                      <a:pPr marL="0" marR="0" lvl="0" indent="0" algn="dist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/>
                    </a:p>
                  </a:txBody>
                  <a:tcPr anchor="ctr" horzOverflow="overflow">
                    <a:lnL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/>
                    </a:p>
                  </a:txBody>
                  <a:tcPr anchor="ctr" horzOverflow="overflow">
                    <a:lnL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176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/>
                    </a:p>
                  </a:txBody>
                  <a:tcPr anchor="ctr" horzOverflow="overflow">
                    <a:lnL w="5715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/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/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/>
                    </a:p>
                  </a:txBody>
                  <a:tcPr anchor="ctr" horzOverflow="overflow">
                    <a:lnL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dist" defTabSz="914400" rtl="0" eaLnBrk="1" fontAlgn="base" latinLnBrk="0" hangingPunct="1">
                        <a:lnSpc>
                          <a:spcPts val="45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876550" algn="l"/>
                          <a:tab pos="3086100" algn="l"/>
                          <a:tab pos="3382963" algn="l"/>
                        </a:tabLst>
                      </a:pPr>
                      <a:endParaRPr/>
                    </a:p>
                  </a:txBody>
                  <a:tcPr anchor="ctr" horzOverflow="overflow">
                    <a:lnL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/>
                    </a:p>
                  </a:txBody>
                  <a:tcPr anchor="ctr" horzOverflow="overflow">
                    <a:lnL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/>
                    </a:p>
                  </a:txBody>
                  <a:tcPr anchor="ctr" horzOverflow="overflow">
                    <a:lnL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176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/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en-US" sz="32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5715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/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/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/>
                    </a:p>
                  </a:txBody>
                  <a:tcPr anchor="ctr" horzOverflow="overflow">
                    <a:lnL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dist" defTabSz="914400" rtl="0" eaLnBrk="1" fontAlgn="base" latinLnBrk="0" hangingPunct="1">
                        <a:lnSpc>
                          <a:spcPts val="45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876550" algn="l"/>
                          <a:tab pos="3086100" algn="l"/>
                          <a:tab pos="3382963" algn="l"/>
                        </a:tabLst>
                      </a:pPr>
                      <a:endParaRPr/>
                    </a:p>
                  </a:txBody>
                  <a:tcPr anchor="ctr" horzOverflow="overflow">
                    <a:lnL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/>
                    </a:p>
                  </a:txBody>
                  <a:tcPr anchor="ctr" horzOverflow="overflow">
                    <a:lnL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176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/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en-US" sz="32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5715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/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/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/>
                    </a:p>
                  </a:txBody>
                  <a:tcPr anchor="ctr" horzOverflow="overflow">
                    <a:lnL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dist" defTabSz="914400" rtl="0" eaLnBrk="1" fontAlgn="base" latinLnBrk="0" hangingPunct="1">
                        <a:lnSpc>
                          <a:spcPts val="45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876550" algn="l"/>
                          <a:tab pos="3086100" algn="l"/>
                          <a:tab pos="3382963" algn="l"/>
                        </a:tabLst>
                      </a:pPr>
                      <a:endParaRPr/>
                    </a:p>
                  </a:txBody>
                  <a:tcPr anchor="ctr" horzOverflow="overflow">
                    <a:lnL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/>
                    </a:p>
                  </a:txBody>
                  <a:tcPr anchor="ctr" horzOverflow="overflow">
                    <a:lnL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2950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876550" algn="l"/>
                          <a:tab pos="3086100" algn="l"/>
                          <a:tab pos="3382963" algn="l"/>
                        </a:tabLst>
                      </a:pPr>
                      <a:endParaRPr/>
                    </a:p>
                  </a:txBody>
                  <a:tcPr anchor="ctr" horzOverflow="overflow">
                    <a:lnL w="5715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/>
                    </a:p>
                  </a:txBody>
                  <a:tcPr anchor="ctr" horzOverflow="overflow">
                    <a:lnL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3" name="Picture 2" descr="D:\暫借\簡報庫\ppt\images\bg_images\bg_018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4" descr="D:\暫借\簡報庫\ppt\images\bg_images\bg_018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5" descr="D:\暫借\簡報庫\ppt\images\bg_images\bg_018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250825" y="3429000"/>
            <a:ext cx="8640000" cy="280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marL="1428750" indent="-1428750">
              <a:defRPr sz="3600" b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1pPr>
            <a:lvl2pPr marL="742950" indent="-285750">
              <a:defRPr sz="3600" b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2pPr>
            <a:lvl3pPr marL="1143000" indent="-228600">
              <a:defRPr sz="3600" b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3pPr>
            <a:lvl4pPr marL="1600200" indent="-228600">
              <a:defRPr sz="3600" b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4pPr>
            <a:lvl5pPr marL="2057400" indent="-228600">
              <a:defRPr sz="3600" b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9pPr>
          </a:lstStyle>
          <a:p>
            <a:pPr marL="1407600" algn="just">
              <a:lnSpc>
                <a:spcPct val="100000"/>
              </a:lnSpc>
            </a:pPr>
            <a:endParaRPr lang="en-US" altLang="zh-TW" dirty="0">
              <a:cs typeface="Times New Roman" panose="02020603050405020304" pitchFamily="18" charset="0"/>
            </a:endParaRPr>
          </a:p>
          <a:p>
            <a:pPr marL="2808000" algn="just">
              <a:lnSpc>
                <a:spcPct val="100000"/>
              </a:lnSpc>
            </a:pPr>
            <a:endParaRPr kumimoji="1" lang="en-US" altLang="zh-TW" dirty="0">
              <a:cs typeface="Times New Roman" panose="02020603050405020304" pitchFamily="18" charset="0"/>
            </a:endParaRPr>
          </a:p>
          <a:p>
            <a:pPr marL="1406525" algn="just">
              <a:lnSpc>
                <a:spcPct val="100000"/>
              </a:lnSpc>
            </a:pPr>
            <a:endParaRPr lang="en-US" altLang="zh-TW" dirty="0">
              <a:cs typeface="Times New Roman" panose="02020603050405020304" pitchFamily="18" charset="0"/>
            </a:endParaRPr>
          </a:p>
          <a:p>
            <a:pPr marL="1406525" algn="just">
              <a:lnSpc>
                <a:spcPct val="100000"/>
              </a:lnSpc>
            </a:pPr>
            <a:endParaRPr lang="en-US" altLang="zh-TW" dirty="0">
              <a:cs typeface="Times New Roman" panose="02020603050405020304" pitchFamily="18" charset="0"/>
            </a:endParaRPr>
          </a:p>
          <a:p>
            <a:pPr marL="1406525" algn="just">
              <a:lnSpc>
                <a:spcPct val="100000"/>
              </a:lnSpc>
            </a:pPr>
            <a:endParaRPr kumimoji="1" lang="zh-TW" alt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Rectangle 8"/>
          <p:cNvSpPr>
            <a:spLocks noChangeArrowheads="1"/>
          </p:cNvSpPr>
          <p:nvPr/>
        </p:nvSpPr>
        <p:spPr bwMode="auto">
          <a:xfrm>
            <a:off x="3024188" y="210923"/>
            <a:ext cx="5868987" cy="31686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algn="dist">
              <a:lnSpc>
                <a:spcPts val="8800"/>
              </a:lnSpc>
              <a:defRPr/>
            </a:pPr>
            <a:endParaRPr lang="en-US" altLang="zh-TW" sz="7200" dirty="0">
              <a:ln w="12700" cmpd="sng">
                <a:solidFill>
                  <a:schemeClr val="accent6">
                    <a:satMod val="120000"/>
                    <a:shade val="80000"/>
                  </a:schemeClr>
                </a:solidFill>
                <a:prstDash val="solid"/>
              </a:ln>
              <a:solidFill>
                <a:srgbClr val="002060"/>
              </a:solidFill>
              <a:effectLst>
                <a:glow rad="53100">
                  <a:schemeClr val="accent6">
                    <a:satMod val="180000"/>
                    <a:alpha val="30000"/>
                  </a:schemeClr>
                </a:glow>
              </a:effectLst>
              <a:latin typeface="標楷體" pitchFamily="65" charset="-120"/>
              <a:ea typeface="標楷體" pitchFamily="65" charset="-120"/>
              <a:cs typeface="Arial" pitchFamily="34" charset="0"/>
            </a:endParaRPr>
          </a:p>
          <a:p>
            <a:pPr algn="dist">
              <a:lnSpc>
                <a:spcPts val="8800"/>
              </a:lnSpc>
              <a:defRPr/>
            </a:pPr>
            <a:endParaRPr lang="en-US" altLang="zh-TW" sz="7200" dirty="0">
              <a:ln w="12700" cmpd="sng">
                <a:solidFill>
                  <a:schemeClr val="accent6">
                    <a:satMod val="120000"/>
                    <a:shade val="80000"/>
                  </a:schemeClr>
                </a:solidFill>
                <a:prstDash val="solid"/>
              </a:ln>
              <a:solidFill>
                <a:srgbClr val="002060"/>
              </a:solidFill>
              <a:effectLst>
                <a:glow rad="53100">
                  <a:schemeClr val="accent6">
                    <a:satMod val="180000"/>
                    <a:alpha val="30000"/>
                  </a:schemeClr>
                </a:glow>
              </a:effectLst>
              <a:latin typeface="標楷體" pitchFamily="65" charset="-120"/>
              <a:ea typeface="標楷體" pitchFamily="65" charset="-120"/>
              <a:cs typeface="Arial" pitchFamily="34" charset="0"/>
            </a:endParaRPr>
          </a:p>
          <a:p>
            <a:pPr algn="dist">
              <a:lnSpc>
                <a:spcPts val="8800"/>
              </a:lnSpc>
              <a:defRPr/>
            </a:pPr>
            <a:endParaRPr lang="zh-TW" altLang="en-US" sz="7200" dirty="0">
              <a:ln w="12700" cmpd="sng">
                <a:solidFill>
                  <a:schemeClr val="accent6">
                    <a:satMod val="120000"/>
                    <a:shade val="80000"/>
                  </a:schemeClr>
                </a:solidFill>
                <a:prstDash val="solid"/>
              </a:ln>
              <a:solidFill>
                <a:srgbClr val="002060"/>
              </a:solidFill>
              <a:effectLst>
                <a:glow rad="53100">
                  <a:schemeClr val="accent6">
                    <a:satMod val="180000"/>
                    <a:alpha val="30000"/>
                  </a:schemeClr>
                </a:glow>
              </a:effectLst>
              <a:latin typeface="標楷體" pitchFamily="65" charset="-120"/>
              <a:ea typeface="標楷體" pitchFamily="65" charset="-120"/>
              <a:cs typeface="Arial" pitchFamily="34" charset="0"/>
            </a:endParaRPr>
          </a:p>
        </p:txBody>
      </p:sp>
      <p:sp>
        <p:nvSpPr>
          <p:cNvPr id="8" name="投影片編號版面配置區 1"/>
          <p:cNvSpPr>
            <a:spLocks noGrp="1"/>
          </p:cNvSpPr>
          <p:nvPr>
            <p:ph type="sldNum" sz="quarter" idx="4294967295"/>
          </p:nvPr>
        </p:nvSpPr>
        <p:spPr>
          <a:xfrm>
            <a:off x="7010400" y="6238875"/>
            <a:ext cx="2133600" cy="476250"/>
          </a:xfrm>
        </p:spPr>
        <p:txBody>
          <a:bodyPr/>
          <a:lstStyle/>
          <a:p>
            <a:pPr>
              <a:defRPr/>
            </a:pPr>
            <a:fld id="{85D58E17-FE53-4FB5-89AD-13A779AFE34A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832409407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版型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4"/>
          <p:cNvSpPr txBox="1"/>
          <p:nvPr/>
        </p:nvSpPr>
        <p:spPr bwMode="auto">
          <a:xfrm>
            <a:off x="1547664" y="2330640"/>
            <a:ext cx="6048672" cy="19882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08" tIns="45704" rIns="91408" bIns="45704" rtlCol="0" anchor="ctr" anchorCtr="1">
            <a:spAutoFit/>
          </a:bodyPr>
          <a:lstStyle/>
          <a:p>
            <a:pPr marL="1610773" indent="-1610773" algn="just">
              <a:lnSpc>
                <a:spcPct val="140000"/>
              </a:lnSpc>
            </a:pPr>
            <a:endParaRPr lang="en-US" altLang="zh-TW" sz="8800" b="1" dirty="0">
              <a:solidFill>
                <a:srgbClr val="FFFF00"/>
              </a:solidFill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5C4E904-7130-4612-AD11-1D03F0006C73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22566658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版型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4"/>
          <p:cNvSpPr txBox="1"/>
          <p:nvPr/>
        </p:nvSpPr>
        <p:spPr bwMode="auto">
          <a:xfrm>
            <a:off x="1008175" y="2450991"/>
            <a:ext cx="6984776" cy="17839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08" tIns="45704" rIns="91408" bIns="45704" rtlCol="0" anchor="ctr" anchorCtr="1">
            <a:spAutoFit/>
          </a:bodyPr>
          <a:lstStyle/>
          <a:p>
            <a:pPr marL="1610773" indent="-1610773" algn="just">
              <a:lnSpc>
                <a:spcPct val="140000"/>
              </a:lnSpc>
            </a:pPr>
            <a:endParaRPr lang="en-US" altLang="zh-TW" sz="8800" b="1" dirty="0">
              <a:solidFill>
                <a:srgbClr val="FFFF00"/>
              </a:solidFill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5C4E904-7130-4612-AD11-1D03F0006C73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798388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版型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roup 592"/>
          <p:cNvGraphicFramePr>
            <a:graphicFrameLocks noGrp="1"/>
          </p:cNvGraphicFramePr>
          <p:nvPr/>
        </p:nvGraphicFramePr>
        <p:xfrm>
          <a:off x="287338" y="260350"/>
          <a:ext cx="8677275" cy="6335713"/>
        </p:xfrm>
        <a:graphic>
          <a:graphicData uri="http://schemas.openxmlformats.org/drawingml/2006/table">
            <a:tbl>
              <a:tblPr/>
              <a:tblGrid>
                <a:gridCol w="5794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41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0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91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52463">
                <a:tc gridSpan="5">
                  <a:txBody>
                    <a:bodyPr/>
                    <a:lstStyle/>
                    <a:p>
                      <a:pPr marL="0" marR="0" lvl="0" indent="0" algn="di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/>
                    </a:p>
                  </a:txBody>
                  <a:tcPr anchor="ctr" horzOverflow="overflow">
                    <a:lnL w="5715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87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/>
                    </a:p>
                  </a:txBody>
                  <a:tcPr anchor="ctr" horzOverflow="overflow">
                    <a:lnL w="5715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dist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/>
                    </a:p>
                    <a:p>
                      <a:pPr marL="0" marR="0" lvl="0" indent="0" algn="dist" defTabSz="914400" rtl="0" eaLnBrk="0" fontAlgn="base" latinLnBrk="0" hangingPunct="0">
                        <a:lnSpc>
                          <a:spcPct val="7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/>
                    </a:p>
                  </a:txBody>
                  <a:tcPr anchor="ctr" horzOverflow="overflow">
                    <a:lnL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dist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876550" algn="l"/>
                          <a:tab pos="3086100" algn="l"/>
                          <a:tab pos="3382963" algn="l"/>
                        </a:tabLst>
                      </a:pPr>
                      <a:endParaRPr/>
                    </a:p>
                  </a:txBody>
                  <a:tcPr anchor="ctr" horzOverflow="overflow">
                    <a:lnL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dist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/>
                    </a:p>
                    <a:p>
                      <a:pPr marL="0" marR="0" lvl="0" indent="0" algn="dist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/>
                    </a:p>
                  </a:txBody>
                  <a:tcPr anchor="ctr" horzOverflow="overflow">
                    <a:lnL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/>
                    </a:p>
                  </a:txBody>
                  <a:tcPr anchor="ctr" horzOverflow="overflow">
                    <a:lnL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176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/>
                    </a:p>
                  </a:txBody>
                  <a:tcPr anchor="ctr" horzOverflow="overflow">
                    <a:lnL w="5715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/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/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/>
                    </a:p>
                  </a:txBody>
                  <a:tcPr anchor="ctr" horzOverflow="overflow">
                    <a:lnL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dist" defTabSz="914400" rtl="0" eaLnBrk="1" fontAlgn="base" latinLnBrk="0" hangingPunct="1">
                        <a:lnSpc>
                          <a:spcPts val="45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876550" algn="l"/>
                          <a:tab pos="3086100" algn="l"/>
                          <a:tab pos="3382963" algn="l"/>
                        </a:tabLst>
                      </a:pPr>
                      <a:endParaRPr/>
                    </a:p>
                  </a:txBody>
                  <a:tcPr anchor="ctr" horzOverflow="overflow">
                    <a:lnL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/>
                    </a:p>
                  </a:txBody>
                  <a:tcPr anchor="ctr" horzOverflow="overflow">
                    <a:lnL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/>
                    </a:p>
                  </a:txBody>
                  <a:tcPr anchor="ctr" horzOverflow="overflow">
                    <a:lnL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176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/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en-US" sz="32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5715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/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/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/>
                    </a:p>
                  </a:txBody>
                  <a:tcPr anchor="ctr" horzOverflow="overflow">
                    <a:lnL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dist" defTabSz="914400" rtl="0" eaLnBrk="1" fontAlgn="base" latinLnBrk="0" hangingPunct="1">
                        <a:lnSpc>
                          <a:spcPts val="45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876550" algn="l"/>
                          <a:tab pos="3086100" algn="l"/>
                          <a:tab pos="3382963" algn="l"/>
                        </a:tabLst>
                      </a:pPr>
                      <a:endParaRPr/>
                    </a:p>
                  </a:txBody>
                  <a:tcPr anchor="ctr" horzOverflow="overflow">
                    <a:lnL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/>
                    </a:p>
                  </a:txBody>
                  <a:tcPr anchor="ctr" horzOverflow="overflow">
                    <a:lnL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176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/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en-US" sz="32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5715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/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/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/>
                    </a:p>
                  </a:txBody>
                  <a:tcPr anchor="ctr" horzOverflow="overflow">
                    <a:lnL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dist" defTabSz="914400" rtl="0" eaLnBrk="1" fontAlgn="base" latinLnBrk="0" hangingPunct="1">
                        <a:lnSpc>
                          <a:spcPts val="45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876550" algn="l"/>
                          <a:tab pos="3086100" algn="l"/>
                          <a:tab pos="3382963" algn="l"/>
                        </a:tabLst>
                      </a:pPr>
                      <a:endParaRPr/>
                    </a:p>
                  </a:txBody>
                  <a:tcPr anchor="ctr" horzOverflow="overflow">
                    <a:lnL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/>
                    </a:p>
                  </a:txBody>
                  <a:tcPr anchor="ctr" horzOverflow="overflow">
                    <a:lnL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2950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876550" algn="l"/>
                          <a:tab pos="3086100" algn="l"/>
                          <a:tab pos="3382963" algn="l"/>
                        </a:tabLst>
                      </a:pPr>
                      <a:endParaRPr/>
                    </a:p>
                  </a:txBody>
                  <a:tcPr anchor="ctr" horzOverflow="overflow">
                    <a:lnL w="5715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/>
                    </a:p>
                  </a:txBody>
                  <a:tcPr anchor="ctr" horzOverflow="overflow">
                    <a:lnL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3" name="Picture 2" descr="D:\暫借\簡報庫\ppt\images\bg_images\bg_018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4" descr="D:\暫借\簡報庫\ppt\images\bg_images\bg_018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5" descr="D:\暫借\簡報庫\ppt\images\bg_images\bg_018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241705" y="3899953"/>
            <a:ext cx="8640000" cy="280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marL="1428750" indent="-1428750">
              <a:defRPr sz="3600" b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1pPr>
            <a:lvl2pPr marL="742950" indent="-285750">
              <a:defRPr sz="3600" b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2pPr>
            <a:lvl3pPr marL="1143000" indent="-228600">
              <a:defRPr sz="3600" b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3pPr>
            <a:lvl4pPr marL="1600200" indent="-228600">
              <a:defRPr sz="3600" b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4pPr>
            <a:lvl5pPr marL="2057400" indent="-228600">
              <a:defRPr sz="3600" b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9pPr>
          </a:lstStyle>
          <a:p>
            <a:pPr marL="1407600" algn="just">
              <a:lnSpc>
                <a:spcPts val="4000"/>
              </a:lnSpc>
            </a:pPr>
            <a:endParaRPr lang="zh-TW" altLang="en-US" dirty="0">
              <a:cs typeface="Times New Roman" pitchFamily="18" charset="0"/>
            </a:endParaRPr>
          </a:p>
        </p:txBody>
      </p:sp>
      <p:sp>
        <p:nvSpPr>
          <p:cNvPr id="7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5D58E17-FE53-4FB5-89AD-13A779AFE34A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798388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版型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ChangeArrowheads="1"/>
          </p:cNvSpPr>
          <p:nvPr/>
        </p:nvSpPr>
        <p:spPr bwMode="auto">
          <a:xfrm>
            <a:off x="0" y="2755900"/>
            <a:ext cx="9143999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TW" altLang="en-US" sz="7200" b="1" spc="-200" dirty="0">
              <a:solidFill>
                <a:srgbClr val="FFFF00"/>
              </a:solidFill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3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5D58E17-FE53-4FB5-89AD-13A779AFE34A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798388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版型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ChangeArrowheads="1"/>
          </p:cNvSpPr>
          <p:nvPr/>
        </p:nvSpPr>
        <p:spPr bwMode="auto">
          <a:xfrm>
            <a:off x="0" y="2755900"/>
            <a:ext cx="9143999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TW" altLang="en-US" sz="7200" b="1" spc="-200" dirty="0">
              <a:solidFill>
                <a:srgbClr val="FFFF00"/>
              </a:solidFill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5D58E17-FE53-4FB5-89AD-13A779AFE34A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798388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版型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ChangeArrowheads="1"/>
          </p:cNvSpPr>
          <p:nvPr/>
        </p:nvSpPr>
        <p:spPr bwMode="auto">
          <a:xfrm>
            <a:off x="0" y="2755900"/>
            <a:ext cx="9143999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TW" altLang="en-US" sz="7200" b="1" spc="-200" dirty="0">
              <a:solidFill>
                <a:srgbClr val="FFFF00"/>
              </a:solidFill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5D58E17-FE53-4FB5-89AD-13A779AFE34A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798388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版型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144016" y="128824"/>
            <a:ext cx="8820472" cy="4946236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8000" tIns="10800" rIns="18000" bIns="10800">
            <a:spAutoFit/>
          </a:bodyPr>
          <a:lstStyle>
            <a:lvl1pPr marL="514350" indent="-514350">
              <a:defRPr sz="40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marL="742950" indent="-285750">
              <a:defRPr sz="40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marL="1143000" indent="-228600">
              <a:defRPr sz="40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marL="1600200" indent="-228600">
              <a:defRPr sz="40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marL="2057400" indent="-228600">
              <a:defRPr sz="40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9pPr>
          </a:lstStyle>
          <a:p>
            <a:pPr marL="0" indent="0" algn="just">
              <a:buClr>
                <a:srgbClr val="FFFF00"/>
              </a:buClr>
              <a:buSzPct val="120000"/>
              <a:tabLst>
                <a:tab pos="895350" algn="l"/>
              </a:tabLst>
              <a:defRPr/>
            </a:pPr>
            <a:endParaRPr lang="en-US" altLang="zh-TW" b="0" u="sng" spc="-100" dirty="0">
              <a:solidFill>
                <a:srgbClr val="FFFF00"/>
              </a:solidFill>
              <a:uFill>
                <a:solidFill>
                  <a:srgbClr val="FFFF00"/>
                </a:solidFill>
              </a:u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06413" indent="-506413" algn="just" eaLnBrk="1">
              <a:lnSpc>
                <a:spcPts val="4800"/>
              </a:lnSpc>
            </a:pPr>
            <a:endParaRPr lang="en-US" altLang="zh-TW" b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06413" indent="-506413" algn="just" eaLnBrk="1">
              <a:lnSpc>
                <a:spcPts val="4800"/>
              </a:lnSpc>
            </a:pPr>
            <a:endParaRPr lang="en-US" altLang="zh-TW" b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06413" indent="-506413" algn="just" eaLnBrk="1">
              <a:lnSpc>
                <a:spcPts val="4800"/>
              </a:lnSpc>
            </a:pPr>
            <a:endParaRPr lang="en-US" altLang="zh-TW" b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5D58E17-FE53-4FB5-89AD-13A779AFE34A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798388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版型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222723" y="260648"/>
            <a:ext cx="8237709" cy="3202169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8000" tIns="10800" rIns="18000" bIns="10800">
            <a:spAutoFit/>
          </a:bodyPr>
          <a:lstStyle>
            <a:lvl1pPr marL="514350" indent="-514350">
              <a:defRPr sz="40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marL="742950" indent="-285750">
              <a:defRPr sz="40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marL="1143000" indent="-228600">
              <a:defRPr sz="40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marL="1600200" indent="-228600">
              <a:defRPr sz="40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marL="2057400" indent="-228600">
              <a:defRPr sz="40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9pPr>
          </a:lstStyle>
          <a:p>
            <a:pPr marL="533400" indent="-533400" algn="just">
              <a:lnSpc>
                <a:spcPts val="5200"/>
              </a:lnSpc>
              <a:buClr>
                <a:srgbClr val="FFFF00"/>
              </a:buClr>
              <a:buSzPct val="100000"/>
              <a:defRPr/>
            </a:pPr>
            <a:endParaRPr lang="en-US" altLang="zh-TW" b="0" u="sng" dirty="0">
              <a:solidFill>
                <a:srgbClr val="FFFF00"/>
              </a:solidFill>
              <a:uFill>
                <a:solidFill>
                  <a:srgbClr val="FFFF00"/>
                </a:solidFill>
              </a:uFill>
            </a:endParaRPr>
          </a:p>
          <a:p>
            <a:pPr marL="485775" indent="-485775" algn="just">
              <a:lnSpc>
                <a:spcPts val="4900"/>
              </a:lnSpc>
              <a:buClr>
                <a:srgbClr val="FFFF00"/>
              </a:buClr>
              <a:buSzPct val="100000"/>
              <a:defRPr/>
            </a:pPr>
            <a:endParaRPr lang="en-US" altLang="zh-TW" b="0" dirty="0">
              <a:solidFill>
                <a:schemeClr val="bg1"/>
              </a:solidFill>
              <a:uFill>
                <a:solidFill>
                  <a:srgbClr val="FF0000"/>
                </a:solidFill>
              </a:u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85775" indent="-485775" algn="just">
              <a:lnSpc>
                <a:spcPts val="4900"/>
              </a:lnSpc>
              <a:buClr>
                <a:srgbClr val="FFFF00"/>
              </a:buClr>
              <a:buSzPct val="100000"/>
              <a:defRPr/>
            </a:pPr>
            <a:endParaRPr lang="en-US" altLang="zh-TW" b="0" dirty="0">
              <a:solidFill>
                <a:schemeClr val="bg1"/>
              </a:solidFill>
              <a:uFill>
                <a:solidFill>
                  <a:srgbClr val="FF0000"/>
                </a:solidFill>
              </a:u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798388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版型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2"/>
          <p:cNvSpPr/>
          <p:nvPr/>
        </p:nvSpPr>
        <p:spPr>
          <a:xfrm>
            <a:off x="251520" y="260648"/>
            <a:ext cx="8496944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85775" indent="-485775"/>
            <a:endParaRPr lang="en-US" altLang="zh-TW" sz="4000" u="sng" spc="-100" dirty="0">
              <a:solidFill>
                <a:srgbClr val="FFFF00"/>
              </a:solidFill>
              <a:uFill>
                <a:solidFill>
                  <a:srgbClr val="FFFF00"/>
                </a:solidFill>
              </a:uFill>
              <a:latin typeface="標楷體" pitchFamily="65" charset="-120"/>
              <a:ea typeface="標楷體" pitchFamily="65" charset="-120"/>
            </a:endParaRPr>
          </a:p>
          <a:p>
            <a:pPr marL="485775" indent="-485775" algn="just"/>
            <a:endParaRPr lang="en-US" altLang="zh-TW" sz="4000" spc="-200" dirty="0">
              <a:solidFill>
                <a:srgbClr val="FFFFFF"/>
              </a:solidFill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3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5D58E17-FE53-4FB5-89AD-13A779AFE34A}" type="slidenum">
              <a:rPr lang="en-US" altLang="zh-TW" smtClean="0"/>
              <a:pPr>
                <a:defRPr/>
              </a:pPr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798388"/>
      </p:ext>
    </p:extLst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版型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2"/>
          <p:cNvSpPr/>
          <p:nvPr/>
        </p:nvSpPr>
        <p:spPr>
          <a:xfrm>
            <a:off x="-57720" y="29657"/>
            <a:ext cx="9132316" cy="67608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85775" indent="-485775">
              <a:lnSpc>
                <a:spcPts val="4000"/>
              </a:lnSpc>
            </a:pPr>
            <a:endParaRPr lang="en-US" altLang="zh-TW" sz="3800" u="sng" spc="-100" dirty="0">
              <a:solidFill>
                <a:srgbClr val="FFFF00"/>
              </a:solidFill>
              <a:uFill>
                <a:solidFill>
                  <a:srgbClr val="FFFF00"/>
                </a:solidFill>
              </a:uFill>
              <a:latin typeface="Times New Roman" panose="02020603050405020304" pitchFamily="18" charset="0"/>
              <a:ea typeface="標楷體" pitchFamily="65" charset="-120"/>
              <a:cs typeface="Times New Roman" panose="02020603050405020304" pitchFamily="18" charset="0"/>
            </a:endParaRPr>
          </a:p>
          <a:p>
            <a:pPr marL="485775" indent="-485775" algn="just">
              <a:lnSpc>
                <a:spcPts val="4000"/>
              </a:lnSpc>
            </a:pPr>
            <a:endParaRPr lang="en-US" altLang="zh-TW" sz="3800" spc="-100" dirty="0">
              <a:solidFill>
                <a:schemeClr val="bg1"/>
              </a:solidFill>
              <a:uFill>
                <a:solidFill>
                  <a:srgbClr val="FFFF00"/>
                </a:solidFill>
              </a:u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85775" indent="-485775" algn="just">
              <a:lnSpc>
                <a:spcPts val="4000"/>
              </a:lnSpc>
            </a:pPr>
            <a:endParaRPr lang="en-US" altLang="zh-TW" sz="3800" spc="-100" dirty="0">
              <a:solidFill>
                <a:schemeClr val="bg1"/>
              </a:solidFill>
              <a:uFill>
                <a:solidFill>
                  <a:srgbClr val="FFFF00"/>
                </a:solidFill>
              </a:u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85775" indent="-485775" algn="just">
              <a:lnSpc>
                <a:spcPts val="4000"/>
              </a:lnSpc>
            </a:pPr>
            <a:endParaRPr lang="en-US" altLang="zh-TW" sz="3800" spc="-100" dirty="0">
              <a:solidFill>
                <a:schemeClr val="bg1"/>
              </a:solidFill>
              <a:uFill>
                <a:solidFill>
                  <a:srgbClr val="FFFF00"/>
                </a:solidFill>
              </a:u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5D58E17-FE53-4FB5-89AD-13A779AFE34A}" type="slidenum">
              <a:rPr lang="en-US" altLang="zh-TW" smtClean="0"/>
              <a:pPr>
                <a:defRPr/>
              </a:pPr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798388"/>
      </p:ext>
    </p:extLst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版型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ChangeArrowheads="1"/>
          </p:cNvSpPr>
          <p:nvPr/>
        </p:nvSpPr>
        <p:spPr bwMode="auto">
          <a:xfrm>
            <a:off x="0" y="2755900"/>
            <a:ext cx="9143999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zh-TW" sz="7200" b="1" spc="-200" dirty="0">
              <a:solidFill>
                <a:srgbClr val="FFFF00"/>
              </a:solidFill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5D58E17-FE53-4FB5-89AD-13A779AFE34A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798388"/>
      </p:ext>
    </p:extLst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版型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 txBox="1">
            <a:spLocks noChangeArrowheads="1"/>
          </p:cNvSpPr>
          <p:nvPr/>
        </p:nvSpPr>
        <p:spPr bwMode="auto">
          <a:xfrm>
            <a:off x="1763688" y="1268760"/>
            <a:ext cx="6048672" cy="4616648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1619250" indent="-161925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marL="0" indent="0">
              <a:spcBef>
                <a:spcPct val="0"/>
              </a:spcBef>
              <a:buNone/>
              <a:defRPr/>
            </a:pPr>
            <a:endParaRPr lang="en-US" altLang="zh-TW" sz="6000" dirty="0">
              <a:solidFill>
                <a:srgbClr val="FFFFFF"/>
              </a:solidFill>
              <a:latin typeface="標楷體" pitchFamily="65" charset="-120"/>
              <a:ea typeface="標楷體" pitchFamily="65" charset="-120"/>
            </a:endParaRPr>
          </a:p>
          <a:p>
            <a:pPr marL="0" lvl="0" indent="0">
              <a:spcBef>
                <a:spcPct val="0"/>
              </a:spcBef>
              <a:buNone/>
              <a:defRPr/>
            </a:pPr>
            <a:endParaRPr lang="en-US" altLang="zh-TW" sz="6000" dirty="0">
              <a:solidFill>
                <a:srgbClr val="FFFFFF"/>
              </a:solidFill>
              <a:latin typeface="標楷體" pitchFamily="65" charset="-120"/>
              <a:ea typeface="標楷體" pitchFamily="65" charset="-120"/>
            </a:endParaRPr>
          </a:p>
          <a:p>
            <a:pPr marL="0" lvl="0" indent="0">
              <a:spcBef>
                <a:spcPct val="0"/>
              </a:spcBef>
              <a:buNone/>
              <a:defRPr/>
            </a:pPr>
            <a:endParaRPr lang="en-US" altLang="zh-TW" sz="6000" dirty="0">
              <a:solidFill>
                <a:srgbClr val="FFFFFF"/>
              </a:solidFill>
              <a:latin typeface="標楷體" pitchFamily="65" charset="-120"/>
              <a:ea typeface="標楷體" pitchFamily="65" charset="-120"/>
            </a:endParaRPr>
          </a:p>
          <a:p>
            <a:pPr marL="0" lvl="0" indent="0">
              <a:spcBef>
                <a:spcPct val="0"/>
              </a:spcBef>
              <a:buNone/>
              <a:defRPr/>
            </a:pPr>
            <a:endParaRPr lang="en-US" altLang="en-US" sz="6000" dirty="0">
              <a:solidFill>
                <a:srgbClr val="FFFFFF"/>
              </a:solidFill>
              <a:latin typeface="標楷體" pitchFamily="65" charset="-120"/>
              <a:ea typeface="標楷體" pitchFamily="65" charset="-120"/>
            </a:endParaRPr>
          </a:p>
          <a:p>
            <a:pPr marL="0" lvl="0" indent="0" algn="ctr">
              <a:spcBef>
                <a:spcPct val="0"/>
              </a:spcBef>
              <a:buNone/>
              <a:defRPr/>
            </a:pPr>
            <a:endParaRPr lang="zh-TW" altLang="en-US" sz="6000" dirty="0">
              <a:solidFill>
                <a:srgbClr val="FFFFFF"/>
              </a:solidFill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5D58E17-FE53-4FB5-89AD-13A779AFE34A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798388"/>
      </p:ext>
    </p:extLst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版型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ChangeArrowheads="1"/>
          </p:cNvSpPr>
          <p:nvPr/>
        </p:nvSpPr>
        <p:spPr bwMode="auto">
          <a:xfrm>
            <a:off x="0" y="2755900"/>
            <a:ext cx="9143999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TW" altLang="en-US" sz="7200" b="1" dirty="0">
              <a:solidFill>
                <a:srgbClr val="FFFF00"/>
              </a:solidFill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5D58E17-FE53-4FB5-89AD-13A779AFE34A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798388"/>
      </p:ext>
    </p:extLst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版型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687915" y="692696"/>
            <a:ext cx="7776789" cy="3715130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8000" tIns="10800" rIns="18000" bIns="10800">
            <a:spAutoFit/>
          </a:bodyPr>
          <a:lstStyle>
            <a:lvl1pPr marL="514350" indent="-514350">
              <a:defRPr sz="40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marL="742950" indent="-285750">
              <a:defRPr sz="40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marL="1143000" indent="-228600">
              <a:defRPr sz="40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marL="1600200" indent="-228600">
              <a:defRPr sz="40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marL="2057400" indent="-228600">
              <a:defRPr sz="40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9pPr>
          </a:lstStyle>
          <a:p>
            <a:pPr marL="0" indent="0" algn="just">
              <a:lnSpc>
                <a:spcPts val="4800"/>
              </a:lnSpc>
              <a:buClr>
                <a:srgbClr val="FF0000"/>
              </a:buClr>
              <a:buSzPct val="120000"/>
              <a:defRPr/>
            </a:pPr>
            <a:endParaRPr lang="en-US" altLang="zh-TW" b="0" spc="-1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5D58E17-FE53-4FB5-89AD-13A779AFE34A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798388"/>
      </p:ext>
    </p:extLst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版型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2051720" y="1678156"/>
            <a:ext cx="5112568" cy="3046988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TW" sz="9600" b="1" dirty="0">
              <a:solidFill>
                <a:srgbClr val="FFFFFF"/>
              </a:solidFill>
              <a:latin typeface="Times New Roman" pitchFamily="18" charset="0"/>
              <a:ea typeface="標楷體" pitchFamily="65" charset="-12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TW" sz="9600" b="1" dirty="0">
              <a:solidFill>
                <a:srgbClr val="FFFFFF"/>
              </a:solidFill>
              <a:latin typeface="Times New Roman" pitchFamily="18" charset="0"/>
              <a:ea typeface="標楷體" pitchFamily="65" charset="-120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5D58E17-FE53-4FB5-89AD-13A779AFE34A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798388"/>
      </p:ext>
    </p:extLst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版型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roup 592"/>
          <p:cNvGraphicFramePr>
            <a:graphicFrameLocks noGrp="1"/>
          </p:cNvGraphicFramePr>
          <p:nvPr/>
        </p:nvGraphicFramePr>
        <p:xfrm>
          <a:off x="287338" y="260350"/>
          <a:ext cx="8677275" cy="6335713"/>
        </p:xfrm>
        <a:graphic>
          <a:graphicData uri="http://schemas.openxmlformats.org/drawingml/2006/table">
            <a:tbl>
              <a:tblPr/>
              <a:tblGrid>
                <a:gridCol w="5794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41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0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91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52463">
                <a:tc gridSpan="5">
                  <a:txBody>
                    <a:bodyPr/>
                    <a:lstStyle/>
                    <a:p>
                      <a:pPr marL="0" marR="0" lvl="0" indent="0" algn="di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/>
                    </a:p>
                  </a:txBody>
                  <a:tcPr anchor="ctr" horzOverflow="overflow">
                    <a:lnL w="5715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87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/>
                    </a:p>
                  </a:txBody>
                  <a:tcPr anchor="ctr" horzOverflow="overflow">
                    <a:lnL w="5715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dist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/>
                    </a:p>
                    <a:p>
                      <a:pPr marL="0" marR="0" lvl="0" indent="0" algn="dist" defTabSz="914400" rtl="0" eaLnBrk="0" fontAlgn="base" latinLnBrk="0" hangingPunct="0">
                        <a:lnSpc>
                          <a:spcPct val="7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/>
                    </a:p>
                  </a:txBody>
                  <a:tcPr anchor="ctr" horzOverflow="overflow">
                    <a:lnL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dist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876550" algn="l"/>
                          <a:tab pos="3086100" algn="l"/>
                          <a:tab pos="3382963" algn="l"/>
                        </a:tabLst>
                      </a:pPr>
                      <a:endParaRPr/>
                    </a:p>
                  </a:txBody>
                  <a:tcPr anchor="ctr" horzOverflow="overflow">
                    <a:lnL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dist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/>
                    </a:p>
                    <a:p>
                      <a:pPr marL="0" marR="0" lvl="0" indent="0" algn="dist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/>
                    </a:p>
                  </a:txBody>
                  <a:tcPr anchor="ctr" horzOverflow="overflow">
                    <a:lnL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/>
                    </a:p>
                  </a:txBody>
                  <a:tcPr anchor="ctr" horzOverflow="overflow">
                    <a:lnL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176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/>
                    </a:p>
                  </a:txBody>
                  <a:tcPr anchor="ctr" horzOverflow="overflow">
                    <a:lnL w="5715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/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/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/>
                    </a:p>
                  </a:txBody>
                  <a:tcPr anchor="ctr" horzOverflow="overflow">
                    <a:lnL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dist" defTabSz="914400" rtl="0" eaLnBrk="1" fontAlgn="base" latinLnBrk="0" hangingPunct="1">
                        <a:lnSpc>
                          <a:spcPts val="45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876550" algn="l"/>
                          <a:tab pos="3086100" algn="l"/>
                          <a:tab pos="3382963" algn="l"/>
                        </a:tabLst>
                      </a:pPr>
                      <a:endParaRPr/>
                    </a:p>
                  </a:txBody>
                  <a:tcPr anchor="ctr" horzOverflow="overflow">
                    <a:lnL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/>
                    </a:p>
                  </a:txBody>
                  <a:tcPr anchor="ctr" horzOverflow="overflow">
                    <a:lnL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/>
                    </a:p>
                  </a:txBody>
                  <a:tcPr anchor="ctr" horzOverflow="overflow">
                    <a:lnL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176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/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en-US" sz="32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5715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/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/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/>
                    </a:p>
                  </a:txBody>
                  <a:tcPr anchor="ctr" horzOverflow="overflow">
                    <a:lnL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dist" defTabSz="914400" rtl="0" eaLnBrk="1" fontAlgn="base" latinLnBrk="0" hangingPunct="1">
                        <a:lnSpc>
                          <a:spcPts val="45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876550" algn="l"/>
                          <a:tab pos="3086100" algn="l"/>
                          <a:tab pos="3382963" algn="l"/>
                        </a:tabLst>
                      </a:pPr>
                      <a:endParaRPr/>
                    </a:p>
                  </a:txBody>
                  <a:tcPr anchor="ctr" horzOverflow="overflow">
                    <a:lnL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/>
                    </a:p>
                  </a:txBody>
                  <a:tcPr anchor="ctr" horzOverflow="overflow">
                    <a:lnL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176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/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en-US" sz="32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5715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/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/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/>
                    </a:p>
                  </a:txBody>
                  <a:tcPr anchor="ctr" horzOverflow="overflow">
                    <a:lnL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dist" defTabSz="914400" rtl="0" eaLnBrk="1" fontAlgn="base" latinLnBrk="0" hangingPunct="1">
                        <a:lnSpc>
                          <a:spcPts val="45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876550" algn="l"/>
                          <a:tab pos="3086100" algn="l"/>
                          <a:tab pos="3382963" algn="l"/>
                        </a:tabLst>
                      </a:pPr>
                      <a:endParaRPr/>
                    </a:p>
                  </a:txBody>
                  <a:tcPr anchor="ctr" horzOverflow="overflow">
                    <a:lnL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/>
                    </a:p>
                  </a:txBody>
                  <a:tcPr anchor="ctr" horzOverflow="overflow">
                    <a:lnL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2950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876550" algn="l"/>
                          <a:tab pos="3086100" algn="l"/>
                          <a:tab pos="3382963" algn="l"/>
                        </a:tabLst>
                      </a:pPr>
                      <a:endParaRPr/>
                    </a:p>
                  </a:txBody>
                  <a:tcPr anchor="ctr" horzOverflow="overflow">
                    <a:lnL w="5715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/>
                    </a:p>
                  </a:txBody>
                  <a:tcPr anchor="ctr" horzOverflow="overflow">
                    <a:lnL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3" name="Picture 2" descr="D:\暫借\簡報庫\ppt\images\bg_images\bg_018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4" descr="D:\暫借\簡報庫\ppt\images\bg_images\bg_018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5" descr="D:\暫借\簡報庫\ppt\images\bg_images\bg_018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250825" y="3429000"/>
            <a:ext cx="8640000" cy="280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marL="1428750" indent="-1428750">
              <a:defRPr sz="3600" b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1pPr>
            <a:lvl2pPr marL="742950" indent="-285750">
              <a:defRPr sz="3600" b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2pPr>
            <a:lvl3pPr marL="1143000" indent="-228600">
              <a:defRPr sz="3600" b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3pPr>
            <a:lvl4pPr marL="1600200" indent="-228600">
              <a:defRPr sz="3600" b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4pPr>
            <a:lvl5pPr marL="2057400" indent="-228600">
              <a:defRPr sz="3600" b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9pPr>
          </a:lstStyle>
          <a:p>
            <a:pPr marL="1407600" algn="just">
              <a:lnSpc>
                <a:spcPct val="100000"/>
              </a:lnSpc>
            </a:pPr>
            <a:endParaRPr lang="en-US" altLang="zh-TW" dirty="0">
              <a:cs typeface="Times New Roman" panose="02020603050405020304" pitchFamily="18" charset="0"/>
            </a:endParaRPr>
          </a:p>
          <a:p>
            <a:pPr marL="1407600" algn="just"/>
            <a:endParaRPr lang="en-US" altLang="zh-TW" dirty="0">
              <a:cs typeface="Times New Roman" panose="02020603050405020304" pitchFamily="18" charset="0"/>
            </a:endParaRPr>
          </a:p>
          <a:p>
            <a:pPr marL="1406525" algn="just">
              <a:lnSpc>
                <a:spcPct val="100000"/>
              </a:lnSpc>
            </a:pPr>
            <a:endParaRPr lang="en-US" altLang="zh-TW" dirty="0">
              <a:cs typeface="Times New Roman" panose="02020603050405020304" pitchFamily="18" charset="0"/>
            </a:endParaRPr>
          </a:p>
          <a:p>
            <a:pPr marL="1406525" algn="just">
              <a:lnSpc>
                <a:spcPct val="100000"/>
              </a:lnSpc>
            </a:pPr>
            <a:endParaRPr lang="en-US" altLang="zh-TW" dirty="0">
              <a:cs typeface="Times New Roman" panose="02020603050405020304" pitchFamily="18" charset="0"/>
            </a:endParaRPr>
          </a:p>
          <a:p>
            <a:pPr marL="1368425" indent="0" algn="just">
              <a:lnSpc>
                <a:spcPct val="100000"/>
              </a:lnSpc>
            </a:pPr>
            <a:endParaRPr lang="en-US" altLang="zh-TW" dirty="0">
              <a:cs typeface="Times New Roman" panose="02020603050405020304" pitchFamily="18" charset="0"/>
            </a:endParaRPr>
          </a:p>
        </p:txBody>
      </p:sp>
      <p:sp>
        <p:nvSpPr>
          <p:cNvPr id="7" name="Rectangle 8"/>
          <p:cNvSpPr>
            <a:spLocks noChangeArrowheads="1"/>
          </p:cNvSpPr>
          <p:nvPr/>
        </p:nvSpPr>
        <p:spPr bwMode="auto">
          <a:xfrm>
            <a:off x="3024188" y="260351"/>
            <a:ext cx="5868987" cy="31686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algn="dist">
              <a:lnSpc>
                <a:spcPts val="8800"/>
              </a:lnSpc>
              <a:defRPr/>
            </a:pPr>
            <a:endParaRPr lang="en-US" altLang="zh-TW" sz="7200" dirty="0">
              <a:ln w="12700" cmpd="sng">
                <a:solidFill>
                  <a:schemeClr val="accent6">
                    <a:satMod val="120000"/>
                    <a:shade val="80000"/>
                  </a:schemeClr>
                </a:solidFill>
                <a:prstDash val="solid"/>
              </a:ln>
              <a:solidFill>
                <a:srgbClr val="002060"/>
              </a:solidFill>
              <a:effectLst>
                <a:glow rad="53100">
                  <a:schemeClr val="accent6">
                    <a:satMod val="180000"/>
                    <a:alpha val="30000"/>
                  </a:schemeClr>
                </a:glow>
              </a:effectLst>
              <a:latin typeface="標楷體" pitchFamily="65" charset="-120"/>
              <a:ea typeface="標楷體" pitchFamily="65" charset="-120"/>
              <a:cs typeface="Arial" pitchFamily="34" charset="0"/>
            </a:endParaRPr>
          </a:p>
          <a:p>
            <a:pPr algn="dist">
              <a:lnSpc>
                <a:spcPts val="8800"/>
              </a:lnSpc>
              <a:defRPr/>
            </a:pPr>
            <a:endParaRPr lang="en-US" altLang="zh-TW" sz="6600" dirty="0">
              <a:ln w="12700" cmpd="sng">
                <a:solidFill>
                  <a:schemeClr val="accent6">
                    <a:satMod val="120000"/>
                    <a:shade val="80000"/>
                  </a:schemeClr>
                </a:solidFill>
                <a:prstDash val="solid"/>
              </a:ln>
              <a:solidFill>
                <a:srgbClr val="002060"/>
              </a:solidFill>
              <a:effectLst>
                <a:glow rad="53100">
                  <a:schemeClr val="accent6">
                    <a:satMod val="180000"/>
                    <a:alpha val="30000"/>
                  </a:schemeClr>
                </a:glow>
              </a:effectLst>
              <a:latin typeface="標楷體" pitchFamily="65" charset="-120"/>
              <a:ea typeface="標楷體" pitchFamily="65" charset="-120"/>
              <a:cs typeface="Arial" pitchFamily="34" charset="0"/>
            </a:endParaRPr>
          </a:p>
          <a:p>
            <a:pPr algn="dist">
              <a:lnSpc>
                <a:spcPts val="8800"/>
              </a:lnSpc>
              <a:defRPr/>
            </a:pPr>
            <a:endParaRPr lang="zh-TW" altLang="en-US" sz="7200" dirty="0">
              <a:ln w="12700" cmpd="sng">
                <a:solidFill>
                  <a:schemeClr val="accent6">
                    <a:satMod val="120000"/>
                    <a:shade val="80000"/>
                  </a:schemeClr>
                </a:solidFill>
                <a:prstDash val="solid"/>
              </a:ln>
              <a:solidFill>
                <a:srgbClr val="002060"/>
              </a:solidFill>
              <a:effectLst>
                <a:glow rad="53100">
                  <a:schemeClr val="accent6">
                    <a:satMod val="180000"/>
                    <a:alpha val="30000"/>
                  </a:schemeClr>
                </a:glow>
              </a:effectLst>
              <a:latin typeface="標楷體" pitchFamily="65" charset="-120"/>
              <a:ea typeface="標楷體" pitchFamily="65" charset="-120"/>
              <a:cs typeface="Arial" pitchFamily="34" charset="0"/>
            </a:endParaRPr>
          </a:p>
        </p:txBody>
      </p:sp>
      <p:sp>
        <p:nvSpPr>
          <p:cNvPr id="8" name="投影片編號版面配置區 1"/>
          <p:cNvSpPr>
            <a:spLocks noGrp="1"/>
          </p:cNvSpPr>
          <p:nvPr>
            <p:ph type="sldNum" sz="quarter" idx="4294967295"/>
          </p:nvPr>
        </p:nvSpPr>
        <p:spPr>
          <a:xfrm>
            <a:off x="7010400" y="6238875"/>
            <a:ext cx="2133600" cy="476250"/>
          </a:xfrm>
        </p:spPr>
        <p:txBody>
          <a:bodyPr/>
          <a:lstStyle/>
          <a:p>
            <a:pPr>
              <a:defRPr/>
            </a:pPr>
            <a:fld id="{85D58E17-FE53-4FB5-89AD-13A779AFE34A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832409407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版型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251520" y="116632"/>
            <a:ext cx="8640960" cy="6177342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8000" tIns="10800" rIns="18000" bIns="10800">
            <a:spAutoFit/>
          </a:bodyPr>
          <a:lstStyle>
            <a:lvl1pPr marL="514350" indent="-514350">
              <a:defRPr sz="40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marL="742950" indent="-285750">
              <a:defRPr sz="40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marL="1143000" indent="-228600">
              <a:defRPr sz="40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marL="1600200" indent="-228600">
              <a:defRPr sz="40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marL="2057400" indent="-228600">
              <a:defRPr sz="40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9pPr>
          </a:lstStyle>
          <a:p>
            <a:pPr marL="536575" indent="-536575" algn="just">
              <a:lnSpc>
                <a:spcPts val="4800"/>
              </a:lnSpc>
              <a:buClr>
                <a:srgbClr val="FF0000"/>
              </a:buClr>
              <a:buSzPct val="120000"/>
              <a:defRPr/>
            </a:pPr>
            <a:endParaRPr lang="en-US" altLang="zh-TW" b="0" u="sng" dirty="0">
              <a:solidFill>
                <a:srgbClr val="FFFF00"/>
              </a:solidFill>
              <a:uFill>
                <a:solidFill>
                  <a:srgbClr val="FFFF00"/>
                </a:solidFill>
              </a:u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ts val="4800"/>
              </a:lnSpc>
              <a:buClr>
                <a:schemeClr val="bg1"/>
              </a:buClr>
              <a:buSzPct val="120000"/>
              <a:defRPr/>
            </a:pPr>
            <a:endParaRPr lang="en-US" altLang="zh-TW" b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ts val="4800"/>
              </a:lnSpc>
              <a:buClr>
                <a:schemeClr val="bg1"/>
              </a:buClr>
              <a:buSzPct val="120000"/>
              <a:defRPr/>
            </a:pPr>
            <a:endParaRPr lang="en-US" altLang="zh-TW" b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ts val="4800"/>
              </a:lnSpc>
              <a:buClr>
                <a:schemeClr val="bg1"/>
              </a:buClr>
              <a:buSzPct val="120000"/>
              <a:defRPr/>
            </a:pPr>
            <a:endParaRPr lang="en-US" altLang="zh-TW" b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ts val="4800"/>
              </a:lnSpc>
              <a:buClr>
                <a:schemeClr val="bg1"/>
              </a:buClr>
              <a:buSzPct val="120000"/>
              <a:defRPr/>
            </a:pPr>
            <a:endParaRPr lang="en-US" altLang="zh-TW" b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5D58E17-FE53-4FB5-89AD-13A779AFE34A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22566658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版型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4"/>
          <p:cNvSpPr txBox="1">
            <a:spLocks noChangeArrowheads="1"/>
          </p:cNvSpPr>
          <p:nvPr/>
        </p:nvSpPr>
        <p:spPr bwMode="auto">
          <a:xfrm>
            <a:off x="0" y="-27384"/>
            <a:ext cx="9144000" cy="707886"/>
          </a:xfrm>
          <a:prstGeom prst="rect">
            <a:avLst/>
          </a:prstGeom>
          <a:solidFill>
            <a:srgbClr val="FFFF00"/>
          </a:solidFill>
          <a:ln w="12700" cap="sq">
            <a:solidFill>
              <a:srgbClr val="000000"/>
            </a:solidFill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algn="ctr">
              <a:spcBef>
                <a:spcPct val="0"/>
              </a:spcBef>
              <a:buNone/>
            </a:pPr>
            <a:endParaRPr lang="zh-TW" altLang="en-US" sz="4000" b="1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3" name="圖片 47" descr="Z:\08-對外展示相關\1-26展示\105輪型戰車3D圖(已加上機槍)\1100426-D1模擬圖\D1_20210326-1.JPG"/>
          <p:cNvPicPr/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5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1013098"/>
            <a:ext cx="5805170" cy="448564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文字方塊 2"/>
          <p:cNvSpPr txBox="1">
            <a:spLocks noChangeArrowheads="1"/>
          </p:cNvSpPr>
          <p:nvPr/>
        </p:nvSpPr>
        <p:spPr bwMode="auto">
          <a:xfrm>
            <a:off x="0" y="434579"/>
            <a:ext cx="4721860" cy="233362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ctr" anchorCtr="0">
            <a:noAutofit/>
          </a:bodyPr>
          <a:lstStyle/>
          <a:p>
            <a:pPr algn="just" eaLnBrk="0" fontAlgn="base" hangingPunct="0">
              <a:spcBef>
                <a:spcPct val="0"/>
              </a:spcBef>
            </a:pPr>
            <a:endParaRPr kumimoji="1" lang="zh-TW" altLang="en-US" sz="1200" b="1" kern="100" dirty="0">
              <a:solidFill>
                <a:srgbClr val="FFFFFF"/>
              </a:solidFill>
              <a:latin typeface="Calibri"/>
              <a:cs typeface="Times New Roman"/>
            </a:endParaRPr>
          </a:p>
          <a:p>
            <a:pPr marL="342900" indent="-342900" algn="just" eaLnBrk="0" fontAlgn="base" hangingPunct="0">
              <a:spcBef>
                <a:spcPct val="0"/>
              </a:spcBef>
              <a:buClr>
                <a:srgbClr val="0000FF"/>
              </a:buClr>
              <a:buSzPts val="1600"/>
              <a:buFont typeface="Wingdings"/>
              <a:buChar char=""/>
            </a:pPr>
            <a:endParaRPr kumimoji="1" lang="zh-TW" altLang="en-US" sz="1200" b="1" kern="100" dirty="0">
              <a:solidFill>
                <a:srgbClr val="FFFFFF"/>
              </a:solidFill>
              <a:latin typeface="Calibri"/>
              <a:cs typeface="Times New Roman"/>
            </a:endParaRPr>
          </a:p>
          <a:p>
            <a:pPr marL="342900" indent="-342900" algn="just" eaLnBrk="0" fontAlgn="base" hangingPunct="0">
              <a:spcBef>
                <a:spcPct val="0"/>
              </a:spcBef>
              <a:buClr>
                <a:srgbClr val="0000FF"/>
              </a:buClr>
              <a:buSzPts val="1600"/>
              <a:buFont typeface="Wingdings"/>
              <a:buChar char=""/>
            </a:pPr>
            <a:endParaRPr kumimoji="1" lang="zh-TW" altLang="en-US" sz="1200" b="1" kern="100" dirty="0">
              <a:solidFill>
                <a:srgbClr val="FFFFFF"/>
              </a:solidFill>
              <a:latin typeface="Calibri"/>
              <a:cs typeface="Times New Roman"/>
            </a:endParaRPr>
          </a:p>
        </p:txBody>
      </p:sp>
      <p:cxnSp>
        <p:nvCxnSpPr>
          <p:cNvPr id="5" name="直線單箭頭接點 49"/>
          <p:cNvCxnSpPr/>
          <p:nvPr/>
        </p:nvCxnSpPr>
        <p:spPr>
          <a:xfrm>
            <a:off x="2209800" y="2377679"/>
            <a:ext cx="1642120" cy="335519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字方塊 2"/>
          <p:cNvSpPr txBox="1">
            <a:spLocks noChangeArrowheads="1"/>
          </p:cNvSpPr>
          <p:nvPr/>
        </p:nvSpPr>
        <p:spPr bwMode="auto">
          <a:xfrm>
            <a:off x="5950585" y="434579"/>
            <a:ext cx="3193415" cy="163576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ctr" anchorCtr="0">
            <a:noAutofit/>
          </a:bodyPr>
          <a:lstStyle/>
          <a:p>
            <a:pPr algn="just" eaLnBrk="0" fontAlgn="base" hangingPunct="0">
              <a:spcBef>
                <a:spcPct val="0"/>
              </a:spcBef>
            </a:pPr>
            <a:endParaRPr kumimoji="1" lang="zh-TW" altLang="en-US" sz="1200" b="1" kern="100" dirty="0">
              <a:solidFill>
                <a:srgbClr val="FFFFFF"/>
              </a:solidFill>
              <a:latin typeface="Calibri"/>
              <a:cs typeface="Times New Roman"/>
            </a:endParaRPr>
          </a:p>
          <a:p>
            <a:pPr marL="342900" indent="-342900" algn="just" eaLnBrk="0" fontAlgn="base" hangingPunct="0">
              <a:spcBef>
                <a:spcPct val="0"/>
              </a:spcBef>
              <a:buClr>
                <a:srgbClr val="0000FF"/>
              </a:buClr>
              <a:buSzPts val="1600"/>
              <a:buFont typeface="Wingdings"/>
              <a:buChar char=""/>
            </a:pPr>
            <a:endParaRPr kumimoji="1" lang="zh-TW" altLang="en-US" sz="1200" b="1" kern="100" dirty="0">
              <a:solidFill>
                <a:srgbClr val="FFFFFF"/>
              </a:solidFill>
              <a:latin typeface="Calibri"/>
              <a:cs typeface="Times New Roman"/>
            </a:endParaRPr>
          </a:p>
        </p:txBody>
      </p:sp>
      <p:cxnSp>
        <p:nvCxnSpPr>
          <p:cNvPr id="7" name="直線單箭頭接點 51"/>
          <p:cNvCxnSpPr/>
          <p:nvPr/>
        </p:nvCxnSpPr>
        <p:spPr>
          <a:xfrm flipH="1">
            <a:off x="4988178" y="1499452"/>
            <a:ext cx="962408" cy="872046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字方塊 2"/>
          <p:cNvSpPr txBox="1">
            <a:spLocks noChangeArrowheads="1"/>
          </p:cNvSpPr>
          <p:nvPr/>
        </p:nvSpPr>
        <p:spPr bwMode="auto">
          <a:xfrm>
            <a:off x="31115" y="2713198"/>
            <a:ext cx="2329815" cy="164782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ctr" anchorCtr="0">
            <a:noAutofit/>
          </a:bodyPr>
          <a:lstStyle/>
          <a:p>
            <a:pPr algn="just" eaLnBrk="0" fontAlgn="base" hangingPunct="0">
              <a:spcBef>
                <a:spcPct val="0"/>
              </a:spcBef>
            </a:pPr>
            <a:endParaRPr kumimoji="1" lang="zh-TW" altLang="en-US" sz="1200" b="1" kern="100" dirty="0">
              <a:solidFill>
                <a:srgbClr val="FFFFFF"/>
              </a:solidFill>
              <a:latin typeface="Calibri"/>
              <a:cs typeface="Times New Roman"/>
            </a:endParaRPr>
          </a:p>
          <a:p>
            <a:pPr marL="342900" indent="-342900" algn="just" eaLnBrk="0" fontAlgn="base" hangingPunct="0">
              <a:spcBef>
                <a:spcPct val="0"/>
              </a:spcBef>
              <a:buClr>
                <a:srgbClr val="0000FF"/>
              </a:buClr>
              <a:buSzPts val="1600"/>
              <a:buFont typeface="Wingdings"/>
              <a:buChar char=""/>
            </a:pPr>
            <a:endParaRPr kumimoji="1" lang="zh-TW" altLang="en-US" sz="1200" b="1" kern="100" dirty="0">
              <a:solidFill>
                <a:srgbClr val="FFFFFF"/>
              </a:solidFill>
              <a:latin typeface="Calibri"/>
              <a:cs typeface="Times New Roman"/>
            </a:endParaRPr>
          </a:p>
          <a:p>
            <a:pPr marL="342900" indent="-342900" algn="just" eaLnBrk="0" fontAlgn="base" hangingPunct="0">
              <a:spcBef>
                <a:spcPct val="0"/>
              </a:spcBef>
              <a:buClr>
                <a:srgbClr val="0000FF"/>
              </a:buClr>
              <a:buSzPts val="1600"/>
              <a:buFont typeface="Wingdings"/>
              <a:buChar char=""/>
            </a:pPr>
            <a:endParaRPr kumimoji="1" lang="zh-TW" altLang="en-US" sz="1200" b="1" kern="100" dirty="0">
              <a:solidFill>
                <a:srgbClr val="FFFFFF"/>
              </a:solidFill>
              <a:latin typeface="Calibri"/>
              <a:cs typeface="Times New Roman"/>
            </a:endParaRPr>
          </a:p>
        </p:txBody>
      </p:sp>
      <p:cxnSp>
        <p:nvCxnSpPr>
          <p:cNvPr id="9" name="直線單箭頭接點 53"/>
          <p:cNvCxnSpPr/>
          <p:nvPr/>
        </p:nvCxnSpPr>
        <p:spPr>
          <a:xfrm flipV="1">
            <a:off x="2360930" y="3799048"/>
            <a:ext cx="639445" cy="6200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字方塊 2"/>
          <p:cNvSpPr txBox="1">
            <a:spLocks noChangeArrowheads="1"/>
          </p:cNvSpPr>
          <p:nvPr/>
        </p:nvSpPr>
        <p:spPr bwMode="auto">
          <a:xfrm>
            <a:off x="6423977" y="2444100"/>
            <a:ext cx="2756535" cy="206502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ctr" anchorCtr="0">
            <a:noAutofit/>
          </a:bodyPr>
          <a:lstStyle/>
          <a:p>
            <a:pPr algn="just" eaLnBrk="0" fontAlgn="base" hangingPunct="0">
              <a:spcBef>
                <a:spcPct val="0"/>
              </a:spcBef>
            </a:pPr>
            <a:endParaRPr kumimoji="1" lang="zh-TW" altLang="en-US" sz="1200" b="1" kern="100" dirty="0">
              <a:solidFill>
                <a:srgbClr val="FFFFFF"/>
              </a:solidFill>
              <a:latin typeface="Calibri"/>
              <a:cs typeface="Times New Roman"/>
            </a:endParaRPr>
          </a:p>
          <a:p>
            <a:pPr marL="342900" indent="-342900" algn="just" eaLnBrk="0" fontAlgn="base" hangingPunct="0">
              <a:spcBef>
                <a:spcPct val="0"/>
              </a:spcBef>
              <a:buClr>
                <a:srgbClr val="0000FF"/>
              </a:buClr>
              <a:buSzPts val="1600"/>
              <a:buFont typeface="Wingdings"/>
              <a:buChar char=""/>
            </a:pPr>
            <a:endParaRPr kumimoji="1" lang="zh-TW" altLang="en-US" sz="1200" b="1" kern="100" dirty="0">
              <a:solidFill>
                <a:srgbClr val="FFFFFF"/>
              </a:solidFill>
              <a:latin typeface="Calibri"/>
              <a:cs typeface="Times New Roman"/>
            </a:endParaRPr>
          </a:p>
          <a:p>
            <a:pPr marL="342900" indent="-342900" algn="just" eaLnBrk="0" fontAlgn="base" hangingPunct="0">
              <a:spcBef>
                <a:spcPct val="0"/>
              </a:spcBef>
              <a:buClr>
                <a:srgbClr val="0000FF"/>
              </a:buClr>
              <a:buSzPts val="1600"/>
              <a:buFont typeface="Wingdings"/>
              <a:buChar char=""/>
            </a:pPr>
            <a:endParaRPr kumimoji="1" lang="zh-TW" altLang="en-US" sz="1200" b="1" kern="100" dirty="0">
              <a:solidFill>
                <a:srgbClr val="FFFFFF"/>
              </a:solidFill>
              <a:latin typeface="Calibri"/>
              <a:cs typeface="Times New Roman"/>
            </a:endParaRPr>
          </a:p>
        </p:txBody>
      </p:sp>
      <p:cxnSp>
        <p:nvCxnSpPr>
          <p:cNvPr id="11" name="直線單箭頭接點 55"/>
          <p:cNvCxnSpPr/>
          <p:nvPr/>
        </p:nvCxnSpPr>
        <p:spPr>
          <a:xfrm flipH="1" flipV="1">
            <a:off x="4939665" y="2963070"/>
            <a:ext cx="1456055" cy="446405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字方塊 2"/>
          <p:cNvSpPr txBox="1">
            <a:spLocks noChangeArrowheads="1"/>
          </p:cNvSpPr>
          <p:nvPr/>
        </p:nvSpPr>
        <p:spPr bwMode="auto">
          <a:xfrm>
            <a:off x="5412656" y="4782458"/>
            <a:ext cx="3370580" cy="143256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ctr" anchorCtr="0">
            <a:noAutofit/>
          </a:bodyPr>
          <a:lstStyle/>
          <a:p>
            <a:pPr algn="just" eaLnBrk="0" fontAlgn="base" hangingPunct="0">
              <a:spcBef>
                <a:spcPct val="0"/>
              </a:spcBef>
            </a:pPr>
            <a:endParaRPr kumimoji="1" lang="zh-TW" altLang="en-US" sz="1200" b="1" kern="100" dirty="0">
              <a:solidFill>
                <a:srgbClr val="FFFFFF"/>
              </a:solidFill>
              <a:latin typeface="Calibri"/>
              <a:cs typeface="Times New Roman"/>
            </a:endParaRPr>
          </a:p>
          <a:p>
            <a:pPr marL="342900" indent="-342900" algn="just" eaLnBrk="0" fontAlgn="base" hangingPunct="0">
              <a:spcBef>
                <a:spcPct val="0"/>
              </a:spcBef>
              <a:buClr>
                <a:srgbClr val="0000FF"/>
              </a:buClr>
              <a:buSzPts val="1600"/>
              <a:buFont typeface="Wingdings"/>
              <a:buChar char=""/>
            </a:pPr>
            <a:endParaRPr kumimoji="1" lang="zh-TW" altLang="en-US" sz="1200" b="1" kern="100" dirty="0">
              <a:solidFill>
                <a:srgbClr val="FFFFFF"/>
              </a:solidFill>
              <a:latin typeface="Calibri"/>
              <a:cs typeface="Times New Roman"/>
            </a:endParaRPr>
          </a:p>
          <a:p>
            <a:pPr marL="342900" indent="-342900" algn="just" eaLnBrk="0" fontAlgn="base" hangingPunct="0">
              <a:lnSpc>
                <a:spcPts val="3000"/>
              </a:lnSpc>
              <a:spcBef>
                <a:spcPct val="0"/>
              </a:spcBef>
              <a:buClr>
                <a:srgbClr val="0000FF"/>
              </a:buClr>
              <a:buSzPts val="1600"/>
              <a:buFont typeface="Wingdings"/>
              <a:buChar char=""/>
            </a:pPr>
            <a:endParaRPr kumimoji="1" lang="zh-TW" altLang="en-US" sz="1200" b="1" kern="100" dirty="0">
              <a:solidFill>
                <a:srgbClr val="FFFFFF"/>
              </a:solidFill>
              <a:latin typeface="Calibri"/>
              <a:cs typeface="Times New Roman"/>
            </a:endParaRPr>
          </a:p>
        </p:txBody>
      </p:sp>
      <p:cxnSp>
        <p:nvCxnSpPr>
          <p:cNvPr id="13" name="直線單箭頭接點 57"/>
          <p:cNvCxnSpPr/>
          <p:nvPr/>
        </p:nvCxnSpPr>
        <p:spPr>
          <a:xfrm flipH="1" flipV="1">
            <a:off x="4936406" y="4782458"/>
            <a:ext cx="467360" cy="39624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字方塊 2"/>
          <p:cNvSpPr txBox="1">
            <a:spLocks noChangeArrowheads="1"/>
          </p:cNvSpPr>
          <p:nvPr/>
        </p:nvSpPr>
        <p:spPr bwMode="auto">
          <a:xfrm>
            <a:off x="31115" y="4903552"/>
            <a:ext cx="3589020" cy="15144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ctr" anchorCtr="0">
            <a:noAutofit/>
          </a:bodyPr>
          <a:lstStyle/>
          <a:p>
            <a:pPr algn="just" eaLnBrk="0" fontAlgn="base" hangingPunct="0">
              <a:spcBef>
                <a:spcPct val="0"/>
              </a:spcBef>
            </a:pPr>
            <a:endParaRPr kumimoji="1" lang="zh-TW" altLang="en-US" sz="1200" b="1" kern="100" dirty="0">
              <a:solidFill>
                <a:srgbClr val="FFFF00"/>
              </a:solidFill>
              <a:latin typeface="Calibri"/>
              <a:cs typeface="Times New Roman"/>
            </a:endParaRPr>
          </a:p>
          <a:p>
            <a:pPr marL="342900" indent="-342900" algn="just" eaLnBrk="0" fontAlgn="base" hangingPunct="0">
              <a:spcBef>
                <a:spcPct val="0"/>
              </a:spcBef>
              <a:buClr>
                <a:srgbClr val="0000FF"/>
              </a:buClr>
              <a:buSzPts val="1600"/>
              <a:buFont typeface="Wingdings"/>
              <a:buChar char=""/>
            </a:pPr>
            <a:endParaRPr kumimoji="1" lang="zh-TW" altLang="en-US" sz="1200" b="1" kern="100" dirty="0">
              <a:solidFill>
                <a:srgbClr val="FFFF00"/>
              </a:solidFill>
              <a:latin typeface="Calibri"/>
              <a:cs typeface="Times New Roman"/>
            </a:endParaRPr>
          </a:p>
          <a:p>
            <a:pPr marL="342900" indent="-342900" algn="just" eaLnBrk="0" fontAlgn="base" hangingPunct="0">
              <a:spcBef>
                <a:spcPct val="0"/>
              </a:spcBef>
              <a:buClr>
                <a:srgbClr val="0000FF"/>
              </a:buClr>
              <a:buSzPts val="1600"/>
              <a:buFont typeface="Wingdings"/>
              <a:buChar char=""/>
            </a:pPr>
            <a:endParaRPr kumimoji="1" lang="zh-TW" altLang="en-US" sz="1200" b="1" kern="100" dirty="0">
              <a:solidFill>
                <a:srgbClr val="FFFF00"/>
              </a:solidFill>
              <a:latin typeface="Calibri"/>
              <a:cs typeface="Times New Roman"/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3398" y="679996"/>
            <a:ext cx="1728192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91193297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 shadeToTitle="1">
        <a:gradFill rotWithShape="0">
          <a:gsLst>
            <a:gs pos="0">
              <a:srgbClr val="0000CC"/>
            </a:gs>
            <a:gs pos="100000">
              <a:schemeClr val="tx1"/>
            </a:gs>
          </a:gsLst>
          <a:path path="shap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268493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kumimoji="1" sz="1400">
                <a:solidFill>
                  <a:srgbClr val="000000"/>
                </a:solidFill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fld id="{75881CBC-3CC9-48CC-B4D0-6AEFD03E6F38}" type="datetime1">
              <a:rPr lang="zh-TW" altLang="en-US" smtClean="0"/>
              <a:t>2026/4/29</a:t>
            </a:fld>
            <a:endParaRPr lang="en-US" altLang="zh-TW"/>
          </a:p>
        </p:txBody>
      </p:sp>
      <p:sp>
        <p:nvSpPr>
          <p:cNvPr id="268493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16263" y="6597650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1">
                <a:solidFill>
                  <a:srgbClr val="FFFFFF"/>
                </a:solidFill>
                <a:latin typeface="Times New Roman" pitchFamily="18" charset="0"/>
                <a:ea typeface="標楷體" pitchFamily="65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1613" y="623887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1400">
                <a:solidFill>
                  <a:srgbClr val="000000"/>
                </a:solidFill>
                <a:latin typeface="Arial" charset="0"/>
              </a:defRPr>
            </a:lvl1pPr>
          </a:lstStyle>
          <a:p>
            <a:pPr>
              <a:defRPr/>
            </a:pPr>
            <a:fld id="{DAFCD010-7221-444E-83B6-2A684E19DE56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  <p:sp>
        <p:nvSpPr>
          <p:cNvPr id="7" name="Rectangle 6"/>
          <p:cNvSpPr txBox="1">
            <a:spLocks noChangeArrowheads="1"/>
          </p:cNvSpPr>
          <p:nvPr userDrawn="1"/>
        </p:nvSpPr>
        <p:spPr>
          <a:xfrm>
            <a:off x="7029450" y="6534150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>
              <a:defRPr/>
            </a:pPr>
            <a:fld id="{EE5F5A5E-7A0C-4C33-9DC8-1D4E86B0FF7D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  <p:sp>
        <p:nvSpPr>
          <p:cNvPr id="8" name="Rectangle 6"/>
          <p:cNvSpPr txBox="1">
            <a:spLocks noChangeArrowheads="1"/>
          </p:cNvSpPr>
          <p:nvPr userDrawn="1"/>
        </p:nvSpPr>
        <p:spPr bwMode="auto">
          <a:xfrm>
            <a:off x="7019925" y="65246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tx1"/>
            </a:outerShdw>
          </a:effec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algn="r" eaLnBrk="1" hangingPunct="1">
              <a:defRPr/>
            </a:pPr>
            <a:fld id="{06C2DD8A-CBFD-4109-A8C0-B0C780A105A9}" type="slidenum">
              <a:rPr lang="en-US" altLang="zh-TW" smtClean="0">
                <a:solidFill>
                  <a:srgbClr val="FFFFFF"/>
                </a:solidFill>
                <a:ea typeface="標楷體" pitchFamily="65" charset="-120"/>
              </a:rPr>
              <a:pPr algn="r" eaLnBrk="1" hangingPunct="1">
                <a:defRPr/>
              </a:pPr>
              <a:t>‹#›</a:t>
            </a:fld>
            <a:endParaRPr lang="en-US" altLang="zh-TW">
              <a:solidFill>
                <a:srgbClr val="FFFFFF"/>
              </a:solidFill>
              <a:ea typeface="標楷體" pitchFamily="65" charset="-120"/>
            </a:endParaRPr>
          </a:p>
        </p:txBody>
      </p:sp>
      <p:sp>
        <p:nvSpPr>
          <p:cNvPr id="9" name="文字方塊 8"/>
          <p:cNvSpPr txBox="1"/>
          <p:nvPr userDrawn="1"/>
        </p:nvSpPr>
        <p:spPr>
          <a:xfrm>
            <a:off x="3563888" y="0"/>
            <a:ext cx="20162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>
              <a:defRPr sz="1000">
                <a:solidFill>
                  <a:srgbClr val="FFFFFF"/>
                </a:solidFill>
                <a:latin typeface="Times New Roman" pitchFamily="18" charset="0"/>
                <a:ea typeface="標楷體" pitchFamily="65" charset="-120"/>
              </a:defRPr>
            </a:lvl1pPr>
          </a:lstStyle>
          <a:p>
            <a:pPr algn="ctr"/>
            <a:r>
              <a:rPr lang="zh-TW" altLang="en-US" sz="1200" dirty="0"/>
              <a:t>無（本件屬一般公務資訊）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509981" r:id="rId1"/>
    <p:sldLayoutId id="2147509982" r:id="rId2"/>
    <p:sldLayoutId id="2147509987" r:id="rId3"/>
    <p:sldLayoutId id="2147509994" r:id="rId4"/>
    <p:sldLayoutId id="2147509993" r:id="rId5"/>
    <p:sldLayoutId id="2147509992" r:id="rId6"/>
    <p:sldLayoutId id="2147509995" r:id="rId7"/>
    <p:sldLayoutId id="2147509996" r:id="rId8"/>
    <p:sldLayoutId id="2147509997" r:id="rId9"/>
    <p:sldLayoutId id="2147509998" r:id="rId10"/>
    <p:sldLayoutId id="2147509999" r:id="rId11"/>
    <p:sldLayoutId id="2147510000" r:id="rId12"/>
    <p:sldLayoutId id="2147510001" r:id="rId13"/>
    <p:sldLayoutId id="2147510002" r:id="rId14"/>
    <p:sldLayoutId id="2147510003" r:id="rId15"/>
    <p:sldLayoutId id="2147510004" r:id="rId16"/>
    <p:sldLayoutId id="2147510005" r:id="rId17"/>
    <p:sldLayoutId id="2147510006" r:id="rId18"/>
    <p:sldLayoutId id="2147510007" r:id="rId19"/>
    <p:sldLayoutId id="2147510008" r:id="rId20"/>
    <p:sldLayoutId id="2147510009" r:id="rId21"/>
    <p:sldLayoutId id="2147510010" r:id="rId22"/>
    <p:sldLayoutId id="2147510011" r:id="rId23"/>
  </p:sldLayoutIdLst>
  <p:transition/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rgbClr val="FFFF00"/>
          </a:solidFill>
          <a:latin typeface="標楷體" panose="03000509000000000000" pitchFamily="65" charset="-120"/>
          <a:ea typeface="標楷體" panose="03000509000000000000" pitchFamily="65" charset="-120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rgbClr val="FFFF00"/>
          </a:solidFill>
          <a:latin typeface="標楷體" panose="03000509000000000000" pitchFamily="65" charset="-120"/>
          <a:ea typeface="標楷體" panose="03000509000000000000" pitchFamily="65" charset="-120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rgbClr val="FFFF00"/>
          </a:solidFill>
          <a:latin typeface="標楷體" panose="03000509000000000000" pitchFamily="65" charset="-120"/>
          <a:ea typeface="標楷體" panose="03000509000000000000" pitchFamily="65" charset="-12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rgbClr val="FFFF00"/>
          </a:solidFill>
          <a:latin typeface="標楷體" panose="03000509000000000000" pitchFamily="65" charset="-120"/>
          <a:ea typeface="標楷體" panose="03000509000000000000" pitchFamily="65" charset="-12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rgbClr val="FFFF00"/>
          </a:solidFill>
          <a:latin typeface="標楷體" panose="03000509000000000000" pitchFamily="65" charset="-120"/>
          <a:ea typeface="標楷體" panose="03000509000000000000" pitchFamily="65" charset="-12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rgbClr val="FFFF00"/>
          </a:solidFill>
          <a:latin typeface="標楷體" panose="03000509000000000000" pitchFamily="65" charset="-120"/>
          <a:ea typeface="標楷體" panose="03000509000000000000" pitchFamily="65" charset="-12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Text Box 2"/>
          <p:cNvSpPr txBox="1">
            <a:spLocks noChangeArrowheads="1"/>
          </p:cNvSpPr>
          <p:nvPr/>
        </p:nvSpPr>
        <p:spPr bwMode="auto">
          <a:xfrm>
            <a:off x="1182688" y="476250"/>
            <a:ext cx="6913562" cy="1384300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algn="ctr" eaLnBrk="1" hangingPunct="1">
              <a:lnSpc>
                <a:spcPct val="60000"/>
              </a:lnSpc>
              <a:spcBef>
                <a:spcPct val="50000"/>
              </a:spcBef>
              <a:buFontTx/>
              <a:buNone/>
            </a:pPr>
            <a:endParaRPr lang="en-US" altLang="zh-TW" sz="4800" dirty="0">
              <a:solidFill>
                <a:schemeClr val="bg1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ctr" eaLnBrk="1" hangingPunct="1">
              <a:lnSpc>
                <a:spcPct val="60000"/>
              </a:lnSpc>
              <a:spcBef>
                <a:spcPct val="50000"/>
              </a:spcBef>
              <a:buFontTx/>
              <a:buNone/>
            </a:pPr>
            <a:endParaRPr lang="zh-TW" altLang="en-US" sz="4800" dirty="0">
              <a:solidFill>
                <a:schemeClr val="bg1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pSp>
        <p:nvGrpSpPr>
          <p:cNvPr id="64515" name="Group 10"/>
          <p:cNvGrpSpPr>
            <a:grpSpLocks/>
          </p:cNvGrpSpPr>
          <p:nvPr/>
        </p:nvGrpSpPr>
        <p:grpSpPr bwMode="auto">
          <a:xfrm>
            <a:off x="1154113" y="5138738"/>
            <a:ext cx="6943725" cy="1495425"/>
            <a:chOff x="746" y="3209"/>
            <a:chExt cx="4373" cy="829"/>
          </a:xfrm>
        </p:grpSpPr>
        <p:sp>
          <p:nvSpPr>
            <p:cNvPr id="64520" name="Rectangle 11"/>
            <p:cNvSpPr>
              <a:spLocks noChangeArrowheads="1"/>
            </p:cNvSpPr>
            <p:nvPr/>
          </p:nvSpPr>
          <p:spPr bwMode="auto">
            <a:xfrm>
              <a:off x="746" y="3209"/>
              <a:ext cx="1462" cy="829"/>
            </a:xfrm>
            <a:prstGeom prst="rect">
              <a:avLst/>
            </a:prstGeom>
            <a:noFill/>
            <a:ln>
              <a:noFill/>
            </a:ln>
            <a:effectLst>
              <a:outerShdw dist="35921" dir="2700000" algn="ctr" rotWithShape="0">
                <a:schemeClr val="tx1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charset="0"/>
                  <a:ea typeface="新細明體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charset="0"/>
                  <a:ea typeface="新細明體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charset="0"/>
                  <a:ea typeface="新細明體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charset="0"/>
                  <a:ea typeface="新細明體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charset="-120"/>
                </a:defRPr>
              </a:lvl9pPr>
            </a:lstStyle>
            <a:p>
              <a:pPr algn="dist" eaLnBrk="1" hangingPunct="1">
                <a:lnSpc>
                  <a:spcPct val="95000"/>
                </a:lnSpc>
                <a:spcBef>
                  <a:spcPct val="0"/>
                </a:spcBef>
                <a:buFontTx/>
                <a:buNone/>
              </a:pPr>
              <a:endParaRPr/>
            </a:p>
            <a:p>
              <a:pPr algn="dist" eaLnBrk="1" hangingPunct="1">
                <a:lnSpc>
                  <a:spcPct val="95000"/>
                </a:lnSpc>
                <a:spcBef>
                  <a:spcPct val="0"/>
                </a:spcBef>
                <a:buFontTx/>
                <a:buNone/>
              </a:pPr>
              <a:endParaRPr/>
            </a:p>
            <a:p>
              <a:pPr algn="dist" eaLnBrk="1" hangingPunct="1">
                <a:lnSpc>
                  <a:spcPct val="95000"/>
                </a:lnSpc>
                <a:spcBef>
                  <a:spcPct val="0"/>
                </a:spcBef>
                <a:buFontTx/>
                <a:buNone/>
              </a:pPr>
              <a:endParaRPr lang="en-US" altLang="zh-TW" dirty="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64521" name="Rectangle 12"/>
            <p:cNvSpPr>
              <a:spLocks noChangeArrowheads="1"/>
            </p:cNvSpPr>
            <p:nvPr/>
          </p:nvSpPr>
          <p:spPr bwMode="auto">
            <a:xfrm>
              <a:off x="2095" y="3209"/>
              <a:ext cx="3024" cy="829"/>
            </a:xfrm>
            <a:prstGeom prst="rect">
              <a:avLst/>
            </a:prstGeom>
            <a:noFill/>
            <a:ln>
              <a:noFill/>
            </a:ln>
            <a:effectLst>
              <a:outerShdw dist="35921" dir="2700000" algn="ctr" rotWithShape="0">
                <a:schemeClr val="tx1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charset="0"/>
                  <a:ea typeface="新細明體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charset="0"/>
                  <a:ea typeface="新細明體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charset="0"/>
                  <a:ea typeface="新細明體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charset="0"/>
                  <a:ea typeface="新細明體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charset="0"/>
                  <a:ea typeface="新細明體" charset="-120"/>
                </a:defRPr>
              </a:lvl9pPr>
            </a:lstStyle>
            <a:p>
              <a:pPr algn="dist" eaLnBrk="1" hangingPunct="1">
                <a:lnSpc>
                  <a:spcPct val="95000"/>
                </a:lnSpc>
                <a:spcBef>
                  <a:spcPct val="0"/>
                </a:spcBef>
                <a:buFontTx/>
                <a:buNone/>
              </a:pPr>
              <a:endParaRPr lang="zh-TW" altLang="en-US" dirty="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  <a:p>
              <a:pPr algn="dist" eaLnBrk="1" hangingPunct="1">
                <a:lnSpc>
                  <a:spcPct val="95000"/>
                </a:lnSpc>
                <a:spcBef>
                  <a:spcPct val="0"/>
                </a:spcBef>
                <a:buFontTx/>
                <a:buNone/>
              </a:pPr>
              <a:endParaRPr lang="en-US" altLang="zh-TW" dirty="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  <a:p>
              <a:pPr algn="dist" eaLnBrk="1" hangingPunct="1">
                <a:lnSpc>
                  <a:spcPct val="95000"/>
                </a:lnSpc>
                <a:spcBef>
                  <a:spcPct val="0"/>
                </a:spcBef>
                <a:buFontTx/>
                <a:buNone/>
              </a:pPr>
              <a:endParaRPr lang="en-US" altLang="zh-TW" dirty="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</p:grp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5D58E17-FE53-4FB5-89AD-13A779AFE34A}" type="slidenum">
              <a:rPr lang="en-US" altLang="zh-TW" smtClean="0"/>
              <a:pPr>
                <a:defRPr/>
              </a:pPr>
              <a:t>1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745342814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矩形 3"/>
          <p:cNvSpPr>
            <a:spLocks noChangeArrowheads="1"/>
          </p:cNvSpPr>
          <p:nvPr/>
        </p:nvSpPr>
        <p:spPr bwMode="auto">
          <a:xfrm>
            <a:off x="971601" y="1268760"/>
            <a:ext cx="7200800" cy="39267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lnSpc>
                <a:spcPts val="6500"/>
              </a:lnSpc>
              <a:spcBef>
                <a:spcPct val="0"/>
              </a:spcBef>
              <a:spcAft>
                <a:spcPts val="6000"/>
              </a:spcAft>
              <a:buFontTx/>
              <a:buNone/>
            </a:pPr>
            <a:endParaRPr lang="en-US" altLang="zh-TW" sz="8000" b="1" dirty="0">
              <a:solidFill>
                <a:srgbClr val="FFFF00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dist">
              <a:lnSpc>
                <a:spcPts val="7200"/>
              </a:lnSpc>
              <a:spcBef>
                <a:spcPct val="0"/>
              </a:spcBef>
              <a:spcAft>
                <a:spcPts val="3000"/>
              </a:spcAft>
              <a:buFontTx/>
              <a:buNone/>
            </a:pPr>
            <a:endParaRPr lang="en-US" altLang="zh-TW" sz="7200" b="1" dirty="0">
              <a:solidFill>
                <a:srgbClr val="FFFF00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dist">
              <a:lnSpc>
                <a:spcPts val="7200"/>
              </a:lnSpc>
              <a:spcBef>
                <a:spcPct val="0"/>
              </a:spcBef>
              <a:spcAft>
                <a:spcPts val="3000"/>
              </a:spcAft>
              <a:buFontTx/>
              <a:buNone/>
            </a:pPr>
            <a:endParaRPr lang="zh-TW" altLang="en-US" sz="7200" b="1" dirty="0">
              <a:solidFill>
                <a:srgbClr val="FFFF00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1747" name="投影片編號版面配置區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F178AD2-FE63-469B-86AD-6487D6BF20C8}" type="slidenum">
              <a:rPr lang="en-US" altLang="zh-TW" sz="1800" smtClean="0">
                <a:solidFill>
                  <a:srgbClr val="FFFFFF"/>
                </a:solidFill>
              </a:rPr>
              <a:pPr>
                <a:spcBef>
                  <a:spcPct val="0"/>
                </a:spcBef>
                <a:buFontTx/>
                <a:buNone/>
              </a:pPr>
              <a:t>2</a:t>
            </a:fld>
            <a:endParaRPr lang="en-US" altLang="zh-TW" sz="18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6594434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/>
          <p:cNvSpPr txBox="1"/>
          <p:nvPr/>
        </p:nvSpPr>
        <p:spPr bwMode="auto">
          <a:xfrm>
            <a:off x="1008175" y="2450991"/>
            <a:ext cx="6984776" cy="17839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08" tIns="45704" rIns="91408" bIns="45704" rtlCol="0" anchor="ctr" anchorCtr="1">
            <a:spAutoFit/>
          </a:bodyPr>
          <a:lstStyle/>
          <a:p>
            <a:pPr marL="1610773" indent="-1610773" algn="just">
              <a:lnSpc>
                <a:spcPct val="140000"/>
              </a:lnSpc>
            </a:pPr>
            <a:endParaRPr lang="en-US" altLang="zh-TW" sz="8800" b="1" dirty="0">
              <a:solidFill>
                <a:srgbClr val="FFFF00"/>
              </a:solidFill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5C4E904-7130-4612-AD11-1D03F0006C73}" type="slidenum">
              <a:rPr lang="en-US" altLang="zh-TW" smtClean="0"/>
              <a:pPr>
                <a:defRPr/>
              </a:pPr>
              <a:t>3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858231694"/>
      </p:ext>
    </p:extLst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28" name="Rectangle 1"/>
          <p:cNvSpPr>
            <a:spLocks noChangeArrowheads="1"/>
          </p:cNvSpPr>
          <p:nvPr/>
        </p:nvSpPr>
        <p:spPr bwMode="auto">
          <a:xfrm>
            <a:off x="241705" y="3899953"/>
            <a:ext cx="8640000" cy="280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marL="1428750" indent="-1428750">
              <a:defRPr sz="3600" b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1pPr>
            <a:lvl2pPr marL="742950" indent="-285750">
              <a:defRPr sz="3600" b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2pPr>
            <a:lvl3pPr marL="1143000" indent="-228600">
              <a:defRPr sz="3600" b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3pPr>
            <a:lvl4pPr marL="1600200" indent="-228600">
              <a:defRPr sz="3600" b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4pPr>
            <a:lvl5pPr marL="2057400" indent="-228600">
              <a:defRPr sz="3600" b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9pPr>
          </a:lstStyle>
          <a:p>
            <a:pPr marL="1407600" algn="just">
              <a:lnSpc>
                <a:spcPts val="4000"/>
              </a:lnSpc>
            </a:pPr>
            <a:endParaRPr lang="zh-TW" altLang="en-US" dirty="0">
              <a:cs typeface="Times New Roman" pitchFamily="18" charset="0"/>
            </a:endParaRP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5D58E17-FE53-4FB5-89AD-13A779AFE34A}" type="slidenum">
              <a:rPr lang="en-US" altLang="zh-TW" smtClean="0"/>
              <a:pPr>
                <a:defRPr/>
              </a:pPr>
              <a:t>4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619416268"/>
      </p:ext>
    </p:extLst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/>
          <p:cNvSpPr txBox="1"/>
          <p:nvPr/>
        </p:nvSpPr>
        <p:spPr bwMode="auto">
          <a:xfrm>
            <a:off x="1547664" y="2330640"/>
            <a:ext cx="6048672" cy="19882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08" tIns="45704" rIns="91408" bIns="45704" rtlCol="0" anchor="ctr" anchorCtr="1">
            <a:spAutoFit/>
          </a:bodyPr>
          <a:lstStyle/>
          <a:p>
            <a:pPr marL="1610773" indent="-1610773" algn="just">
              <a:lnSpc>
                <a:spcPct val="140000"/>
              </a:lnSpc>
            </a:pPr>
            <a:endParaRPr lang="en-US" altLang="zh-TW" sz="8800" b="1" dirty="0">
              <a:solidFill>
                <a:srgbClr val="FFFF00"/>
              </a:solidFill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5C4E904-7130-4612-AD11-1D03F0006C73}" type="slidenum">
              <a:rPr lang="en-US" altLang="zh-TW" smtClean="0"/>
              <a:pPr>
                <a:defRPr/>
              </a:pPr>
              <a:t>5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061983328"/>
      </p:ext>
    </p:extLst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28" name="Rectangle 1"/>
          <p:cNvSpPr>
            <a:spLocks noChangeArrowheads="1"/>
          </p:cNvSpPr>
          <p:nvPr/>
        </p:nvSpPr>
        <p:spPr bwMode="auto">
          <a:xfrm>
            <a:off x="250825" y="3429000"/>
            <a:ext cx="8640000" cy="280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marL="1428750" indent="-1428750">
              <a:defRPr sz="3600" b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1pPr>
            <a:lvl2pPr marL="742950" indent="-285750">
              <a:defRPr sz="3600" b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2pPr>
            <a:lvl3pPr marL="1143000" indent="-228600">
              <a:defRPr sz="3600" b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3pPr>
            <a:lvl4pPr marL="1600200" indent="-228600">
              <a:defRPr sz="3600" b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4pPr>
            <a:lvl5pPr marL="2057400" indent="-228600">
              <a:defRPr sz="3600" b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9pPr>
          </a:lstStyle>
          <a:p>
            <a:pPr marL="1407600" algn="just">
              <a:lnSpc>
                <a:spcPct val="100000"/>
              </a:lnSpc>
            </a:pPr>
            <a:endParaRPr lang="en-US" altLang="zh-TW" dirty="0">
              <a:cs typeface="Times New Roman" panose="02020603050405020304" pitchFamily="18" charset="0"/>
            </a:endParaRPr>
          </a:p>
          <a:p>
            <a:pPr marL="1407600" algn="just"/>
            <a:endParaRPr lang="en-US" altLang="zh-TW" dirty="0">
              <a:cs typeface="Times New Roman" panose="02020603050405020304" pitchFamily="18" charset="0"/>
            </a:endParaRPr>
          </a:p>
          <a:p>
            <a:pPr marL="1406525" algn="just">
              <a:lnSpc>
                <a:spcPct val="100000"/>
              </a:lnSpc>
            </a:pPr>
            <a:endParaRPr lang="en-US" altLang="zh-TW" dirty="0">
              <a:cs typeface="Times New Roman" panose="02020603050405020304" pitchFamily="18" charset="0"/>
            </a:endParaRPr>
          </a:p>
          <a:p>
            <a:pPr marL="1406525" algn="just">
              <a:lnSpc>
                <a:spcPct val="100000"/>
              </a:lnSpc>
            </a:pPr>
            <a:endParaRPr lang="en-US" altLang="zh-TW" dirty="0">
              <a:cs typeface="Times New Roman" panose="02020603050405020304" pitchFamily="18" charset="0"/>
            </a:endParaRPr>
          </a:p>
          <a:p>
            <a:pPr marL="1368425" indent="0" algn="just">
              <a:lnSpc>
                <a:spcPct val="100000"/>
              </a:lnSpc>
            </a:pPr>
            <a:endParaRPr lang="en-US" altLang="zh-TW" dirty="0">
              <a:cs typeface="Times New Roman" panose="02020603050405020304" pitchFamily="18" charset="0"/>
            </a:endParaRPr>
          </a:p>
        </p:txBody>
      </p:sp>
      <p:sp>
        <p:nvSpPr>
          <p:cNvPr id="12" name="Rectangle 8"/>
          <p:cNvSpPr>
            <a:spLocks noChangeArrowheads="1"/>
          </p:cNvSpPr>
          <p:nvPr/>
        </p:nvSpPr>
        <p:spPr bwMode="auto">
          <a:xfrm>
            <a:off x="3024188" y="260351"/>
            <a:ext cx="5868987" cy="31686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algn="dist">
              <a:lnSpc>
                <a:spcPts val="8800"/>
              </a:lnSpc>
              <a:defRPr/>
            </a:pPr>
            <a:endParaRPr lang="en-US" altLang="zh-TW" sz="7200" dirty="0">
              <a:ln w="12700" cmpd="sng">
                <a:solidFill>
                  <a:schemeClr val="accent6">
                    <a:satMod val="120000"/>
                    <a:shade val="80000"/>
                  </a:schemeClr>
                </a:solidFill>
                <a:prstDash val="solid"/>
              </a:ln>
              <a:solidFill>
                <a:srgbClr val="002060"/>
              </a:solidFill>
              <a:effectLst>
                <a:glow rad="53100">
                  <a:schemeClr val="accent6">
                    <a:satMod val="180000"/>
                    <a:alpha val="30000"/>
                  </a:schemeClr>
                </a:glow>
              </a:effectLst>
              <a:latin typeface="標楷體" pitchFamily="65" charset="-120"/>
              <a:ea typeface="標楷體" pitchFamily="65" charset="-120"/>
              <a:cs typeface="Arial" pitchFamily="34" charset="0"/>
            </a:endParaRPr>
          </a:p>
          <a:p>
            <a:pPr algn="dist">
              <a:lnSpc>
                <a:spcPts val="8800"/>
              </a:lnSpc>
              <a:defRPr/>
            </a:pPr>
            <a:endParaRPr lang="en-US" altLang="zh-TW" sz="6600" dirty="0">
              <a:ln w="12700" cmpd="sng">
                <a:solidFill>
                  <a:schemeClr val="accent6">
                    <a:satMod val="120000"/>
                    <a:shade val="80000"/>
                  </a:schemeClr>
                </a:solidFill>
                <a:prstDash val="solid"/>
              </a:ln>
              <a:solidFill>
                <a:srgbClr val="002060"/>
              </a:solidFill>
              <a:effectLst>
                <a:glow rad="53100">
                  <a:schemeClr val="accent6">
                    <a:satMod val="180000"/>
                    <a:alpha val="30000"/>
                  </a:schemeClr>
                </a:glow>
              </a:effectLst>
              <a:latin typeface="標楷體" pitchFamily="65" charset="-120"/>
              <a:ea typeface="標楷體" pitchFamily="65" charset="-120"/>
              <a:cs typeface="Arial" pitchFamily="34" charset="0"/>
            </a:endParaRPr>
          </a:p>
          <a:p>
            <a:pPr algn="dist">
              <a:lnSpc>
                <a:spcPts val="8800"/>
              </a:lnSpc>
              <a:defRPr/>
            </a:pPr>
            <a:endParaRPr lang="zh-TW" altLang="en-US" sz="7200" dirty="0">
              <a:ln w="12700" cmpd="sng">
                <a:solidFill>
                  <a:schemeClr val="accent6">
                    <a:satMod val="120000"/>
                    <a:shade val="80000"/>
                  </a:schemeClr>
                </a:solidFill>
                <a:prstDash val="solid"/>
              </a:ln>
              <a:solidFill>
                <a:srgbClr val="002060"/>
              </a:solidFill>
              <a:effectLst>
                <a:glow rad="53100">
                  <a:schemeClr val="accent6">
                    <a:satMod val="180000"/>
                    <a:alpha val="30000"/>
                  </a:schemeClr>
                </a:glow>
              </a:effectLst>
              <a:latin typeface="標楷體" pitchFamily="65" charset="-120"/>
              <a:ea typeface="標楷體" pitchFamily="65" charset="-120"/>
              <a:cs typeface="Arial" pitchFamily="34" charset="0"/>
            </a:endParaRP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4294967295"/>
          </p:nvPr>
        </p:nvSpPr>
        <p:spPr>
          <a:xfrm>
            <a:off x="7010400" y="6238875"/>
            <a:ext cx="2133600" cy="476250"/>
          </a:xfrm>
        </p:spPr>
        <p:txBody>
          <a:bodyPr/>
          <a:lstStyle/>
          <a:p>
            <a:pPr>
              <a:defRPr/>
            </a:pPr>
            <a:fld id="{85D58E17-FE53-4FB5-89AD-13A779AFE34A}" type="slidenum">
              <a:rPr lang="en-US" altLang="zh-TW" smtClean="0"/>
              <a:pPr>
                <a:defRPr/>
              </a:pPr>
              <a:t>6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09845483"/>
      </p:ext>
    </p:extLst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Rectangle 3"/>
          <p:cNvSpPr>
            <a:spLocks noChangeArrowheads="1"/>
          </p:cNvSpPr>
          <p:nvPr/>
        </p:nvSpPr>
        <p:spPr bwMode="auto">
          <a:xfrm>
            <a:off x="0" y="2755900"/>
            <a:ext cx="9143999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TW" altLang="en-US" sz="7200" b="1" spc="-200" dirty="0">
              <a:solidFill>
                <a:srgbClr val="FFFF00"/>
              </a:solidFill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5D58E17-FE53-4FB5-89AD-13A779AFE34A}" type="slidenum">
              <a:rPr lang="en-US" altLang="zh-TW" smtClean="0"/>
              <a:pPr>
                <a:defRPr/>
              </a:pPr>
              <a:t>7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908854623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3"/>
          <p:cNvSpPr txBox="1">
            <a:spLocks noChangeArrowheads="1"/>
          </p:cNvSpPr>
          <p:nvPr/>
        </p:nvSpPr>
        <p:spPr bwMode="auto">
          <a:xfrm>
            <a:off x="2483768" y="1124744"/>
            <a:ext cx="4104456" cy="3323987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1619250" indent="-161925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None/>
            </a:pPr>
            <a:endParaRPr lang="en-US" altLang="zh-TW" sz="4800" dirty="0">
              <a:solidFill>
                <a:schemeClr val="bg1"/>
              </a:solidFill>
              <a:latin typeface="標楷體" pitchFamily="65" charset="-120"/>
              <a:ea typeface="標楷體" pitchFamily="65" charset="-12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None/>
            </a:pPr>
            <a:endParaRPr lang="en-US" altLang="zh-TW" sz="4800" dirty="0">
              <a:solidFill>
                <a:schemeClr val="bg1"/>
              </a:solidFill>
              <a:latin typeface="標楷體" pitchFamily="65" charset="-120"/>
              <a:ea typeface="標楷體" pitchFamily="65" charset="-12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None/>
            </a:pPr>
            <a:endParaRPr lang="en-US" altLang="zh-TW" sz="4800" dirty="0">
              <a:solidFill>
                <a:srgbClr val="FFFFFF"/>
              </a:solidFill>
              <a:latin typeface="標楷體" pitchFamily="65" charset="-120"/>
              <a:ea typeface="標楷體" pitchFamily="65" charset="-12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n-US" altLang="zh-TW" sz="4800" dirty="0">
              <a:solidFill>
                <a:srgbClr val="FFFFFF"/>
              </a:solidFill>
              <a:latin typeface="標楷體" pitchFamily="65" charset="-120"/>
              <a:ea typeface="標楷體" pitchFamily="65" charset="-120"/>
            </a:endParaRPr>
          </a:p>
          <a:p>
            <a:pPr marL="1209675" indent="-1209675" eaLnBrk="1" hangingPunct="1">
              <a:lnSpc>
                <a:spcPct val="90000"/>
              </a:lnSpc>
              <a:spcBef>
                <a:spcPct val="0"/>
              </a:spcBef>
              <a:buNone/>
            </a:pPr>
            <a:endParaRPr lang="en-US" altLang="zh-TW" sz="4800" dirty="0">
              <a:solidFill>
                <a:srgbClr val="FFFFFF"/>
              </a:solidFill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5D58E17-FE53-4FB5-89AD-13A779AFE34A}" type="slidenum">
              <a:rPr lang="en-US" altLang="zh-TW" smtClean="0"/>
              <a:pPr>
                <a:defRPr/>
              </a:pPr>
              <a:t>8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017735499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Rectangle 3"/>
          <p:cNvSpPr>
            <a:spLocks noChangeArrowheads="1"/>
          </p:cNvSpPr>
          <p:nvPr/>
        </p:nvSpPr>
        <p:spPr bwMode="auto">
          <a:xfrm>
            <a:off x="0" y="2755900"/>
            <a:ext cx="9143999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TW" altLang="en-US" sz="7200" b="1" spc="-200" dirty="0">
              <a:solidFill>
                <a:srgbClr val="FFFF00"/>
              </a:solidFill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5D58E17-FE53-4FB5-89AD-13A779AFE34A}" type="slidenum">
              <a:rPr lang="en-US" altLang="zh-TW" smtClean="0"/>
              <a:pPr>
                <a:defRPr/>
              </a:pPr>
              <a:t>9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160018109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251520" y="116632"/>
            <a:ext cx="8640960" cy="6177342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8000" tIns="10800" rIns="18000" bIns="10800">
            <a:spAutoFit/>
          </a:bodyPr>
          <a:lstStyle>
            <a:lvl1pPr marL="514350" indent="-514350">
              <a:defRPr sz="40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marL="742950" indent="-285750">
              <a:defRPr sz="40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marL="1143000" indent="-228600">
              <a:defRPr sz="40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marL="1600200" indent="-228600">
              <a:defRPr sz="40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marL="2057400" indent="-228600">
              <a:defRPr sz="40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9pPr>
          </a:lstStyle>
          <a:p>
            <a:pPr marL="536575" indent="-536575" algn="just">
              <a:lnSpc>
                <a:spcPts val="4800"/>
              </a:lnSpc>
              <a:buClr>
                <a:srgbClr val="FF0000"/>
              </a:buClr>
              <a:buSzPct val="120000"/>
              <a:defRPr/>
            </a:pPr>
            <a:endParaRPr lang="en-US" altLang="zh-TW" b="0" u="sng" dirty="0">
              <a:solidFill>
                <a:srgbClr val="FFFF00"/>
              </a:solidFill>
              <a:uFill>
                <a:solidFill>
                  <a:srgbClr val="FFFF00"/>
                </a:solidFill>
              </a:u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ts val="4800"/>
              </a:lnSpc>
              <a:buClr>
                <a:schemeClr val="bg1"/>
              </a:buClr>
              <a:buSzPct val="120000"/>
              <a:defRPr/>
            </a:pPr>
            <a:endParaRPr lang="en-US" altLang="zh-TW" b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ts val="4800"/>
              </a:lnSpc>
              <a:buClr>
                <a:schemeClr val="bg1"/>
              </a:buClr>
              <a:buSzPct val="120000"/>
              <a:defRPr/>
            </a:pPr>
            <a:endParaRPr lang="en-US" altLang="zh-TW" b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ts val="4800"/>
              </a:lnSpc>
              <a:buClr>
                <a:schemeClr val="bg1"/>
              </a:buClr>
              <a:buSzPct val="120000"/>
              <a:defRPr/>
            </a:pPr>
            <a:endParaRPr lang="en-US" altLang="zh-TW" b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ts val="4800"/>
              </a:lnSpc>
              <a:buClr>
                <a:schemeClr val="bg1"/>
              </a:buClr>
              <a:buSzPct val="120000"/>
              <a:defRPr/>
            </a:pPr>
            <a:endParaRPr lang="en-US" altLang="zh-TW" b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5D58E17-FE53-4FB5-89AD-13A779AFE34A}" type="slidenum">
              <a:rPr lang="en-US" altLang="zh-TW" smtClean="0"/>
              <a:pPr>
                <a:defRPr/>
              </a:pPr>
              <a:t>10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01653420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Rectangle 3"/>
          <p:cNvSpPr>
            <a:spLocks noChangeArrowheads="1"/>
          </p:cNvSpPr>
          <p:nvPr/>
        </p:nvSpPr>
        <p:spPr bwMode="auto">
          <a:xfrm>
            <a:off x="0" y="2755900"/>
            <a:ext cx="9143999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TW" altLang="en-US" sz="7200" b="1" spc="-200" dirty="0">
              <a:solidFill>
                <a:srgbClr val="FFFF00"/>
              </a:solidFill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5D58E17-FE53-4FB5-89AD-13A779AFE34A}" type="slidenum">
              <a:rPr lang="en-US" altLang="zh-TW" smtClean="0"/>
              <a:pPr>
                <a:defRPr/>
              </a:pPr>
              <a:t>11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530787119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2"/>
          <p:cNvSpPr txBox="1">
            <a:spLocks noChangeArrowheads="1"/>
          </p:cNvSpPr>
          <p:nvPr/>
        </p:nvSpPr>
        <p:spPr bwMode="auto">
          <a:xfrm>
            <a:off x="251520" y="221796"/>
            <a:ext cx="8424936" cy="3227817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tx1"/>
            </a:outerShdw>
          </a:effectLst>
        </p:spPr>
        <p:txBody>
          <a:bodyPr wrap="square" lIns="18000" tIns="10800" rIns="18000" bIns="10800">
            <a:spAutoFit/>
          </a:bodyPr>
          <a:lstStyle>
            <a:lvl1pPr marL="514350" indent="-514350">
              <a:defRPr sz="40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marL="742950" indent="-285750">
              <a:defRPr sz="40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marL="1143000" indent="-228600">
              <a:defRPr sz="40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marL="1600200" indent="-228600">
              <a:defRPr sz="40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marL="2057400" indent="-228600">
              <a:defRPr sz="40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9pPr>
          </a:lstStyle>
          <a:p>
            <a:pPr marL="533400" indent="-533400" algn="just">
              <a:lnSpc>
                <a:spcPts val="5000"/>
              </a:lnSpc>
              <a:buClr>
                <a:srgbClr val="FFFFFF"/>
              </a:buClr>
              <a:buSzPct val="120000"/>
              <a:defRPr/>
            </a:pPr>
            <a:endParaRPr lang="en-US" altLang="zh-TW" b="0" spc="-100" dirty="0">
              <a:solidFill>
                <a:schemeClr val="bg1"/>
              </a:solidFill>
              <a:uFill>
                <a:solidFill>
                  <a:srgbClr val="FFFF00"/>
                </a:solidFill>
              </a:u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20775" indent="-555625" algn="just">
              <a:lnSpc>
                <a:spcPts val="5000"/>
              </a:lnSpc>
              <a:buClr>
                <a:srgbClr val="FFFFFF"/>
              </a:buClr>
              <a:buSzPct val="120000"/>
              <a:defRPr/>
            </a:pPr>
            <a:endParaRPr lang="en-US" altLang="zh-TW" b="0" dirty="0">
              <a:solidFill>
                <a:schemeClr val="bg1"/>
              </a:solidFill>
              <a:uFill>
                <a:solidFill>
                  <a:srgbClr val="FFFF00"/>
                </a:solidFill>
              </a:u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5D58E17-FE53-4FB5-89AD-13A779AFE34A}" type="slidenum">
              <a:rPr lang="en-US" altLang="zh-TW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12</a:t>
            </a:fld>
            <a:endParaRPr lang="en-US" altLang="zh-TW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5988318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0" y="-27384"/>
            <a:ext cx="9144000" cy="707886"/>
          </a:xfrm>
          <a:prstGeom prst="rect">
            <a:avLst/>
          </a:prstGeom>
          <a:solidFill>
            <a:srgbClr val="FFFF00"/>
          </a:solidFill>
          <a:ln w="12700" cap="sq">
            <a:solidFill>
              <a:srgbClr val="000000"/>
            </a:solidFill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algn="ctr">
              <a:spcBef>
                <a:spcPct val="0"/>
              </a:spcBef>
              <a:buNone/>
            </a:pPr>
            <a:endParaRPr lang="zh-TW" altLang="en-US" sz="4000" b="1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9" name="文字方塊 2"/>
          <p:cNvSpPr txBox="1">
            <a:spLocks noChangeArrowheads="1"/>
          </p:cNvSpPr>
          <p:nvPr/>
        </p:nvSpPr>
        <p:spPr bwMode="auto">
          <a:xfrm>
            <a:off x="0" y="434579"/>
            <a:ext cx="4721860" cy="233362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ctr" anchorCtr="0">
            <a:noAutofit/>
          </a:bodyPr>
          <a:lstStyle/>
          <a:p>
            <a:pPr algn="just" eaLnBrk="0" fontAlgn="base" hangingPunct="0">
              <a:spcBef>
                <a:spcPct val="0"/>
              </a:spcBef>
            </a:pPr>
            <a:endParaRPr kumimoji="1" lang="zh-TW" altLang="en-US" sz="1200" b="1" kern="100" dirty="0">
              <a:solidFill>
                <a:srgbClr val="FFFFFF"/>
              </a:solidFill>
              <a:latin typeface="Calibri"/>
              <a:cs typeface="Times New Roman"/>
            </a:endParaRPr>
          </a:p>
          <a:p>
            <a:pPr marL="342900" indent="-342900" algn="just" eaLnBrk="0" fontAlgn="base" hangingPunct="0">
              <a:spcBef>
                <a:spcPct val="0"/>
              </a:spcBef>
              <a:buClr>
                <a:srgbClr val="0000FF"/>
              </a:buClr>
              <a:buSzPts val="1600"/>
              <a:buFont typeface="Wingdings"/>
              <a:buChar char=""/>
            </a:pPr>
            <a:endParaRPr kumimoji="1" lang="zh-TW" altLang="en-US" sz="1200" b="1" kern="100" dirty="0">
              <a:solidFill>
                <a:srgbClr val="FFFFFF"/>
              </a:solidFill>
              <a:latin typeface="Calibri"/>
              <a:cs typeface="Times New Roman"/>
            </a:endParaRPr>
          </a:p>
          <a:p>
            <a:pPr marL="342900" indent="-342900" algn="just" eaLnBrk="0" fontAlgn="base" hangingPunct="0">
              <a:spcBef>
                <a:spcPct val="0"/>
              </a:spcBef>
              <a:buClr>
                <a:srgbClr val="0000FF"/>
              </a:buClr>
              <a:buSzPts val="1600"/>
              <a:buFont typeface="Wingdings"/>
              <a:buChar char=""/>
            </a:pPr>
            <a:endParaRPr kumimoji="1" lang="zh-TW" altLang="en-US" sz="1200" b="1" kern="100" dirty="0">
              <a:solidFill>
                <a:srgbClr val="FFFFFF"/>
              </a:solidFill>
              <a:latin typeface="Calibri"/>
              <a:cs typeface="Times New Roman"/>
            </a:endParaRPr>
          </a:p>
        </p:txBody>
      </p:sp>
      <p:sp>
        <p:nvSpPr>
          <p:cNvPr id="51" name="文字方塊 2"/>
          <p:cNvSpPr txBox="1">
            <a:spLocks noChangeArrowheads="1"/>
          </p:cNvSpPr>
          <p:nvPr/>
        </p:nvSpPr>
        <p:spPr bwMode="auto">
          <a:xfrm>
            <a:off x="5950585" y="434579"/>
            <a:ext cx="3193415" cy="163576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ctr" anchorCtr="0">
            <a:noAutofit/>
          </a:bodyPr>
          <a:lstStyle/>
          <a:p>
            <a:pPr algn="just" eaLnBrk="0" fontAlgn="base" hangingPunct="0">
              <a:spcBef>
                <a:spcPct val="0"/>
              </a:spcBef>
            </a:pPr>
            <a:endParaRPr kumimoji="1" lang="zh-TW" altLang="en-US" sz="1200" b="1" kern="100" dirty="0">
              <a:solidFill>
                <a:srgbClr val="FFFFFF"/>
              </a:solidFill>
              <a:latin typeface="Calibri"/>
              <a:cs typeface="Times New Roman"/>
            </a:endParaRPr>
          </a:p>
          <a:p>
            <a:pPr marL="342900" indent="-342900" algn="just" eaLnBrk="0" fontAlgn="base" hangingPunct="0">
              <a:spcBef>
                <a:spcPct val="0"/>
              </a:spcBef>
              <a:buClr>
                <a:srgbClr val="0000FF"/>
              </a:buClr>
              <a:buSzPts val="1600"/>
              <a:buFont typeface="Wingdings"/>
              <a:buChar char=""/>
            </a:pPr>
            <a:endParaRPr kumimoji="1" lang="zh-TW" altLang="en-US" sz="1200" b="1" kern="100" dirty="0">
              <a:solidFill>
                <a:srgbClr val="FFFFFF"/>
              </a:solidFill>
              <a:latin typeface="Calibri"/>
              <a:cs typeface="Times New Roman"/>
            </a:endParaRPr>
          </a:p>
        </p:txBody>
      </p:sp>
      <p:sp>
        <p:nvSpPr>
          <p:cNvPr id="53" name="文字方塊 2"/>
          <p:cNvSpPr txBox="1">
            <a:spLocks noChangeArrowheads="1"/>
          </p:cNvSpPr>
          <p:nvPr/>
        </p:nvSpPr>
        <p:spPr bwMode="auto">
          <a:xfrm>
            <a:off x="31115" y="2713198"/>
            <a:ext cx="2329815" cy="164782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ctr" anchorCtr="0">
            <a:noAutofit/>
          </a:bodyPr>
          <a:lstStyle/>
          <a:p>
            <a:pPr algn="just" eaLnBrk="0" fontAlgn="base" hangingPunct="0">
              <a:spcBef>
                <a:spcPct val="0"/>
              </a:spcBef>
            </a:pPr>
            <a:endParaRPr kumimoji="1" lang="zh-TW" altLang="en-US" sz="1200" b="1" kern="100" dirty="0">
              <a:solidFill>
                <a:srgbClr val="FFFFFF"/>
              </a:solidFill>
              <a:latin typeface="Calibri"/>
              <a:cs typeface="Times New Roman"/>
            </a:endParaRPr>
          </a:p>
          <a:p>
            <a:pPr marL="342900" indent="-342900" algn="just" eaLnBrk="0" fontAlgn="base" hangingPunct="0">
              <a:spcBef>
                <a:spcPct val="0"/>
              </a:spcBef>
              <a:buClr>
                <a:srgbClr val="0000FF"/>
              </a:buClr>
              <a:buSzPts val="1600"/>
              <a:buFont typeface="Wingdings"/>
              <a:buChar char=""/>
            </a:pPr>
            <a:endParaRPr kumimoji="1" lang="zh-TW" altLang="en-US" sz="1200" b="1" kern="100" dirty="0">
              <a:solidFill>
                <a:srgbClr val="FFFFFF"/>
              </a:solidFill>
              <a:latin typeface="Calibri"/>
              <a:cs typeface="Times New Roman"/>
            </a:endParaRPr>
          </a:p>
          <a:p>
            <a:pPr marL="342900" indent="-342900" algn="just" eaLnBrk="0" fontAlgn="base" hangingPunct="0">
              <a:spcBef>
                <a:spcPct val="0"/>
              </a:spcBef>
              <a:buClr>
                <a:srgbClr val="0000FF"/>
              </a:buClr>
              <a:buSzPts val="1600"/>
              <a:buFont typeface="Wingdings"/>
              <a:buChar char=""/>
            </a:pPr>
            <a:endParaRPr kumimoji="1" lang="zh-TW" altLang="en-US" sz="1200" b="1" kern="100" dirty="0">
              <a:solidFill>
                <a:srgbClr val="FFFFFF"/>
              </a:solidFill>
              <a:latin typeface="Calibri"/>
              <a:cs typeface="Times New Roman"/>
            </a:endParaRPr>
          </a:p>
        </p:txBody>
      </p:sp>
      <p:sp>
        <p:nvSpPr>
          <p:cNvPr id="55" name="文字方塊 2"/>
          <p:cNvSpPr txBox="1">
            <a:spLocks noChangeArrowheads="1"/>
          </p:cNvSpPr>
          <p:nvPr/>
        </p:nvSpPr>
        <p:spPr bwMode="auto">
          <a:xfrm>
            <a:off x="6423977" y="2444100"/>
            <a:ext cx="2756535" cy="206502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ctr" anchorCtr="0">
            <a:noAutofit/>
          </a:bodyPr>
          <a:lstStyle/>
          <a:p>
            <a:pPr algn="just" eaLnBrk="0" fontAlgn="base" hangingPunct="0">
              <a:spcBef>
                <a:spcPct val="0"/>
              </a:spcBef>
            </a:pPr>
            <a:endParaRPr kumimoji="1" lang="zh-TW" altLang="en-US" sz="1200" b="1" kern="100" dirty="0">
              <a:solidFill>
                <a:srgbClr val="FFFFFF"/>
              </a:solidFill>
              <a:latin typeface="Calibri"/>
              <a:cs typeface="Times New Roman"/>
            </a:endParaRPr>
          </a:p>
          <a:p>
            <a:pPr marL="342900" indent="-342900" algn="just" eaLnBrk="0" fontAlgn="base" hangingPunct="0">
              <a:spcBef>
                <a:spcPct val="0"/>
              </a:spcBef>
              <a:buClr>
                <a:srgbClr val="0000FF"/>
              </a:buClr>
              <a:buSzPts val="1600"/>
              <a:buFont typeface="Wingdings"/>
              <a:buChar char=""/>
            </a:pPr>
            <a:endParaRPr kumimoji="1" lang="zh-TW" altLang="en-US" sz="1200" b="1" kern="100" dirty="0">
              <a:solidFill>
                <a:srgbClr val="FFFFFF"/>
              </a:solidFill>
              <a:latin typeface="Calibri"/>
              <a:cs typeface="Times New Roman"/>
            </a:endParaRPr>
          </a:p>
          <a:p>
            <a:pPr marL="342900" indent="-342900" algn="just" eaLnBrk="0" fontAlgn="base" hangingPunct="0">
              <a:spcBef>
                <a:spcPct val="0"/>
              </a:spcBef>
              <a:buClr>
                <a:srgbClr val="0000FF"/>
              </a:buClr>
              <a:buSzPts val="1600"/>
              <a:buFont typeface="Wingdings"/>
              <a:buChar char=""/>
            </a:pPr>
            <a:endParaRPr kumimoji="1" lang="zh-TW" altLang="en-US" sz="1200" b="1" kern="100" dirty="0">
              <a:solidFill>
                <a:srgbClr val="FFFFFF"/>
              </a:solidFill>
              <a:latin typeface="Calibri"/>
              <a:cs typeface="Times New Roman"/>
            </a:endParaRPr>
          </a:p>
        </p:txBody>
      </p:sp>
      <p:sp>
        <p:nvSpPr>
          <p:cNvPr id="57" name="文字方塊 2"/>
          <p:cNvSpPr txBox="1">
            <a:spLocks noChangeArrowheads="1"/>
          </p:cNvSpPr>
          <p:nvPr/>
        </p:nvSpPr>
        <p:spPr bwMode="auto">
          <a:xfrm>
            <a:off x="5412656" y="4782458"/>
            <a:ext cx="3370580" cy="143256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ctr" anchorCtr="0">
            <a:noAutofit/>
          </a:bodyPr>
          <a:lstStyle/>
          <a:p>
            <a:pPr algn="just" eaLnBrk="0" fontAlgn="base" hangingPunct="0">
              <a:spcBef>
                <a:spcPct val="0"/>
              </a:spcBef>
            </a:pPr>
            <a:endParaRPr kumimoji="1" lang="zh-TW" altLang="en-US" sz="1200" b="1" kern="100" dirty="0">
              <a:solidFill>
                <a:srgbClr val="FFFFFF"/>
              </a:solidFill>
              <a:latin typeface="Calibri"/>
              <a:cs typeface="Times New Roman"/>
            </a:endParaRPr>
          </a:p>
          <a:p>
            <a:pPr marL="342900" indent="-342900" algn="just" eaLnBrk="0" fontAlgn="base" hangingPunct="0">
              <a:spcBef>
                <a:spcPct val="0"/>
              </a:spcBef>
              <a:buClr>
                <a:srgbClr val="0000FF"/>
              </a:buClr>
              <a:buSzPts val="1600"/>
              <a:buFont typeface="Wingdings"/>
              <a:buChar char=""/>
            </a:pPr>
            <a:endParaRPr kumimoji="1" lang="zh-TW" altLang="en-US" sz="1200" b="1" kern="100" dirty="0">
              <a:solidFill>
                <a:srgbClr val="FFFFFF"/>
              </a:solidFill>
              <a:latin typeface="Calibri"/>
              <a:cs typeface="Times New Roman"/>
            </a:endParaRPr>
          </a:p>
          <a:p>
            <a:pPr marL="342900" indent="-342900" algn="just" eaLnBrk="0" fontAlgn="base" hangingPunct="0">
              <a:lnSpc>
                <a:spcPts val="3000"/>
              </a:lnSpc>
              <a:spcBef>
                <a:spcPct val="0"/>
              </a:spcBef>
              <a:buClr>
                <a:srgbClr val="0000FF"/>
              </a:buClr>
              <a:buSzPts val="1600"/>
              <a:buFont typeface="Wingdings"/>
              <a:buChar char=""/>
            </a:pPr>
            <a:endParaRPr kumimoji="1" lang="zh-TW" altLang="en-US" sz="1200" b="1" kern="100" dirty="0">
              <a:solidFill>
                <a:srgbClr val="FFFFFF"/>
              </a:solidFill>
              <a:latin typeface="Calibri"/>
              <a:cs typeface="Times New Roman"/>
            </a:endParaRPr>
          </a:p>
        </p:txBody>
      </p:sp>
      <p:sp>
        <p:nvSpPr>
          <p:cNvPr id="59" name="文字方塊 2"/>
          <p:cNvSpPr txBox="1">
            <a:spLocks noChangeArrowheads="1"/>
          </p:cNvSpPr>
          <p:nvPr/>
        </p:nvSpPr>
        <p:spPr bwMode="auto">
          <a:xfrm>
            <a:off x="31115" y="4903552"/>
            <a:ext cx="3589020" cy="15144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ctr" anchorCtr="0">
            <a:noAutofit/>
          </a:bodyPr>
          <a:lstStyle/>
          <a:p>
            <a:pPr algn="just" eaLnBrk="0" fontAlgn="base" hangingPunct="0">
              <a:spcBef>
                <a:spcPct val="0"/>
              </a:spcBef>
            </a:pPr>
            <a:endParaRPr kumimoji="1" lang="zh-TW" altLang="en-US" sz="1200" b="1" kern="100" dirty="0">
              <a:solidFill>
                <a:srgbClr val="FFFF00"/>
              </a:solidFill>
              <a:latin typeface="Calibri"/>
              <a:cs typeface="Times New Roman"/>
            </a:endParaRPr>
          </a:p>
          <a:p>
            <a:pPr marL="342900" indent="-342900" algn="just" eaLnBrk="0" fontAlgn="base" hangingPunct="0">
              <a:spcBef>
                <a:spcPct val="0"/>
              </a:spcBef>
              <a:buClr>
                <a:srgbClr val="0000FF"/>
              </a:buClr>
              <a:buSzPts val="1600"/>
              <a:buFont typeface="Wingdings"/>
              <a:buChar char=""/>
            </a:pPr>
            <a:endParaRPr kumimoji="1" lang="zh-TW" altLang="en-US" sz="1200" b="1" kern="100" dirty="0">
              <a:solidFill>
                <a:srgbClr val="FFFF00"/>
              </a:solidFill>
              <a:latin typeface="Calibri"/>
              <a:cs typeface="Times New Roman"/>
            </a:endParaRPr>
          </a:p>
          <a:p>
            <a:pPr marL="342900" indent="-342900" algn="just" eaLnBrk="0" fontAlgn="base" hangingPunct="0">
              <a:spcBef>
                <a:spcPct val="0"/>
              </a:spcBef>
              <a:buClr>
                <a:srgbClr val="0000FF"/>
              </a:buClr>
              <a:buSzPts val="1600"/>
              <a:buFont typeface="Wingdings"/>
              <a:buChar char=""/>
            </a:pPr>
            <a:endParaRPr kumimoji="1" lang="zh-TW" altLang="en-US" sz="1200" b="1" kern="100" dirty="0">
              <a:solidFill>
                <a:srgbClr val="FFFF00"/>
              </a:solidFill>
              <a:latin typeface="Calibri"/>
              <a:cs typeface="Times New Roman"/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3398" y="679996"/>
            <a:ext cx="1728192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69874704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144016" y="128824"/>
            <a:ext cx="8820472" cy="4946236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8000" tIns="10800" rIns="18000" bIns="10800">
            <a:spAutoFit/>
          </a:bodyPr>
          <a:lstStyle>
            <a:lvl1pPr marL="514350" indent="-514350">
              <a:defRPr sz="40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marL="742950" indent="-285750">
              <a:defRPr sz="40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marL="1143000" indent="-228600">
              <a:defRPr sz="40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marL="1600200" indent="-228600">
              <a:defRPr sz="40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marL="2057400" indent="-228600">
              <a:defRPr sz="40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9pPr>
          </a:lstStyle>
          <a:p>
            <a:pPr marL="0" indent="0" algn="just">
              <a:buClr>
                <a:srgbClr val="FFFF00"/>
              </a:buClr>
              <a:buSzPct val="120000"/>
              <a:tabLst>
                <a:tab pos="895350" algn="l"/>
              </a:tabLst>
              <a:defRPr/>
            </a:pPr>
            <a:endParaRPr lang="en-US" altLang="zh-TW" b="0" u="sng" spc="-100" dirty="0">
              <a:solidFill>
                <a:srgbClr val="FFFF00"/>
              </a:solidFill>
              <a:uFill>
                <a:solidFill>
                  <a:srgbClr val="FFFF00"/>
                </a:solidFill>
              </a:u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06413" indent="-506413" algn="just" eaLnBrk="1">
              <a:lnSpc>
                <a:spcPts val="4800"/>
              </a:lnSpc>
            </a:pPr>
            <a:endParaRPr lang="en-US" altLang="zh-TW" b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06413" indent="-506413" algn="just" eaLnBrk="1">
              <a:lnSpc>
                <a:spcPts val="4800"/>
              </a:lnSpc>
            </a:pPr>
            <a:endParaRPr lang="en-US" altLang="zh-TW" b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06413" indent="-506413" algn="just" eaLnBrk="1">
              <a:lnSpc>
                <a:spcPts val="4800"/>
              </a:lnSpc>
            </a:pPr>
            <a:endParaRPr lang="en-US" altLang="zh-TW" b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5D58E17-FE53-4FB5-89AD-13A779AFE34A}" type="slidenum">
              <a:rPr lang="en-US" altLang="zh-TW" smtClean="0"/>
              <a:pPr>
                <a:defRPr/>
              </a:pPr>
              <a:t>14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176900686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222723" y="260648"/>
            <a:ext cx="8237709" cy="3202169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8000" tIns="10800" rIns="18000" bIns="10800">
            <a:spAutoFit/>
          </a:bodyPr>
          <a:lstStyle>
            <a:lvl1pPr marL="514350" indent="-514350">
              <a:defRPr sz="40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marL="742950" indent="-285750">
              <a:defRPr sz="40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marL="1143000" indent="-228600">
              <a:defRPr sz="40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marL="1600200" indent="-228600">
              <a:defRPr sz="40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marL="2057400" indent="-228600">
              <a:defRPr sz="40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9pPr>
          </a:lstStyle>
          <a:p>
            <a:pPr marL="533400" indent="-533400" algn="just">
              <a:lnSpc>
                <a:spcPts val="5200"/>
              </a:lnSpc>
              <a:buClr>
                <a:srgbClr val="FFFF00"/>
              </a:buClr>
              <a:buSzPct val="100000"/>
              <a:defRPr/>
            </a:pPr>
            <a:endParaRPr lang="en-US" altLang="zh-TW" b="0" u="sng" dirty="0">
              <a:solidFill>
                <a:srgbClr val="FFFF00"/>
              </a:solidFill>
              <a:uFill>
                <a:solidFill>
                  <a:srgbClr val="FFFF00"/>
                </a:solidFill>
              </a:uFill>
            </a:endParaRPr>
          </a:p>
          <a:p>
            <a:pPr marL="485775" indent="-485775" algn="just">
              <a:lnSpc>
                <a:spcPts val="4900"/>
              </a:lnSpc>
              <a:buClr>
                <a:srgbClr val="FFFF00"/>
              </a:buClr>
              <a:buSzPct val="100000"/>
              <a:defRPr/>
            </a:pPr>
            <a:endParaRPr lang="en-US" altLang="zh-TW" b="0" dirty="0">
              <a:solidFill>
                <a:schemeClr val="bg1"/>
              </a:solidFill>
              <a:uFill>
                <a:solidFill>
                  <a:srgbClr val="FF0000"/>
                </a:solidFill>
              </a:u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85775" indent="-485775" algn="just">
              <a:lnSpc>
                <a:spcPts val="4900"/>
              </a:lnSpc>
              <a:buClr>
                <a:srgbClr val="FFFF00"/>
              </a:buClr>
              <a:buSzPct val="100000"/>
              <a:defRPr/>
            </a:pPr>
            <a:endParaRPr lang="en-US" altLang="zh-TW" b="0" dirty="0">
              <a:solidFill>
                <a:schemeClr val="bg1"/>
              </a:solidFill>
              <a:uFill>
                <a:solidFill>
                  <a:srgbClr val="FF0000"/>
                </a:solidFill>
              </a:u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653864902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251520" y="260648"/>
            <a:ext cx="8496944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85775" indent="-485775"/>
            <a:endParaRPr lang="en-US" altLang="zh-TW" sz="4000" u="sng" spc="-100" dirty="0">
              <a:solidFill>
                <a:srgbClr val="FFFF00"/>
              </a:solidFill>
              <a:uFill>
                <a:solidFill>
                  <a:srgbClr val="FFFF00"/>
                </a:solidFill>
              </a:uFill>
              <a:latin typeface="標楷體" pitchFamily="65" charset="-120"/>
              <a:ea typeface="標楷體" pitchFamily="65" charset="-120"/>
            </a:endParaRPr>
          </a:p>
          <a:p>
            <a:pPr marL="485775" indent="-485775" algn="just"/>
            <a:endParaRPr lang="en-US" altLang="zh-TW" sz="4000" spc="-200" dirty="0">
              <a:solidFill>
                <a:srgbClr val="FFFFFF"/>
              </a:solidFill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5D58E17-FE53-4FB5-89AD-13A779AFE34A}" type="slidenum">
              <a:rPr lang="en-US" altLang="zh-TW" smtClean="0"/>
              <a:pPr>
                <a:defRPr/>
              </a:pPr>
              <a:t>16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569582047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-57720" y="29657"/>
            <a:ext cx="9132316" cy="67608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85775" indent="-485775">
              <a:lnSpc>
                <a:spcPts val="4000"/>
              </a:lnSpc>
            </a:pPr>
            <a:endParaRPr lang="en-US" altLang="zh-TW" sz="3800" u="sng" spc="-100" dirty="0">
              <a:solidFill>
                <a:srgbClr val="FFFF00"/>
              </a:solidFill>
              <a:uFill>
                <a:solidFill>
                  <a:srgbClr val="FFFF00"/>
                </a:solidFill>
              </a:uFill>
              <a:latin typeface="Times New Roman" panose="02020603050405020304" pitchFamily="18" charset="0"/>
              <a:ea typeface="標楷體" pitchFamily="65" charset="-120"/>
              <a:cs typeface="Times New Roman" panose="02020603050405020304" pitchFamily="18" charset="0"/>
            </a:endParaRPr>
          </a:p>
          <a:p>
            <a:pPr marL="485775" indent="-485775" algn="just">
              <a:lnSpc>
                <a:spcPts val="4000"/>
              </a:lnSpc>
            </a:pPr>
            <a:endParaRPr lang="en-US" altLang="zh-TW" sz="3800" spc="-100" dirty="0">
              <a:solidFill>
                <a:schemeClr val="bg1"/>
              </a:solidFill>
              <a:uFill>
                <a:solidFill>
                  <a:srgbClr val="FFFF00"/>
                </a:solidFill>
              </a:u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85775" indent="-485775" algn="just">
              <a:lnSpc>
                <a:spcPts val="4000"/>
              </a:lnSpc>
            </a:pPr>
            <a:endParaRPr lang="en-US" altLang="zh-TW" sz="3800" spc="-100" dirty="0">
              <a:solidFill>
                <a:schemeClr val="bg1"/>
              </a:solidFill>
              <a:uFill>
                <a:solidFill>
                  <a:srgbClr val="FFFF00"/>
                </a:solidFill>
              </a:u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85775" indent="-485775" algn="just">
              <a:lnSpc>
                <a:spcPts val="4000"/>
              </a:lnSpc>
            </a:pPr>
            <a:endParaRPr lang="en-US" altLang="zh-TW" sz="3800" spc="-100" dirty="0">
              <a:solidFill>
                <a:schemeClr val="bg1"/>
              </a:solidFill>
              <a:uFill>
                <a:solidFill>
                  <a:srgbClr val="FFFF00"/>
                </a:solidFill>
              </a:u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5D58E17-FE53-4FB5-89AD-13A779AFE34A}" type="slidenum">
              <a:rPr lang="en-US" altLang="zh-TW" smtClean="0"/>
              <a:pPr>
                <a:defRPr/>
              </a:pPr>
              <a:t>17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730047124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Rectangle 3"/>
          <p:cNvSpPr>
            <a:spLocks noChangeArrowheads="1"/>
          </p:cNvSpPr>
          <p:nvPr/>
        </p:nvSpPr>
        <p:spPr bwMode="auto">
          <a:xfrm>
            <a:off x="0" y="2755900"/>
            <a:ext cx="9143999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zh-TW" sz="7200" b="1" spc="-200" dirty="0">
              <a:solidFill>
                <a:srgbClr val="FFFF00"/>
              </a:solidFill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5D58E17-FE53-4FB5-89AD-13A779AFE34A}" type="slidenum">
              <a:rPr lang="en-US" altLang="zh-TW" smtClean="0"/>
              <a:pPr>
                <a:defRPr/>
              </a:pPr>
              <a:t>18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619269856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3"/>
          <p:cNvSpPr txBox="1">
            <a:spLocks noChangeArrowheads="1"/>
          </p:cNvSpPr>
          <p:nvPr/>
        </p:nvSpPr>
        <p:spPr bwMode="auto">
          <a:xfrm>
            <a:off x="1763688" y="1268760"/>
            <a:ext cx="6048672" cy="4616648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1619250" indent="-161925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marL="0" indent="0">
              <a:spcBef>
                <a:spcPct val="0"/>
              </a:spcBef>
              <a:buNone/>
              <a:defRPr/>
            </a:pPr>
            <a:endParaRPr lang="en-US" altLang="zh-TW" sz="6000" dirty="0">
              <a:solidFill>
                <a:srgbClr val="FFFFFF"/>
              </a:solidFill>
              <a:latin typeface="標楷體" pitchFamily="65" charset="-120"/>
              <a:ea typeface="標楷體" pitchFamily="65" charset="-120"/>
            </a:endParaRPr>
          </a:p>
          <a:p>
            <a:pPr marL="0" lvl="0" indent="0">
              <a:spcBef>
                <a:spcPct val="0"/>
              </a:spcBef>
              <a:buNone/>
              <a:defRPr/>
            </a:pPr>
            <a:endParaRPr lang="en-US" altLang="zh-TW" sz="6000" dirty="0">
              <a:solidFill>
                <a:srgbClr val="FFFFFF"/>
              </a:solidFill>
              <a:latin typeface="標楷體" pitchFamily="65" charset="-120"/>
              <a:ea typeface="標楷體" pitchFamily="65" charset="-120"/>
            </a:endParaRPr>
          </a:p>
          <a:p>
            <a:pPr marL="0" lvl="0" indent="0">
              <a:spcBef>
                <a:spcPct val="0"/>
              </a:spcBef>
              <a:buNone/>
              <a:defRPr/>
            </a:pPr>
            <a:endParaRPr lang="en-US" altLang="zh-TW" sz="6000" dirty="0">
              <a:solidFill>
                <a:srgbClr val="FFFFFF"/>
              </a:solidFill>
              <a:latin typeface="標楷體" pitchFamily="65" charset="-120"/>
              <a:ea typeface="標楷體" pitchFamily="65" charset="-120"/>
            </a:endParaRPr>
          </a:p>
          <a:p>
            <a:pPr marL="0" lvl="0" indent="0">
              <a:spcBef>
                <a:spcPct val="0"/>
              </a:spcBef>
              <a:buNone/>
              <a:defRPr/>
            </a:pPr>
            <a:endParaRPr lang="en-US" altLang="en-US" sz="6000" dirty="0">
              <a:solidFill>
                <a:srgbClr val="FFFFFF"/>
              </a:solidFill>
              <a:latin typeface="標楷體" pitchFamily="65" charset="-120"/>
              <a:ea typeface="標楷體" pitchFamily="65" charset="-120"/>
            </a:endParaRPr>
          </a:p>
          <a:p>
            <a:pPr marL="0" lvl="0" indent="0" algn="ctr">
              <a:spcBef>
                <a:spcPct val="0"/>
              </a:spcBef>
              <a:buNone/>
              <a:defRPr/>
            </a:pPr>
            <a:endParaRPr lang="zh-TW" altLang="en-US" sz="6000" dirty="0">
              <a:solidFill>
                <a:srgbClr val="FFFFFF"/>
              </a:solidFill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5D58E17-FE53-4FB5-89AD-13A779AFE34A}" type="slidenum">
              <a:rPr lang="en-US" altLang="zh-TW" smtClean="0"/>
              <a:pPr>
                <a:defRPr/>
              </a:pPr>
              <a:t>19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257956013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Rectangle 3"/>
          <p:cNvSpPr>
            <a:spLocks noChangeArrowheads="1"/>
          </p:cNvSpPr>
          <p:nvPr/>
        </p:nvSpPr>
        <p:spPr bwMode="auto">
          <a:xfrm>
            <a:off x="0" y="2755900"/>
            <a:ext cx="9143999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TW" altLang="en-US" sz="7200" b="1" dirty="0">
              <a:solidFill>
                <a:srgbClr val="FFFF00"/>
              </a:solidFill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5D58E17-FE53-4FB5-89AD-13A779AFE34A}" type="slidenum">
              <a:rPr lang="en-US" altLang="zh-TW" smtClean="0"/>
              <a:pPr>
                <a:defRPr/>
              </a:pPr>
              <a:t>20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48882359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687915" y="692696"/>
            <a:ext cx="7776789" cy="3715130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8000" tIns="10800" rIns="18000" bIns="10800">
            <a:spAutoFit/>
          </a:bodyPr>
          <a:lstStyle>
            <a:lvl1pPr marL="514350" indent="-514350">
              <a:defRPr sz="40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marL="742950" indent="-285750">
              <a:defRPr sz="40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marL="1143000" indent="-228600">
              <a:defRPr sz="40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marL="1600200" indent="-228600">
              <a:defRPr sz="40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marL="2057400" indent="-228600">
              <a:defRPr sz="40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9pPr>
          </a:lstStyle>
          <a:p>
            <a:pPr marL="0" indent="0" algn="just">
              <a:lnSpc>
                <a:spcPts val="4800"/>
              </a:lnSpc>
              <a:buClr>
                <a:srgbClr val="FF0000"/>
              </a:buClr>
              <a:buSzPct val="120000"/>
              <a:defRPr/>
            </a:pPr>
            <a:endParaRPr lang="en-US" altLang="zh-TW" b="0" spc="-1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5D58E17-FE53-4FB5-89AD-13A779AFE34A}" type="slidenum">
              <a:rPr lang="en-US" altLang="zh-TW" smtClean="0"/>
              <a:pPr>
                <a:defRPr/>
              </a:pPr>
              <a:t>21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785825529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Text Box 2"/>
          <p:cNvSpPr txBox="1">
            <a:spLocks noChangeArrowheads="1"/>
          </p:cNvSpPr>
          <p:nvPr/>
        </p:nvSpPr>
        <p:spPr bwMode="auto">
          <a:xfrm>
            <a:off x="2051720" y="1678156"/>
            <a:ext cx="5112568" cy="3046988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TW" sz="9600" b="1" dirty="0">
              <a:solidFill>
                <a:srgbClr val="FFFFFF"/>
              </a:solidFill>
              <a:latin typeface="Times New Roman" pitchFamily="18" charset="0"/>
              <a:ea typeface="標楷體" pitchFamily="65" charset="-12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TW" sz="9600" b="1" dirty="0">
              <a:solidFill>
                <a:srgbClr val="FFFFFF"/>
              </a:solidFill>
              <a:latin typeface="Times New Roman" pitchFamily="18" charset="0"/>
              <a:ea typeface="標楷體" pitchFamily="65" charset="-120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5D58E17-FE53-4FB5-89AD-13A779AFE34A}" type="slidenum">
              <a:rPr lang="en-US" altLang="zh-TW" smtClean="0"/>
              <a:pPr>
                <a:defRPr/>
              </a:pPr>
              <a:t>22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563570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6_預設簡報設計">
  <a:themeElements>
    <a:clrScheme name="預設簡報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預設簡報設計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76200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>
          <a:outerShdw dist="63500" dir="3187806" algn="ctr" rotWithShape="0">
            <a:schemeClr val="bg2">
              <a:alpha val="50000"/>
            </a:schemeClr>
          </a:outerShdw>
        </a:effectLst>
      </a:spPr>
      <a:bodyPr vert="horz" wrap="square" lIns="36000" tIns="0" rIns="36000" bIns="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TW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76200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>
          <a:outerShdw dist="63500" dir="3187806" algn="ctr" rotWithShape="0">
            <a:schemeClr val="bg2">
              <a:alpha val="50000"/>
            </a:schemeClr>
          </a:outerShdw>
        </a:effectLst>
      </a:spPr>
      <a:bodyPr vert="horz" wrap="square" lIns="36000" tIns="0" rIns="36000" bIns="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TW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新細明體" pitchFamily="18" charset="-120"/>
          </a:defRPr>
        </a:defPPr>
      </a:lstStyle>
    </a:lnDef>
  </a:objectDefaults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91811</TotalTime>
  <Words>31</Words>
  <Application>Microsoft Office PowerPoint</Application>
  <PresentationFormat>如螢幕大小 (4:3)</PresentationFormat>
  <Paragraphs>53</Paragraphs>
  <Slides>22</Slides>
  <Notes>17</Notes>
  <HiddenSlides>0</HiddenSlides>
  <MMClips>0</MMClips>
  <ScaleCrop>false</ScaleCrop>
  <HeadingPairs>
    <vt:vector size="8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22</vt:i4>
      </vt:variant>
      <vt:variant>
        <vt:lpstr>自訂放映</vt:lpstr>
      </vt:variant>
      <vt:variant>
        <vt:i4>2</vt:i4>
      </vt:variant>
    </vt:vector>
  </HeadingPairs>
  <TitlesOfParts>
    <vt:vector size="30" baseType="lpstr">
      <vt:lpstr>標楷體</vt:lpstr>
      <vt:lpstr>Arial</vt:lpstr>
      <vt:lpstr>Calibri</vt:lpstr>
      <vt:lpstr>Times New Roman</vt:lpstr>
      <vt:lpstr>Wingdings</vt:lpstr>
      <vt:lpstr>6_預設簡報設計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自訂放映 1</vt:lpstr>
      <vt:lpstr>自訂放映 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user</dc:creator>
  <cp:lastModifiedBy>109598006@cc.ntut.edu.tw</cp:lastModifiedBy>
  <cp:revision>6055</cp:revision>
  <cp:lastPrinted>2026-01-30T05:59:42Z</cp:lastPrinted>
  <dcterms:created xsi:type="dcterms:W3CDTF">2010-10-18T00:33:31Z</dcterms:created>
  <dcterms:modified xsi:type="dcterms:W3CDTF">2026-04-29T06:43:10Z</dcterms:modified>
</cp:coreProperties>
</file>