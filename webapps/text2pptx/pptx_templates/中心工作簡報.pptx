
<file path=[Content_Types].xml><?xml version="1.0" encoding="utf-8"?>
<ns0:Types xmlns:ns0="http://schemas.openxmlformats.org/package/2006/content-types">
  <ns0:Default Extension="gif" ContentType="image/gif"/>
  <ns0:Default Extension="jpeg" ContentType="image/jpeg"/>
  <ns0:Default Extension="jpg" ContentType="image/jpeg"/>
  <ns0:Default Extension="png" ContentType="image/png"/>
  <ns0:Default Extension="rels" ContentType="application/vnd.openxmlformats-package.relationships+xml"/>
  <ns0:Default Extension="wdp" ContentType="image/vnd.ms-photo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handoutMasters/handoutMaster1.xml" ContentType="application/vnd.openxmlformats-officedocument.presentationml.handoutMaster+xml"/>
  <ns0:Override PartName="/ppt/notesMasters/notesMaster1.xml" ContentType="application/vnd.openxmlformats-officedocument.presentationml.notesMaster+xml"/>
  <ns0:Override PartName="/ppt/notesSlides/notesSlide1.xml" ContentType="application/vnd.openxmlformats-officedocument.presentationml.notesSlide+xml"/>
  <ns0:Override PartName="/ppt/notesSlides/notesSlide10.xml" ContentType="application/vnd.openxmlformats-officedocument.presentationml.notesSlide+xml"/>
  <ns0:Override PartName="/ppt/notesSlides/notesSlide11.xml" ContentType="application/vnd.openxmlformats-officedocument.presentationml.notesSlide+xml"/>
  <ns0:Override PartName="/ppt/notesSlides/notesSlide12.xml" ContentType="application/vnd.openxmlformats-officedocument.presentationml.notesSlide+xml"/>
  <ns0:Override PartName="/ppt/notesSlides/notesSlide13.xml" ContentType="application/vnd.openxmlformats-officedocument.presentationml.notesSlide+xml"/>
  <ns0:Override PartName="/ppt/notesSlides/notesSlide14.xml" ContentType="application/vnd.openxmlformats-officedocument.presentationml.notesSlide+xml"/>
  <ns0:Override PartName="/ppt/notesSlides/notesSlide15.xml" ContentType="application/vnd.openxmlformats-officedocument.presentationml.notesSlide+xml"/>
  <ns0:Override PartName="/ppt/notesSlides/notesSlide16.xml" ContentType="application/vnd.openxmlformats-officedocument.presentationml.notesSlide+xml"/>
  <ns0:Override PartName="/ppt/notesSlides/notesSlide17.xml" ContentType="application/vnd.openxmlformats-officedocument.presentationml.notesSlide+xml"/>
  <ns0:Override PartName="/ppt/notesSlides/notesSlide18.xml" ContentType="application/vnd.openxmlformats-officedocument.presentationml.notesSlide+xml"/>
  <ns0:Override PartName="/ppt/notesSlides/notesSlide2.xml" ContentType="application/vnd.openxmlformats-officedocument.presentationml.notesSlide+xml"/>
  <ns0:Override PartName="/ppt/notesSlides/notesSlide3.xml" ContentType="application/vnd.openxmlformats-officedocument.presentationml.notesSlide+xml"/>
  <ns0:Override PartName="/ppt/notesSlides/notesSlide4.xml" ContentType="application/vnd.openxmlformats-officedocument.presentationml.notesSlide+xml"/>
  <ns0:Override PartName="/ppt/notesSlides/notesSlide5.xml" ContentType="application/vnd.openxmlformats-officedocument.presentationml.notesSlide+xml"/>
  <ns0:Override PartName="/ppt/notesSlides/notesSlide6.xml" ContentType="application/vnd.openxmlformats-officedocument.presentationml.notesSlide+xml"/>
  <ns0:Override PartName="/ppt/notesSlides/notesSlide7.xml" ContentType="application/vnd.openxmlformats-officedocument.presentationml.notesSlide+xml"/>
  <ns0:Override PartName="/ppt/notesSlides/notesSlide8.xml" ContentType="application/vnd.openxmlformats-officedocument.presentationml.notesSlide+xml"/>
  <ns0:Override PartName="/ppt/notesSlides/notesSlide9.xml" ContentType="application/vnd.openxmlformats-officedocument.presentationml.notesSlide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4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theme/theme3.xml" ContentType="application/vnd.openxmlformats-officedocument.theme+xml"/>
  <ns0:Override PartName="/ppt/viewProps.xml" ContentType="application/vnd.openxmlformats-officedocument.presentationml.viewProps+xml"/>
  <ns0:Override PartName="/ppt/slideLayouts/slideLayout15.xml" ContentType="application/vnd.openxmlformats-officedocument.presentationml.slideLayout+xml"/>
  <ns0:Override PartName="/ppt/slideLayouts/slideLayout16.xml" ContentType="application/vnd.openxmlformats-officedocument.presentationml.slideLayout+xml"/>
  <ns0:Override PartName="/ppt/slideLayouts/slideLayout17.xml" ContentType="application/vnd.openxmlformats-officedocument.presentationml.slideLayout+xml"/>
  <ns0:Override PartName="/ppt/slideLayouts/slideLayout18.xml" ContentType="application/vnd.openxmlformats-officedocument.presentationml.slideLayout+xml"/>
  <ns0:Override PartName="/ppt/slideLayouts/slideLayout19.xml" ContentType="application/vnd.openxmlformats-officedocument.presentationml.slideLayout+xml"/>
  <ns0:Override PartName="/ppt/slideLayouts/slideLayout20.xml" ContentType="application/vnd.openxmlformats-officedocument.presentationml.slideLayout+xml"/>
  <ns0:Override PartName="/ppt/slideLayouts/slideLayout21.xml" ContentType="application/vnd.openxmlformats-officedocument.presentationml.slideLayout+xml"/>
  <ns0:Override PartName="/ppt/slideLayouts/slideLayout22.xml" ContentType="application/vnd.openxmlformats-officedocument.presentationml.slideLayout+xml"/>
  <ns0:Override PartName="/ppt/slideLayouts/slideLayout23.xml" ContentType="application/vnd.openxmlformats-officedocument.presentationml.slideLayout+xml"/>
  <ns0:Override PartName="/ppt/slideLayouts/slideLayout24.xml" ContentType="application/vnd.openxmlformats-officedocument.presentationml.slideLayout+xml"/>
  <ns0:Override PartName="/ppt/slideLayouts/slideLayout25.xml" ContentType="application/vnd.openxmlformats-officedocument.presentationml.slideLayout+xml"/>
  <ns0:Override PartName="/ppt/slideLayouts/slideLayout26.xml" ContentType="application/vnd.openxmlformats-officedocument.presentationml.slideLayout+xml"/>
  <ns0:Override PartName="/ppt/slideLayouts/slideLayout27.xml" ContentType="application/vnd.openxmlformats-officedocument.presentationml.slideLayout+xml"/>
  <ns0:Override PartName="/ppt/slideLayouts/slideLayout28.xml" ContentType="application/vnd.openxmlformats-officedocument.presentationml.slideLayout+xml"/>
  <ns0:Override PartName="/ppt/slideLayouts/slideLayout29.xml" ContentType="application/vnd.openxmlformats-officedocument.presentationml.slideLayout+xml"/>
  <ns0:Override PartName="/ppt/slideLayouts/slideLayout30.xml" ContentType="application/vnd.openxmlformats-officedocument.presentationml.slideLayout+xml"/>
  <ns0:Override PartName="/ppt/slideLayouts/slideLayout31.xml" ContentType="application/vnd.openxmlformats-officedocument.presentationml.slideLayout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>
  <ns0:sldMasterIdLst>
    <ns0:sldMasterId id="2147485096" ns1:id="rId1"/>
  </ns0:sldMasterIdLst>
  <ns0:notesMasterIdLst>
    <ns0:notesMasterId ns1:id="rId25"/>
  </ns0:notesMasterIdLst>
  <ns0:handoutMasterIdLst>
    <ns0:handoutMasterId ns1:id="rId26"/>
  </ns0:handoutMasterIdLst>
  <ns0:sldIdLst>
    <ns0:sldId id="7349" ns1:id="rId2"/>
    <ns0:sldId id="7322" ns1:id="rId3"/>
    <ns0:sldId id="7219" ns1:id="rId4"/>
    <ns0:sldId id="7361" ns1:id="rId5"/>
    <ns0:sldId id="7358" ns1:id="rId6"/>
    <ns0:sldId id="7341" ns1:id="rId7"/>
    <ns0:sldId id="7336" ns1:id="rId8"/>
    <ns0:sldId id="5524" ns1:id="rId9"/>
    <ns0:sldId id="6964" ns1:id="rId10"/>
    <ns0:sldId id="4801" ns1:id="rId11"/>
    <ns0:sldId id="7365" ns1:id="rId12"/>
    <ns0:sldId id="4797" ns1:id="rId13"/>
    <ns0:sldId id="7250" ns1:id="rId14"/>
    <ns0:sldId id="7249" ns1:id="rId15"/>
    <ns0:sldId id="7295" ns1:id="rId16"/>
    <ns0:sldId id="7117" ns1:id="rId17"/>
    <ns0:sldId id="7205" ns1:id="rId18"/>
    <ns0:sldId id="7310" ns1:id="rId19"/>
    <ns0:sldId id="6966" ns1:id="rId20"/>
    <ns0:sldId id="6967" ns1:id="rId21"/>
    <ns0:sldId id="4057" ns1:id="rId22"/>
    <ns0:sldId id="5446" ns1:id="rId23"/>
    <ns0:sldId id="7325" ns1:id="rId24"/>
  </ns0:sldIdLst>
  <ns0:sldSz cx="9144000" cy="6858000" type="screen4x3"/>
  <ns0:notesSz cx="6807200" cy="9939338"/>
  <ns0:custShowLst>
    <ns0:custShow name="自訂放映 1" id="0">
      <ns0:sldLst>
        <ns0:sld ns1:id="rId11"/>
        <ns0:sld ns1:id="rId13"/>
        <ns0:sld ns1:id="rId22"/>
        <ns0:sld ns1:id="rId23"/>
      </ns0:sldLst>
    </ns0:custShow>
    <ns0:custShow name="自訂放映 2" id="1">
      <ns0:sldLst>
        <ns0:sld ns1:id="rId9"/>
      </ns0:sldLst>
    </ns0:custShow>
  </ns0:custShowLst>
  <ns0:defaultTextStyle>
    <ns2:defPPr>
      <ns2:defRPr lang="zh-TW"/>
    </ns2:defPPr>
    <ns2:lvl1pPr algn="l" rtl="0" eaLnBrk="0" fontAlgn="base" hangingPunct="0">
      <ns2:spcBef>
        <ns2:spcPct val="0"/>
      </ns2:spcBef>
      <ns2:spcAft>
        <ns2:spcPct val="0"/>
      </ns2:spcAft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1pPr>
    <ns2:lvl2pPr marL="457200" algn="l" rtl="0" eaLnBrk="0" fontAlgn="base" hangingPunct="0">
      <ns2:spcBef>
        <ns2:spcPct val="0"/>
      </ns2:spcBef>
      <ns2:spcAft>
        <ns2:spcPct val="0"/>
      </ns2:spcAft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2pPr>
    <ns2:lvl3pPr marL="914400" algn="l" rtl="0" eaLnBrk="0" fontAlgn="base" hangingPunct="0">
      <ns2:spcBef>
        <ns2:spcPct val="0"/>
      </ns2:spcBef>
      <ns2:spcAft>
        <ns2:spcPct val="0"/>
      </ns2:spcAft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3pPr>
    <ns2:lvl4pPr marL="1371600" algn="l" rtl="0" eaLnBrk="0" fontAlgn="base" hangingPunct="0">
      <ns2:spcBef>
        <ns2:spcPct val="0"/>
      </ns2:spcBef>
      <ns2:spcAft>
        <ns2:spcPct val="0"/>
      </ns2:spcAft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4pPr>
    <ns2:lvl5pPr marL="1828800" algn="l" rtl="0" eaLnBrk="0" fontAlgn="base" hangingPunct="0">
      <ns2:spcBef>
        <ns2:spcPct val="0"/>
      </ns2:spcBef>
      <ns2:spcAft>
        <ns2:spcPct val="0"/>
      </ns2:spcAft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5pPr>
    <ns2:lvl6pPr marL="2286000" algn="l" defTabSz="914400" rtl="0" eaLnBrk="1" latinLnBrk="0" hangingPunct="1"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6pPr>
    <ns2:lvl7pPr marL="2743200" algn="l" defTabSz="914400" rtl="0" eaLnBrk="1" latinLnBrk="0" hangingPunct="1"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7pPr>
    <ns2:lvl8pPr marL="3200400" algn="l" defTabSz="914400" rtl="0" eaLnBrk="1" latinLnBrk="0" hangingPunct="1"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8pPr>
    <ns2:lvl9pPr marL="3657600" algn="l" defTabSz="914400" rtl="0" eaLnBrk="1" latinLnBrk="0" hangingPunct="1">
      <ns2:defRPr kumimoji="1" kern="1200">
        <ns2:solidFill>
          <ns2:schemeClr val="tx1"/>
        </ns2:solidFill>
        <ns2:latin typeface="Arial" charset="0"/>
        <ns2:ea typeface="新細明體" pitchFamily="18" charset="-120"/>
        <ns2:cs typeface="+mn-cs"/>
      </ns2:defRPr>
    </ns2:lvl9pPr>
  </ns0:defaultTextStyle>
  <ns0:extLst>
    <ns0:ext uri="{EFAFB233-063F-42B5-8137-9DF3F51BA10A}">
      <ns3:sldGuideLst>
        <ns3:guide id="1" orient="horz" pos="2160">
          <ns3:clr>
            <ns2:srgbClr val="A4A3A4"/>
          </ns3:clr>
        </ns3:guide>
        <ns3:guide id="2" pos="2835">
          <ns3:clr>
            <ns2:srgbClr val="A4A3A4"/>
          </ns3:clr>
        </ns3:guide>
      </ns3:sldGuideLst>
    </ns0:ext>
    <ns0:ext uri="{2D200454-40CA-4A62-9FC3-DE9A4176ACB9}">
      <ns3:notesGuideLst>
        <ns3:guide id="1" orient="horz" pos="3111" userDrawn="1">
          <ns3:clr>
            <ns2:srgbClr val="A4A3A4"/>
          </ns3:clr>
        </ns3:guide>
        <ns3:guide id="2" pos="2161" userDrawn="1">
          <ns3:clr>
            <ns2:srgbClr val="A4A3A4"/>
          </ns3:clr>
        </ns3:guide>
        <ns3:guide id="3" orient="horz" pos="3092" userDrawn="1">
          <ns3:clr>
            <ns2:srgbClr val="A4A3A4"/>
          </ns3:clr>
        </ns3:guide>
        <ns3:guide id="4" pos="2141" userDrawn="1">
          <ns3:clr>
            <ns2:srgbClr val="A4A3A4"/>
          </ns3:clr>
        </ns3:guide>
        <ns3:guide id="5" orient="horz" pos="3115" userDrawn="1">
          <ns3:clr>
            <ns2:srgbClr val="A4A3A4"/>
          </ns3:clr>
        </ns3:guide>
        <ns3:guide id="6" orient="horz" pos="3095" userDrawn="1">
          <ns3:clr>
            <ns2:srgbClr val="A4A3A4"/>
          </ns3:clr>
        </ns3:guide>
        <ns3:guide id="7" pos="2164" userDrawn="1">
          <ns3:clr>
            <ns2:srgbClr val="A4A3A4"/>
          </ns3:clr>
        </ns3:guide>
        <ns3:guide id="8" pos="2144" userDrawn="1">
          <ns3:clr>
            <ns2:srgbClr val="A4A3A4"/>
          </ns3:clr>
        </ns3:guide>
        <ns3:guide id="9" orient="horz" pos="3107" userDrawn="1">
          <ns3:clr>
            <ns2:srgbClr val="A4A3A4"/>
          </ns3:clr>
        </ns3:guide>
        <ns3:guide id="10" orient="horz" pos="3090" userDrawn="1">
          <ns3:clr>
            <ns2:srgbClr val="A4A3A4"/>
          </ns3:clr>
        </ns3:guide>
        <ns3:guide id="11" pos="2157" userDrawn="1">
          <ns3:clr>
            <ns2:srgbClr val="A4A3A4"/>
          </ns3:clr>
        </ns3:guide>
        <ns3:guide id="12" pos="2140" userDrawn="1">
          <ns3:clr>
            <ns2:srgbClr val="A4A3A4"/>
          </ns3:clr>
        </ns3:guide>
        <ns3:guide id="13" pos="2159" userDrawn="1">
          <ns3:clr>
            <ns2:srgbClr val="A4A3A4"/>
          </ns3:clr>
        </ns3:guide>
        <ns3:guide id="14" orient="horz" pos="3128" userDrawn="1">
          <ns3:clr>
            <ns2:srgbClr val="A4A3A4"/>
          </ns3:clr>
        </ns3:guide>
        <ns3:guide id="15" orient="horz" pos="3109" userDrawn="1">
          <ns3:clr>
            <ns2:srgbClr val="A4A3A4"/>
          </ns3:clr>
        </ns3:guide>
        <ns3:guide id="16" orient="horz" pos="3132" userDrawn="1">
          <ns3:clr>
            <ns2:srgbClr val="A4A3A4"/>
          </ns3:clr>
        </ns3:guide>
        <ns3:guide id="17" orient="horz" pos="3112" userDrawn="1">
          <ns3:clr>
            <ns2:srgbClr val="A4A3A4"/>
          </ns3:clr>
        </ns3:guide>
        <ns3:guide id="18" orient="horz" pos="3124" userDrawn="1">
          <ns3:clr>
            <ns2:srgbClr val="A4A3A4"/>
          </ns3:clr>
        </ns3:guide>
        <ns3:guide id="19" orient="horz" pos="3136" userDrawn="1">
          <ns3:clr>
            <ns2:srgbClr val="A4A3A4"/>
          </ns3:clr>
        </ns3:guide>
        <ns3:guide id="20" orient="horz" pos="3127" userDrawn="1">
          <ns3:clr>
            <ns2:srgbClr val="A4A3A4"/>
          </ns3:clr>
        </ns3:guide>
        <ns3:guide id="21" orient="horz" pos="3110" userDrawn="1">
          <ns3:clr>
            <ns2:srgbClr val="A4A3A4"/>
          </ns3:clr>
        </ns3:guide>
        <ns3:guide id="22" orient="horz" pos="3149" userDrawn="1">
          <ns3:clr>
            <ns2:srgbClr val="A4A3A4"/>
          </ns3:clr>
        </ns3:guide>
        <ns3:guide id="23" orient="horz" pos="3129" userDrawn="1">
          <ns3:clr>
            <ns2:srgbClr val="A4A3A4"/>
          </ns3:clr>
        </ns3:guide>
        <ns3:guide id="24" orient="horz" pos="3153" userDrawn="1">
          <ns3:clr>
            <ns2:srgbClr val="A4A3A4"/>
          </ns3:clr>
        </ns3:guide>
        <ns3:guide id="25" orient="horz" pos="3133" userDrawn="1">
          <ns3:clr>
            <ns2:srgbClr val="A4A3A4"/>
          </ns3:clr>
        </ns3:guide>
        <ns3:guide id="26" orient="horz" pos="3145" userDrawn="1">
          <ns3:clr>
            <ns2:srgbClr val="A4A3A4"/>
          </ns3:clr>
        </ns3:guide>
        <ns3:guide id="27" pos="2167" userDrawn="1">
          <ns3:clr>
            <ns2:srgbClr val="A4A3A4"/>
          </ns3:clr>
        </ns3:guide>
        <ns3:guide id="28" pos="2147" userDrawn="1">
          <ns3:clr>
            <ns2:srgbClr val="A4A3A4"/>
          </ns3:clr>
        </ns3:guide>
        <ns3:guide id="29" pos="2160" userDrawn="1">
          <ns3:clr>
            <ns2:srgbClr val="A4A3A4"/>
          </ns3:clr>
        </ns3:guide>
        <ns3:guide id="30" pos="2143" userDrawn="1">
          <ns3:clr>
            <ns2:srgbClr val="A4A3A4"/>
          </ns3:clr>
        </ns3:guide>
        <ns3:guide id="31" pos="2162" userDrawn="1">
          <ns3:clr>
            <ns2:srgbClr val="A4A3A4"/>
          </ns3:clr>
        </ns3:guide>
      </ns3:notesGuideLst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clrMode="gray" scaleToFitPaper="1" frame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  <a:srgbClr val="FFFFFF"/>
    <a:srgbClr val="FDD669"/>
    <a:srgbClr val="F6F6F6"/>
    <a:srgbClr val="0000CC"/>
    <a:srgbClr val="CCFFCC"/>
    <a:srgbClr val="CC0066"/>
    <a:srgbClr val="0099FF"/>
    <a:srgbClr val="FF66FF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22838BEF-8BB2-4498-84A7-C5851F593DF1}" styleName="中等深淺樣式 4 - 輔色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C4B1156A-380E-4F78-BDF5-A606A8083BF9}" styleName="中等深淺樣式 4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93D81CF-94F2-401A-BA57-92F5A7B2D0C5}" styleName="中等深淺樣式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6D9F66E-5EB9-4882-86FB-DCBF35E3C3E4}" styleName="中等深淺樣式 4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DCAF9ED-07DC-4A11-8D7F-57B35C25682E}" styleName="中等深淺樣式 1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淺色樣式 1 - 輔色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淺色樣式 3 - 輔色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淺色樣式 3 - 輔色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415" autoAdjust="0"/>
    <p:restoredTop sz="96429" autoAdjust="0"/>
  </p:normalViewPr>
  <p:slideViewPr>
    <p:cSldViewPr showGuides="1">
      <p:cViewPr varScale="1">
        <p:scale>
          <a:sx n="87" d="100"/>
          <a:sy n="87" d="100"/>
        </p:scale>
        <p:origin x="72" y="72"/>
      </p:cViewPr>
      <p:guideLst>
        <p:guide orient="horz" pos="2160"/>
        <p:guide pos="2835"/>
      </p:guideLst>
    </p:cSldViewPr>
  </p:slideViewPr>
  <p:outlineViewPr>
    <p:cViewPr>
      <p:scale>
        <a:sx n="33" d="100"/>
        <a:sy n="33" d="100"/>
      </p:scale>
      <p:origin x="0" y="-3514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howGuides="1">
      <p:cViewPr>
        <p:scale>
          <a:sx n="120" d="100"/>
          <a:sy n="120" d="100"/>
        </p:scale>
        <p:origin x="3066" y="-1266"/>
      </p:cViewPr>
      <p:guideLst>
        <p:guide orient="horz" pos="3111"/>
        <p:guide pos="2161"/>
        <p:guide orient="horz" pos="3092"/>
        <p:guide pos="2141"/>
        <p:guide orient="horz" pos="3115"/>
        <p:guide orient="horz" pos="3095"/>
        <p:guide pos="2164"/>
        <p:guide pos="2144"/>
        <p:guide orient="horz" pos="3107"/>
        <p:guide orient="horz" pos="3090"/>
        <p:guide pos="2157"/>
        <p:guide pos="2140"/>
        <p:guide pos="2159"/>
        <p:guide orient="horz" pos="3128"/>
        <p:guide orient="horz" pos="3109"/>
        <p:guide orient="horz" pos="3132"/>
        <p:guide orient="horz" pos="3112"/>
        <p:guide orient="horz" pos="3124"/>
        <p:guide orient="horz" pos="3136"/>
        <p:guide orient="horz" pos="3127"/>
        <p:guide orient="horz" pos="3110"/>
        <p:guide orient="horz" pos="3149"/>
        <p:guide orient="horz" pos="3129"/>
        <p:guide orient="horz" pos="3153"/>
        <p:guide orient="horz" pos="3133"/>
        <p:guide orient="horz" pos="3145"/>
        <p:guide pos="2167"/>
        <p:guide pos="2147"/>
        <p:guide pos="2160"/>
        <p:guide pos="2143"/>
        <p:guide pos="2162"/>
      </p:guideLst>
    </p:cSldViewPr>
  </p:notesViewPr>
  <p:gridSpacing cx="72008" cy="72008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slide" Target="slides/slide1.xml" /><ns0:Relationship Id="rId3" Type="http://schemas.openxmlformats.org/officeDocument/2006/relationships/slide" Target="slides/slide2.xml" /><ns0:Relationship Id="rId4" Type="http://schemas.openxmlformats.org/officeDocument/2006/relationships/slide" Target="slides/slide3.xml" /><ns0:Relationship Id="rId5" Type="http://schemas.openxmlformats.org/officeDocument/2006/relationships/slide" Target="slides/slide4.xml" /><ns0:Relationship Id="rId6" Type="http://schemas.openxmlformats.org/officeDocument/2006/relationships/slide" Target="slides/slide5.xml" /><ns0:Relationship Id="rId7" Type="http://schemas.openxmlformats.org/officeDocument/2006/relationships/slide" Target="slides/slide6.xml" /><ns0:Relationship Id="rId8" Type="http://schemas.openxmlformats.org/officeDocument/2006/relationships/slide" Target="slides/slide7.xml" /><ns0:Relationship Id="rId9" Type="http://schemas.openxmlformats.org/officeDocument/2006/relationships/slide" Target="slides/slide8.xml" /><ns0:Relationship Id="rId10" Type="http://schemas.openxmlformats.org/officeDocument/2006/relationships/slide" Target="slides/slide9.xml" /><ns0:Relationship Id="rId11" Type="http://schemas.openxmlformats.org/officeDocument/2006/relationships/slide" Target="slides/slide10.xml" /><ns0:Relationship Id="rId12" Type="http://schemas.openxmlformats.org/officeDocument/2006/relationships/slide" Target="slides/slide11.xml" /><ns0:Relationship Id="rId13" Type="http://schemas.openxmlformats.org/officeDocument/2006/relationships/slide" Target="slides/slide12.xml" /><ns0:Relationship Id="rId14" Type="http://schemas.openxmlformats.org/officeDocument/2006/relationships/slide" Target="slides/slide13.xml" /><ns0:Relationship Id="rId15" Type="http://schemas.openxmlformats.org/officeDocument/2006/relationships/slide" Target="slides/slide14.xml" /><ns0:Relationship Id="rId16" Type="http://schemas.openxmlformats.org/officeDocument/2006/relationships/slide" Target="slides/slide15.xml" /><ns0:Relationship Id="rId17" Type="http://schemas.openxmlformats.org/officeDocument/2006/relationships/slide" Target="slides/slide16.xml" /><ns0:Relationship Id="rId18" Type="http://schemas.openxmlformats.org/officeDocument/2006/relationships/slide" Target="slides/slide17.xml" /><ns0:Relationship Id="rId19" Type="http://schemas.openxmlformats.org/officeDocument/2006/relationships/slide" Target="slides/slide18.xml" /><ns0:Relationship Id="rId20" Type="http://schemas.openxmlformats.org/officeDocument/2006/relationships/slide" Target="slides/slide19.xml" /><ns0:Relationship Id="rId21" Type="http://schemas.openxmlformats.org/officeDocument/2006/relationships/slide" Target="slides/slide20.xml" /><ns0:Relationship Id="rId22" Type="http://schemas.openxmlformats.org/officeDocument/2006/relationships/slide" Target="slides/slide21.xml" /><ns0:Relationship Id="rId23" Type="http://schemas.openxmlformats.org/officeDocument/2006/relationships/slide" Target="slides/slide22.xml" /><ns0:Relationship Id="rId24" Type="http://schemas.openxmlformats.org/officeDocument/2006/relationships/slide" Target="slides/slide23.xml" /><ns0:Relationship Id="rId25" Type="http://schemas.openxmlformats.org/officeDocument/2006/relationships/notesMaster" Target="notesMasters/notesMaster1.xml" /><ns0:Relationship Id="rId26" Type="http://schemas.openxmlformats.org/officeDocument/2006/relationships/handoutMaster" Target="handoutMasters/handoutMaster1.xml" /><ns0:Relationship Id="rId27" Type="http://schemas.openxmlformats.org/officeDocument/2006/relationships/presProps" Target="presProps.xml" /><ns0:Relationship Id="rId28" Type="http://schemas.openxmlformats.org/officeDocument/2006/relationships/viewProps" Target="viewProps.xml" /><ns0:Relationship Id="rId29" Type="http://schemas.openxmlformats.org/officeDocument/2006/relationships/theme" Target="theme/theme1.xml" /><ns0:Relationship Id="rId30" Type="http://schemas.openxmlformats.org/officeDocument/2006/relationships/tableStyles" Target="tableStyles.xml" /></ns0: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6" y="34"/>
            <a:ext cx="2951071" cy="497289"/>
          </a:xfrm>
          <a:prstGeom prst="rect">
            <a:avLst/>
          </a:prstGeom>
        </p:spPr>
        <p:txBody>
          <a:bodyPr vert="horz" lIns="91373" tIns="45690" rIns="91373" bIns="45690" rtlCol="0"/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54563" y="34"/>
            <a:ext cx="2951071" cy="497289"/>
          </a:xfrm>
          <a:prstGeom prst="rect">
            <a:avLst/>
          </a:prstGeom>
        </p:spPr>
        <p:txBody>
          <a:bodyPr vert="horz" lIns="91373" tIns="45690" rIns="91373" bIns="45690" rtlCol="0"/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fld id="{28ADF2C0-3ED1-4E56-8738-D71CAC85150E}" type="datetimeFigureOut">
              <a:rPr lang="zh-TW" altLang="en-US"/>
              <a:pPr>
                <a:defRPr/>
              </a:pPr>
              <a:t>2026/3/24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6" y="9440485"/>
            <a:ext cx="2951071" cy="497289"/>
          </a:xfrm>
          <a:prstGeom prst="rect">
            <a:avLst/>
          </a:prstGeom>
        </p:spPr>
        <p:txBody>
          <a:bodyPr vert="horz" lIns="91373" tIns="45690" rIns="91373" bIns="45690" rtlCol="0" anchor="b"/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54563" y="9440485"/>
            <a:ext cx="2951071" cy="497289"/>
          </a:xfrm>
          <a:prstGeom prst="rect">
            <a:avLst/>
          </a:prstGeom>
        </p:spPr>
        <p:txBody>
          <a:bodyPr vert="horz" wrap="square" lIns="91373" tIns="45690" rIns="91373" bIns="4569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AA7D8DC6-8184-4791-B93D-2F664BFCAB05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0497090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6" y="34"/>
            <a:ext cx="2951071" cy="497289"/>
          </a:xfrm>
          <a:prstGeom prst="rect">
            <a:avLst/>
          </a:prstGeom>
        </p:spPr>
        <p:txBody>
          <a:bodyPr vert="horz" lIns="91373" tIns="45690" rIns="91373" bIns="45690" rtlCol="0"/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4563" y="34"/>
            <a:ext cx="2951071" cy="497289"/>
          </a:xfrm>
          <a:prstGeom prst="rect">
            <a:avLst/>
          </a:prstGeom>
        </p:spPr>
        <p:txBody>
          <a:bodyPr vert="horz" lIns="91373" tIns="45690" rIns="91373" bIns="45690" rtlCol="0"/>
          <a:lstStyle>
            <a:lvl1pPr algn="r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fld id="{7F092259-CD0E-4671-B47B-BE7602B073D1}" type="datetimeFigureOut">
              <a:rPr lang="zh-TW" altLang="en-US"/>
              <a:pPr>
                <a:defRPr/>
              </a:pPr>
              <a:t>2026/3/24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6125"/>
            <a:ext cx="4968875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73" tIns="45690" rIns="91373" bIns="45690" rtlCol="0" anchor="ctr"/>
          <a:lstStyle/>
          <a:p>
            <a:pPr lvl="0"/>
            <a:endParaRPr lang="zh-TW" altLang="en-US" noProof="0" smtClean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2035" y="4720233"/>
            <a:ext cx="5444798" cy="4472380"/>
          </a:xfrm>
          <a:prstGeom prst="rect">
            <a:avLst/>
          </a:prstGeom>
        </p:spPr>
        <p:txBody>
          <a:bodyPr vert="horz" lIns="91373" tIns="45690" rIns="91373" bIns="45690" rtlCol="0"/>
          <a:lstStyle/>
          <a:p>
            <a:pPr lvl="0"/>
            <a:r>
              <a:rPr lang="zh-TW" altLang="en-US" noProof="0" smtClean="0"/>
              <a:t>按一下以編輯母片文字樣式</a:t>
            </a:r>
          </a:p>
          <a:p>
            <a:pPr lvl="1"/>
            <a:r>
              <a:rPr lang="zh-TW" altLang="en-US" noProof="0" smtClean="0"/>
              <a:t>第二層</a:t>
            </a:r>
          </a:p>
          <a:p>
            <a:pPr lvl="2"/>
            <a:r>
              <a:rPr lang="zh-TW" altLang="en-US" noProof="0" smtClean="0"/>
              <a:t>第三層</a:t>
            </a:r>
          </a:p>
          <a:p>
            <a:pPr lvl="3"/>
            <a:r>
              <a:rPr lang="zh-TW" altLang="en-US" noProof="0" smtClean="0"/>
              <a:t>第四層</a:t>
            </a:r>
          </a:p>
          <a:p>
            <a:pPr lvl="4"/>
            <a:r>
              <a:rPr lang="zh-TW" altLang="en-US" noProof="0" smtClean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6" y="9440485"/>
            <a:ext cx="2951071" cy="497289"/>
          </a:xfrm>
          <a:prstGeom prst="rect">
            <a:avLst/>
          </a:prstGeom>
        </p:spPr>
        <p:txBody>
          <a:bodyPr vert="horz" lIns="91373" tIns="45690" rIns="91373" bIns="45690" rtlCol="0" anchor="b"/>
          <a:lstStyle>
            <a:lvl1pPr algn="l" eaLnBrk="1" hangingPunct="1">
              <a:defRPr sz="1200">
                <a:latin typeface="Arial" charset="0"/>
                <a:ea typeface="新細明體" pitchFamily="18" charset="-120"/>
              </a:defRPr>
            </a:lvl1pPr>
          </a:lstStyle>
          <a:p>
            <a:pPr>
              <a:defRPr/>
            </a:pP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4563" y="9440485"/>
            <a:ext cx="2951071" cy="497289"/>
          </a:xfrm>
          <a:prstGeom prst="rect">
            <a:avLst/>
          </a:prstGeom>
        </p:spPr>
        <p:txBody>
          <a:bodyPr vert="horz" wrap="square" lIns="91373" tIns="45690" rIns="91373" bIns="4569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fld id="{F27813B8-BD71-47EA-8F5C-0B8E83E26779}" type="slidenum">
              <a:rPr lang="zh-TW" altLang="en-US"/>
              <a:pPr>
                <a:defRPr/>
              </a:pPr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180524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923925" y="746125"/>
            <a:ext cx="4968875" cy="3725863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5A016CC-36D2-40A2-AEF6-8F856D4ACFE0}" type="slidenum">
              <a:rPr lang="en-US" altLang="zh-TW" smtClean="0">
                <a:solidFill>
                  <a:prstClr val="black"/>
                </a:solidFill>
              </a:rPr>
              <a:pPr>
                <a:defRPr/>
              </a:pPr>
              <a:t>2</a:t>
            </a:fld>
            <a:endParaRPr lang="en-US" altLang="zh-TW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32331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投影片圖像版面配置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1491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xfrm>
            <a:off x="3848383" y="9431919"/>
            <a:ext cx="2947721" cy="49474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defTabSz="914284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0287" indent="-284722" defTabSz="914284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38902" indent="-227783" defTabSz="914284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594468" indent="-227783" defTabSz="914284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0021" indent="-227783" defTabSz="914284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05590" indent="-227783" defTabSz="914284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61146" indent="-227783" defTabSz="914284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16705" indent="-227783" defTabSz="914284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72269" indent="-227783" defTabSz="914284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fld id="{5258E0DE-6D87-4578-A125-0B8194F7F914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</a:rPr>
              <a:pPr/>
              <a:t>3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91492" name="備忘稿版面配置區 1"/>
          <p:cNvSpPr>
            <a:spLocks noGrp="1"/>
          </p:cNvSpPr>
          <p:nvPr>
            <p:ph type="body" idx="1"/>
          </p:nvPr>
        </p:nvSpPr>
        <p:spPr bwMode="auto">
          <a:xfrm>
            <a:off x="161754" y="4715975"/>
            <a:ext cx="6472613" cy="492209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>
              <a:spcBef>
                <a:spcPct val="0"/>
              </a:spcBef>
            </a:pPr>
            <a:endParaRPr lang="zh-TW" altLang="en-US" sz="3000" b="1">
              <a:ea typeface="標楷體" pitchFamily="65" charset="-12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82853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投影片圖像版面配置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1491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xfrm>
            <a:off x="3853776" y="9442477"/>
            <a:ext cx="2951851" cy="49530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defTabSz="915381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1175" indent="-285064" defTabSz="915381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0269" indent="-228056" defTabSz="915381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596381" indent="-228056" defTabSz="915381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2481" indent="-228056" defTabSz="915381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08597" indent="-228056" defTabSz="915381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64699" indent="-228056" defTabSz="915381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0805" indent="-228056" defTabSz="915381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76916" indent="-228056" defTabSz="915381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fld id="{5258E0DE-6D87-4578-A125-0B8194F7F914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</a:rPr>
              <a:pPr/>
              <a:t>4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91492" name="備忘稿版面配置區 1"/>
          <p:cNvSpPr>
            <a:spLocks noGrp="1"/>
          </p:cNvSpPr>
          <p:nvPr>
            <p:ph type="body" idx="1"/>
          </p:nvPr>
        </p:nvSpPr>
        <p:spPr bwMode="auto">
          <a:xfrm>
            <a:off x="161981" y="4721254"/>
            <a:ext cx="6481683" cy="4927599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>
              <a:spcBef>
                <a:spcPct val="0"/>
              </a:spcBef>
            </a:pPr>
            <a:endParaRPr lang="zh-TW" altLang="en-US" sz="3000" b="1">
              <a:ea typeface="標楷體" pitchFamily="65" charset="-12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64576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923925" y="746125"/>
            <a:ext cx="4968875" cy="3725863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5A016CC-36D2-40A2-AEF6-8F856D4ACFE0}" type="slidenum">
              <a:rPr lang="en-US" altLang="zh-TW" smtClean="0">
                <a:solidFill>
                  <a:prstClr val="black"/>
                </a:solidFill>
              </a:rPr>
              <a:pPr>
                <a:defRPr/>
              </a:pPr>
              <a:t>5</a:t>
            </a:fld>
            <a:endParaRPr lang="en-US" altLang="zh-TW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97313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90" name="投影片圖像版面配置區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1491" name="投影片編號版面配置區 3"/>
          <p:cNvSpPr>
            <a:spLocks noGrp="1"/>
          </p:cNvSpPr>
          <p:nvPr>
            <p:ph type="sldNum" sz="quarter" idx="5"/>
          </p:nvPr>
        </p:nvSpPr>
        <p:spPr bwMode="auto">
          <a:xfrm>
            <a:off x="3853777" y="9442478"/>
            <a:ext cx="2951851" cy="495301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defTabSz="915288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1pPr>
            <a:lvl2pPr marL="741099" indent="-285035" defTabSz="915288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2pPr>
            <a:lvl3pPr marL="1140154" indent="-228033" defTabSz="915288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3pPr>
            <a:lvl4pPr marL="1596219" indent="-228033" defTabSz="915288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4pPr>
            <a:lvl5pPr marL="2052273" indent="-228033" defTabSz="915288"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5pPr>
            <a:lvl6pPr marL="2508342" indent="-228033" defTabSz="915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6pPr>
            <a:lvl7pPr marL="2964398" indent="-228033" defTabSz="915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7pPr>
            <a:lvl8pPr marL="3420458" indent="-228033" defTabSz="915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8pPr>
            <a:lvl9pPr marL="3876522" indent="-228033" defTabSz="915288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600" b="1">
                <a:solidFill>
                  <a:schemeClr val="tx1"/>
                </a:solidFill>
                <a:latin typeface="Times New Roman" pitchFamily="18" charset="0"/>
                <a:ea typeface="標楷體" pitchFamily="65" charset="-120"/>
              </a:defRPr>
            </a:lvl9pPr>
          </a:lstStyle>
          <a:p>
            <a:fld id="{5258E0DE-6D87-4578-A125-0B8194F7F914}" type="slidenum">
              <a:rPr lang="en-US" altLang="zh-TW" sz="1200" b="0">
                <a:solidFill>
                  <a:srgbClr val="000000"/>
                </a:solidFill>
                <a:latin typeface="Arial" pitchFamily="34" charset="0"/>
                <a:ea typeface="新細明體" pitchFamily="18" charset="-120"/>
              </a:rPr>
              <a:pPr/>
              <a:t>6</a:t>
            </a:fld>
            <a:endParaRPr lang="en-US" altLang="zh-TW" sz="1200" b="0">
              <a:solidFill>
                <a:srgbClr val="000000"/>
              </a:solidFill>
              <a:latin typeface="Arial" pitchFamily="34" charset="0"/>
              <a:ea typeface="新細明體" pitchFamily="18" charset="-120"/>
            </a:endParaRPr>
          </a:p>
        </p:txBody>
      </p:sp>
      <p:sp>
        <p:nvSpPr>
          <p:cNvPr id="191492" name="備忘稿版面配置區 1"/>
          <p:cNvSpPr>
            <a:spLocks noGrp="1"/>
          </p:cNvSpPr>
          <p:nvPr>
            <p:ph type="body" idx="1"/>
          </p:nvPr>
        </p:nvSpPr>
        <p:spPr bwMode="auto">
          <a:xfrm>
            <a:off x="161982" y="4721255"/>
            <a:ext cx="6481683" cy="4927599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/>
          <a:p>
            <a:pPr>
              <a:spcBef>
                <a:spcPct val="0"/>
              </a:spcBef>
            </a:pPr>
            <a:endParaRPr lang="zh-TW" altLang="en-US" sz="3000" b="1">
              <a:ea typeface="標楷體" pitchFamily="65" charset="-12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65131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5525" indent="-285518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6841" indent="-228416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5257" indent="-228416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63676" indent="-228416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20509" indent="-228416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7341" indent="-228416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34175" indent="-228416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91005" indent="-228416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r>
              <a:rPr lang="en-US" altLang="zh-TW" smtClean="0">
                <a:solidFill>
                  <a:srgbClr val="000000"/>
                </a:solidFill>
              </a:rPr>
              <a:t>第頁，共29頁</a:t>
            </a:r>
          </a:p>
        </p:txBody>
      </p:sp>
      <p:sp>
        <p:nvSpPr>
          <p:cNvPr id="1781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5525" indent="-285518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6841" indent="-228416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5257" indent="-228416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63676" indent="-228416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20509" indent="-228416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7341" indent="-228416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34175" indent="-228416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91005" indent="-228416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fld id="{959A26FD-2741-4D9F-9C41-375CBC6BD8B1}" type="slidenum">
              <a:rPr lang="en-US" altLang="zh-TW" smtClean="0">
                <a:solidFill>
                  <a:srgbClr val="000000"/>
                </a:solidFill>
              </a:rPr>
              <a:pPr/>
              <a:t>7</a:t>
            </a:fld>
            <a:endParaRPr lang="en-US" altLang="zh-TW" smtClean="0">
              <a:solidFill>
                <a:srgbClr val="000000"/>
              </a:solidFill>
            </a:endParaRPr>
          </a:p>
        </p:txBody>
      </p:sp>
      <p:sp>
        <p:nvSpPr>
          <p:cNvPr id="178180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8181" name="Rectangle 3"/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smtClean="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8850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03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smtClean="0"/>
          </a:p>
        </p:txBody>
      </p:sp>
    </p:spTree>
    <p:extLst>
      <p:ext uri="{BB962C8B-B14F-4D97-AF65-F5344CB8AC3E}">
        <p14:creationId xmlns:p14="http://schemas.microsoft.com/office/powerpoint/2010/main" val="34399329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83299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smtClean="0"/>
          </a:p>
        </p:txBody>
      </p:sp>
    </p:spTree>
    <p:extLst>
      <p:ext uri="{BB962C8B-B14F-4D97-AF65-F5344CB8AC3E}">
        <p14:creationId xmlns:p14="http://schemas.microsoft.com/office/powerpoint/2010/main" val="8833530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03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smtClean="0"/>
          </a:p>
        </p:txBody>
      </p:sp>
    </p:spTree>
    <p:extLst>
      <p:ext uri="{BB962C8B-B14F-4D97-AF65-F5344CB8AC3E}">
        <p14:creationId xmlns:p14="http://schemas.microsoft.com/office/powerpoint/2010/main" val="13744361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3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smtClean="0"/>
          </a:p>
        </p:txBody>
      </p:sp>
    </p:spTree>
    <p:extLst>
      <p:ext uri="{BB962C8B-B14F-4D97-AF65-F5344CB8AC3E}">
        <p14:creationId xmlns:p14="http://schemas.microsoft.com/office/powerpoint/2010/main" val="21287211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03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smtClean="0"/>
          </a:p>
        </p:txBody>
      </p:sp>
    </p:spTree>
    <p:extLst>
      <p:ext uri="{BB962C8B-B14F-4D97-AF65-F5344CB8AC3E}">
        <p14:creationId xmlns:p14="http://schemas.microsoft.com/office/powerpoint/2010/main" val="6817096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22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09923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1435915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3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 altLang="zh-TW" dirty="0" smtClean="0"/>
              <a:t>61</a:t>
            </a:r>
            <a:endParaRPr lang="zh-TW" altLang="en-US" dirty="0" smtClean="0"/>
          </a:p>
        </p:txBody>
      </p:sp>
    </p:spTree>
    <p:extLst>
      <p:ext uri="{BB962C8B-B14F-4D97-AF65-F5344CB8AC3E}">
        <p14:creationId xmlns:p14="http://schemas.microsoft.com/office/powerpoint/2010/main" val="14014641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03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smtClean="0"/>
          </a:p>
        </p:txBody>
      </p:sp>
    </p:spTree>
    <p:extLst>
      <p:ext uri="{BB962C8B-B14F-4D97-AF65-F5344CB8AC3E}">
        <p14:creationId xmlns:p14="http://schemas.microsoft.com/office/powerpoint/2010/main" val="13618020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83299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smtClean="0"/>
          </a:p>
        </p:txBody>
      </p:sp>
    </p:spTree>
    <p:extLst>
      <p:ext uri="{BB962C8B-B14F-4D97-AF65-F5344CB8AC3E}">
        <p14:creationId xmlns:p14="http://schemas.microsoft.com/office/powerpoint/2010/main" val="23381769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02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03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smtClean="0"/>
          </a:p>
        </p:txBody>
      </p:sp>
    </p:spTree>
    <p:extLst>
      <p:ext uri="{BB962C8B-B14F-4D97-AF65-F5344CB8AC3E}">
        <p14:creationId xmlns:p14="http://schemas.microsoft.com/office/powerpoint/2010/main" val="17264266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2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61443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smtClean="0"/>
          </a:p>
        </p:txBody>
      </p:sp>
    </p:spTree>
    <p:extLst>
      <p:ext uri="{BB962C8B-B14F-4D97-AF65-F5344CB8AC3E}">
        <p14:creationId xmlns:p14="http://schemas.microsoft.com/office/powerpoint/2010/main" val="30969421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98" name="投影片圖像版面配置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60099" name="備忘稿版面配置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zh-TW" altLang="en-US" smtClean="0"/>
          </a:p>
        </p:txBody>
      </p:sp>
    </p:spTree>
    <p:extLst>
      <p:ext uri="{BB962C8B-B14F-4D97-AF65-F5344CB8AC3E}">
        <p14:creationId xmlns:p14="http://schemas.microsoft.com/office/powerpoint/2010/main" val="496798696"/>
      </p:ext>
    </p:extLst>
  </p:cSld>
  <p:clrMapOvr>
    <a:masterClrMapping/>
  </p:clrMapOvr>
</p:notes>
</file>

<file path=ppt/slideLayouts/_rels/slideLayout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png" /><ns0:Relationship Id="rId4" Type="http://schemas.openxmlformats.org/officeDocument/2006/relationships/image" Target="../media/image1.png" /><ns0:Relationship Id="rId5" Type="http://schemas.openxmlformats.org/officeDocument/2006/relationships/image" Target="../media/image2.png" /></ns0:Relationships>
</file>

<file path=ppt/slideLayouts/_rels/slideLayout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8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9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3.jpeg" /><ns0:Relationship Id="rId3" Type="http://schemas.openxmlformats.org/officeDocument/2006/relationships/image" Target="../media/image3.jpeg" /><ns0:Relationship Id="rId4" Type="http://schemas.openxmlformats.org/officeDocument/2006/relationships/image" Target="../media/image3.jpeg" /><ns0:Relationship Id="rId5" Type="http://schemas.openxmlformats.org/officeDocument/2006/relationships/image" Target="../media/image3.jpeg" /><ns0:Relationship Id="rId6" Type="http://schemas.openxmlformats.org/officeDocument/2006/relationships/image" Target="../media/image4.gif" /></ns0:Relationships>
</file>

<file path=ppt/slideLayouts/_rels/slideLayout14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5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6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3.jpeg" /><ns0:Relationship Id="rId3" Type="http://schemas.openxmlformats.org/officeDocument/2006/relationships/image" Target="../media/image3.jpeg" /><ns0:Relationship Id="rId4" Type="http://schemas.openxmlformats.org/officeDocument/2006/relationships/image" Target="../media/image3.jpeg" /></ns0:Relationships>
</file>

<file path=ppt/slideLayouts/_rels/slideLayout1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8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19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0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3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4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5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6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8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29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3.jpeg" /><ns0:Relationship Id="rId3" Type="http://schemas.openxmlformats.org/officeDocument/2006/relationships/image" Target="../media/image3.jpeg" /><ns0:Relationship Id="rId4" Type="http://schemas.openxmlformats.org/officeDocument/2006/relationships/image" Target="../media/image3.jpeg" /><ns0:Relationship Id="rId5" Type="http://schemas.openxmlformats.org/officeDocument/2006/relationships/image" Target="../media/image3.jpeg" /><ns0:Relationship Id="rId6" Type="http://schemas.openxmlformats.org/officeDocument/2006/relationships/image" Target="../media/image5.jpg" /></ns0:Relationships>
</file>

<file path=ppt/slideLayouts/_rels/slideLayout30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/ns0:Relationships>
</file>

<file path=ppt/slideLayouts/_rels/slideLayout3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6.png" /><ns0:Relationship Id="rId3" Type="http://schemas.microsoft.com/office/2007/relationships/hdphoto" Target="../media/hdphoto1.wdp" /></ns0:Relationships>
</file>

<file path=ppt/slideLayouts/slideLayout1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openxmlformats.org/officeDocument/2006/relationships" xmlns:ns4="http://schemas.microsoft.com/office/powerpoint/2010/main" preserve="1" userDrawn="1">
  <ns0:cSld name="版型1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Box 2"/>
          <ns0:cNvSpPr txBox="1">
            <ns1:spLocks noChangeArrowheads="1"/>
          </ns0:cNvSpPr>
          <ns0:nvPr/>
        </ns0:nvSpPr>
        <ns0:spPr bwMode="auto">
          <ns1:xfrm>
            <ns1:off x="1182688" y="476250"/>
            <ns1:ext cx="6913562" cy="1384300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>
            <ns1:spAutoFit/>
          </ns1:bodyPr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 eaLnBrk="1" hangingPunct="1">
              <ns1:lnSpc>
                <ns1:spcPct val="60000"/>
              </ns1:lnSpc>
              <ns1:spcBef>
                <ns1:spcPct val="50000"/>
              </ns1:spcBef>
              <ns1:buFontTx/>
              <ns1:buNone/>
            </ns1:pPr>
            <ns1:r>
              <ns1:rPr lang="zh-TW" altLang="en-US" sz="4800" dirty="0" smtClean="0">
                <ns1:solidFill>
                  <ns1:schemeClr val="bg1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800" dirty="0">
                <ns1:solidFill>
                  <ns1:schemeClr val="bg1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800" dirty="0" smtClean="0">
                <ns1:solidFill>
                  <ns1:schemeClr val="bg1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en-US" altLang="zh-TW" sz="4800" dirty="0">
              <ns1:solidFill>
                <ns1:schemeClr val="bg1"/>
              </ns1:solidFill>
              <ns1:latin typeface="標楷體" panose="03000509000000000000" pitchFamily="65" charset="-120"/>
              <ns1:ea typeface="標楷體" panose="03000509000000000000" pitchFamily="65" charset="-120"/>
              <ns1:cs typeface="Times New Roman" panose="02020603050405020304" pitchFamily="18" charset="0"/>
            </ns1:endParaRPr>
          </ns1:p>
          <ns1:p>
            <ns1:pPr algn="ctr" eaLnBrk="1" hangingPunct="1">
              <ns1:lnSpc>
                <ns1:spcPct val="60000"/>
              </ns1:lnSpc>
              <ns1:spcBef>
                <ns1:spcPct val="50000"/>
              </ns1:spcBef>
              <ns1:buFontTx/>
              <ns1:buNone/>
            </ns1:pPr>
            <ns1:r>
              <ns1:rPr lang="zh-TW" altLang="en-US" sz="4800" dirty="0" smtClean="0">
                <ns1:solidFill>
                  <ns1:schemeClr val="bg1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zh-TW" altLang="en-US" sz="4800" dirty="0">
              <ns1:solidFill>
                <ns1:schemeClr val="bg1"/>
              </ns1:solidFill>
              <ns1:latin typeface="標楷體" panose="03000509000000000000" pitchFamily="65" charset="-120"/>
              <ns1:ea typeface="標楷體" panose="03000509000000000000" pitchFamily="65" charset="-120"/>
              <ns1:cs typeface="Times New Roman" panose="02020603050405020304" pitchFamily="18" charset="0"/>
            </ns1:endParaRPr>
          </ns1:p>
        </ns0:txBody>
      </ns0:sp>
      <ns0:grpSp>
        <ns0:nvGrpSpPr>
          <ns0:cNvPr id="3" name="Group 10"/>
          <ns0:cNvGrpSpPr>
            <ns1:grpSpLocks/>
          </ns0:cNvGrpSpPr>
          <ns0:nvPr/>
        </ns0:nvGrpSpPr>
        <ns0:grpSpPr bwMode="auto">
          <ns1:xfrm>
            <ns1:off x="1154113" y="5138738"/>
            <ns1:ext cx="6943725" cy="1495425"/>
            <ns1:chOff x="746" y="3209"/>
            <ns1:chExt cx="4373" cy="829"/>
          </ns1:xfrm>
        </ns0:grpSpPr>
        <ns0:sp>
          <ns0:nvSpPr>
            <ns0:cNvPr id="4" name="Rectangle 11"/>
            <ns0:cNvSpPr>
              <ns1:spLocks noChangeArrowheads="1"/>
            </ns0:cNvSpPr>
            <ns0:nvPr/>
          </ns0:nvSpPr>
          <ns0:spPr bwMode="auto">
            <ns1:xfrm>
              <ns1:off x="746" y="3209"/>
              <ns1:ext cx="1462" cy="829"/>
            </ns1:xfrm>
            <ns1:prstGeom prst="rect">
              <ns1:avLst/>
            </ns1:prstGeom>
            <ns1:noFill/>
            <ns1:ln>
              <ns1:noFill/>
            </ns1:ln>
            <ns1:effectLst>
              <ns1:outerShdw dist="35921" dir="2700000" algn="ctr" rotWithShape="0">
                <ns1:schemeClr val="tx1"/>
              </ns1:outerShdw>
            </ns1:effectLst>
            <ns1:extLst>
              <ns1:ext uri="{909E8E84-426E-40DD-AFC4-6F175D3DCCD1}">
                <ns2:hiddenFill>
                  <ns1:solidFill>
                    <ns1:schemeClr val="accent1"/>
                  </ns1:solidFill>
                </ns2:hiddenFill>
              </ns1:ext>
              <ns1:ext uri="{91240B29-F687-4F45-9708-019B960494DF}">
                <ns2:hiddenLine w="9525">
                  <ns1:solidFill>
                    <ns1:schemeClr val="tx1"/>
                  </ns1:solidFill>
                  <ns1:miter lim="800000"/>
                  <ns1:headEnd/>
                  <ns1:tailEnd/>
                </ns2:hiddenLine>
              </ns1:ext>
            </ns1:extLst>
          </ns0:spPr>
          <ns0:txBody>
            <ns1:bodyPr>
              <ns1:spAutoFit/>
            </ns1:bodyPr>
            <ns1:lstStyle>
              <ns1:lvl1pPr>
                <ns1:spcBef>
                  <ns1:spcPct val="20000"/>
                </ns1:spcBef>
                <ns1:buChar char="•"/>
                <ns1:defRPr kumimoji="1" sz="32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1pPr>
              <ns1:lvl2pPr marL="742950" indent="-285750">
                <ns1:spcBef>
                  <ns1:spcPct val="20000"/>
                </ns1:spcBef>
                <ns1:buChar char="–"/>
                <ns1:defRPr kumimoji="1" sz="28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2pPr>
              <ns1:lvl3pPr marL="1143000" indent="-228600">
                <ns1:spcBef>
                  <ns1:spcPct val="20000"/>
                </ns1:spcBef>
                <ns1:buChar char="•"/>
                <ns1:defRPr kumimoji="1" sz="24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3pPr>
              <ns1:lvl4pPr marL="1600200" indent="-228600">
                <ns1:spcBef>
                  <ns1:spcPct val="20000"/>
                </ns1:spcBef>
                <ns1:buChar char="–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4pPr>
              <ns1:lvl5pPr marL="2057400" indent="-228600">
                <ns1:spcBef>
                  <ns1:spcPct val="20000"/>
                </ns1:spcBef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5pPr>
              <ns1:lvl6pPr marL="25146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6pPr>
              <ns1:lvl7pPr marL="29718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7pPr>
              <ns1:lvl8pPr marL="34290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8pPr>
              <ns1:lvl9pPr marL="38862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9pPr>
            </ns1:lstStyle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</ns1:p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zh-TW" altLang="en-US" dirty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</ns1:p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endParaRPr lang="en-US" altLang="zh-TW" dirty="0">
                <ns1:solidFill>
                  <ns1:schemeClr val="bg1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endParaRPr>
            </ns1:p>
          </ns0:txBody>
        </ns0:sp>
        <ns0:sp>
          <ns0:nvSpPr>
            <ns0:cNvPr id="5" name="Rectangle 12"/>
            <ns0:cNvSpPr>
              <ns1:spLocks noChangeArrowheads="1"/>
            </ns0:cNvSpPr>
            <ns0:nvPr/>
          </ns0:nvSpPr>
          <ns0:spPr bwMode="auto">
            <ns1:xfrm>
              <ns1:off x="2095" y="3209"/>
              <ns1:ext cx="3024" cy="829"/>
            </ns1:xfrm>
            <ns1:prstGeom prst="rect">
              <ns1:avLst/>
            </ns1:prstGeom>
            <ns1:noFill/>
            <ns1:ln>
              <ns1:noFill/>
            </ns1:ln>
            <ns1:effectLst>
              <ns1:outerShdw dist="35921" dir="2700000" algn="ctr" rotWithShape="0">
                <ns1:schemeClr val="tx1"/>
              </ns1:outerShdw>
            </ns1:effectLst>
            <ns1:extLst>
              <ns1:ext uri="{909E8E84-426E-40DD-AFC4-6F175D3DCCD1}">
                <ns2:hiddenFill>
                  <ns1:solidFill>
                    <ns1:schemeClr val="accent1"/>
                  </ns1:solidFill>
                </ns2:hiddenFill>
              </ns1:ext>
              <ns1:ext uri="{91240B29-F687-4F45-9708-019B960494DF}">
                <ns2:hiddenLine w="9525">
                  <ns1:solidFill>
                    <ns1:schemeClr val="tx1"/>
                  </ns1:solidFill>
                  <ns1:miter lim="800000"/>
                  <ns1:headEnd/>
                  <ns1:tailEnd/>
                </ns2:hiddenLine>
              </ns1:ext>
            </ns1:extLst>
          </ns0:spPr>
          <ns0:txBody>
            <ns1:bodyPr>
              <ns1:spAutoFit/>
            </ns1:bodyPr>
            <ns1:lstStyle>
              <ns1:lvl1pPr>
                <ns1:spcBef>
                  <ns1:spcPct val="20000"/>
                </ns1:spcBef>
                <ns1:buChar char="•"/>
                <ns1:defRPr kumimoji="1" sz="32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1pPr>
              <ns1:lvl2pPr marL="742950" indent="-285750">
                <ns1:spcBef>
                  <ns1:spcPct val="20000"/>
                </ns1:spcBef>
                <ns1:buChar char="–"/>
                <ns1:defRPr kumimoji="1" sz="28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2pPr>
              <ns1:lvl3pPr marL="1143000" indent="-228600">
                <ns1:spcBef>
                  <ns1:spcPct val="20000"/>
                </ns1:spcBef>
                <ns1:buChar char="•"/>
                <ns1:defRPr kumimoji="1" sz="24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3pPr>
              <ns1:lvl4pPr marL="1600200" indent="-228600">
                <ns1:spcBef>
                  <ns1:spcPct val="20000"/>
                </ns1:spcBef>
                <ns1:buChar char="–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4pPr>
              <ns1:lvl5pPr marL="2057400" indent="-228600">
                <ns1:spcBef>
                  <ns1:spcPct val="20000"/>
                </ns1:spcBef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5pPr>
              <ns1:lvl6pPr marL="25146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6pPr>
              <ns1:lvl7pPr marL="29718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7pPr>
              <ns1:lvl8pPr marL="34290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8pPr>
              <ns1:lvl9pPr marL="38862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9pPr>
            </ns1:lstStyle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en-US" altLang="zh-TW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en-US" altLang="zh-TW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en-US" altLang="zh-TW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endParaRPr lang="zh-TW" altLang="en-US" dirty="0">
                <ns1:solidFill>
                  <ns1:schemeClr val="bg1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endParaRPr>
            </ns1:p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zh-TW" altLang="en-US" dirty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endParaRPr lang="en-US" altLang="zh-TW" dirty="0" smtClean="0">
                <ns1:solidFill>
                  <ns1:schemeClr val="bg1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endParaRPr>
            </ns1:p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zh-TW" altLang="en-US" dirty="0">
                  <ns1:solidFill>
                    <ns1:schemeClr val="bg1"/>
                  </ns1:solidFill>
                  <ns1:latin typeface="標楷體" pitchFamily="65" charset="-120"/>
                  <ns1:ea typeface="標楷體" pitchFamily="65" charset="-120"/>
                </ns1:rPr>
                <ns1:t/>
              </ns1:r>
              <ns1:endParaRPr lang="en-US" altLang="zh-TW" dirty="0">
                <ns1:solidFill>
                  <ns1:schemeClr val="bg1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endParaRPr>
            </ns1:p>
          </ns0:txBody>
        </ns0:sp>
      </ns0:grpSp>
      <ns0:grpSp>
        <ns0:nvGrpSpPr>
          <ns0:cNvPr id="6" name="群組 7"/>
          <ns0:cNvGrpSpPr>
            <ns1:grpSpLocks/>
          </ns0:cNvGrpSpPr>
          <ns0:nvPr/>
        </ns0:nvGrpSpPr>
        <ns0:grpSpPr bwMode="auto">
          <ns1:xfrm>
            <ns1:off x="2483768" y="1847984"/>
            <ns1:ext cx="4259262" cy="3238500"/>
            <ns1:chOff x="2335" y="2993"/>
            <ns1:chExt cx="7321" cy="5649"/>
          </ns1:xfrm>
        </ns0:grpSpPr>
        <ns0:pic>
          <ns0:nvPicPr>
            <ns0:cNvPr id="7" name="Picture 3" descr="新部徽110008091712"/>
            <ns0:cNvPicPr>
              <ns1:picLocks noChangeAspect="1" noChangeArrowheads="1"/>
            </ns0:cNvPicPr>
            <ns0:nvPr/>
          </ns0:nvPicPr>
          <ns0:blipFill>
            <ns1:blip ns3:embed="rId4" cstate="print">
              <ns1:extLst>
                <ns1:ext uri="{28A0092B-C50C-407E-A947-70E740481C1C}">
                  <ns2:useLocalDpi val="0"/>
                </ns1:ext>
              </ns1:extLst>
            </ns1:blip>
            <ns1:srcRect b="11539"/>
            <ns1:stretch>
              <ns1:fillRect/>
            </ns1:stretch>
          </ns0:blipFill>
          <ns0:spPr bwMode="auto">
            <ns1:xfrm>
              <ns1:off x="2335" y="2993"/>
              <ns1:ext cx="7240" cy="5014"/>
            </ns1:xfrm>
            <ns1:prstGeom prst="rect">
              <ns1:avLst/>
            </ns1:prstGeom>
            <ns1:noFill/>
            <ns1:ln>
              <ns1:noFill/>
            </ns1:ln>
            <ns1:extLst>
              <ns1:ext uri="{909E8E84-426E-40DD-AFC4-6F175D3DCCD1}">
                <ns2:hiddenFill>
                  <ns1:solidFill>
                    <ns1:srgbClr val="FFFFFF"/>
                  </ns1:solidFill>
                </ns2:hiddenFill>
              </ns1:ext>
              <ns1:ext uri="{91240B29-F687-4F45-9708-019B960494DF}">
                <ns2:hiddenLine w="9525">
                  <ns1:solidFill>
                    <ns1:srgbClr val="000000"/>
                  </ns1:solidFill>
                  <ns1:miter lim="800000"/>
                  <ns1:headEnd/>
                  <ns1:tailEnd/>
                </ns2:hiddenLine>
              </ns1:ext>
            </ns1:extLst>
          </ns0:spPr>
        </ns0:pic>
        <ns0:pic>
          <ns0:nvPicPr>
            <ns0:cNvPr id="8" name="Picture 4" descr="新部徽110008091712"/>
            <ns0:cNvPicPr>
              <ns1:picLocks noChangeAspect="1" noChangeArrowheads="1"/>
            </ns0:cNvPicPr>
            <ns0:nvPr/>
          </ns0:nvPicPr>
          <ns0:blipFill>
            <ns1:blip ns3:embed="rId5" cstate="print">
              <ns1:extLst>
                <ns1:ext uri="{28A0092B-C50C-407E-A947-70E740481C1C}">
                  <ns2:useLocalDpi val="0"/>
                </ns1:ext>
              </ns1:extLst>
            </ns1:blip>
            <ns1:srcRect t="88762" b="18"/>
            <ns1:stretch>
              <ns1:fillRect/>
            </ns1:stretch>
          </ns0:blipFill>
          <ns0:spPr bwMode="auto">
            <ns1:xfrm>
              <ns1:off x="2416" y="8006"/>
              <ns1:ext cx="7240" cy="636"/>
            </ns1:xfrm>
            <ns1:prstGeom prst="rect">
              <ns1:avLst/>
            </ns1:prstGeom>
            <ns1:noFill/>
            <ns1:ln>
              <ns1:noFill/>
            </ns1:ln>
            <ns1:extLst>
              <ns1:ext uri="{909E8E84-426E-40DD-AFC4-6F175D3DCCD1}">
                <ns2:hiddenFill>
                  <ns1:solidFill>
                    <ns1:srgbClr val="FFFFFF"/>
                  </ns1:solidFill>
                </ns2:hiddenFill>
              </ns1:ext>
              <ns1:ext uri="{91240B29-F687-4F45-9708-019B960494DF}">
                <ns2:hiddenLine w="9525">
                  <ns1:solidFill>
                    <ns1:srgbClr val="000000"/>
                  </ns1:solidFill>
                  <ns1:miter lim="800000"/>
                  <ns1:headEnd/>
                  <ns1:tailEnd/>
                </ns2:hiddenLine>
              </ns1:ext>
            </ns1:extLst>
          </ns0:spPr>
        </ns0:pic>
      </ns0:grpSp>
      <ns0:sp>
        <ns0:nvSpPr>
          <ns0:cNvPr id="9" name="投影片編號版面配置區 1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4:creationId val="3034200080"/>
      </ns0:ext>
    </ns0:extLst>
  </ns0:cSld>
  <ns0:clrMapOvr>
    <ns1:masterClrMapping/>
  </ns0:clrMapOvr>
  <ns0:transition/>
</ns0:sldLayout>
</file>

<file path=ppt/slideLayouts/slideLayout2.xml><?xml version="1.0" encoding="utf-8"?>
<ns0:sldLayout xmlns:ns0="http://schemas.openxmlformats.org/presentationml/2006/main" xmlns:ns1="http://schemas.openxmlformats.org/drawingml/2006/main" xmlns:ns2="http://schemas.microsoft.com/office/powerpoint/2010/main" type="obj" preserve="1">
  <ns0:cSld name="版型2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Box 2"/>
          <ns0:cNvSpPr txBox="1">
            <ns1:spLocks noChangeArrowheads="1"/>
          </ns0:cNvSpPr>
          <ns0:nvPr/>
        </ns0:nvSpPr>
        <ns0:spPr bwMode="auto">
          <ns1:xfrm>
            <ns1:off x="251520" y="221796"/>
            <ns1:ext cx="8424936" cy="3227817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/>
        </ns0:spPr>
        <ns0:txBody>
          <ns1:bodyPr wrap="square" lIns="18000" tIns="10800" rIns="18000" bIns="10800">
            <ns1:spAutoFit/>
          </ns1:bodyPr>
          <ns1:lstStyle>
            <ns1:lvl1pPr marL="514350" indent="-5143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1pPr>
            <ns1:lvl2pPr marL="742950" indent="-2857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2pPr>
            <ns1:lvl3pPr marL="11430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3pPr>
            <ns1:lvl4pPr marL="16002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4pPr>
            <ns1:lvl5pPr marL="20574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5pPr>
            <ns1:lvl6pPr marL="25146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6pPr>
            <ns1:lvl7pPr marL="29718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7pPr>
            <ns1:lvl8pPr marL="34290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8pPr>
            <ns1:lvl9pPr marL="38862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9pPr>
          </ns1:lstStyle>
          <ns1:p>
            <ns1:pPr marL="533400" indent="-533400" algn="just">
              <ns1:lnSpc>
                <ns1:spcPts val="5000"/>
              </ns1:lnSpc>
              <ns1:buClr>
                <ns1:srgbClr val="FFFFFF"/>
              </ns1:buClr>
              <ns1:buSzPct val="120000"/>
              <ns1:defRPr/>
            </ns1:pPr>
            <ns1:r>
              <ns1:rPr lang="en-US" altLang="en-US" b="0" spc="-1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en-US" spc="-1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spc="-100" dirty="0">
              <ns1:solidFill>
                <ns1:schemeClr val="bg1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marL="1120775" indent="-555625" algn="just">
              <ns1:lnSpc>
                <ns1:spcPts val="5000"/>
              </ns1:lnSpc>
              <ns1:buClr>
                <ns1:srgbClr val="FFFFFF"/>
              </ns1:buClr>
              <ns1:buSzPct val="120000"/>
              <ns1:defRPr/>
            </ns1:pPr>
            <ns1:r>
              <ns1:rPr lang="en-US" altLang="en-US" dirty="0" smtClean="0">
                <ns1:solidFill>
                  <ns1:srgbClr val="00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  <ns0:sp>
        <ns0:nvSpPr>
          <ns0:cNvPr id="3" name="標題 1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endParaRPr lang="zh-TW" altLang="en-US"/>
          </ns1:p>
        </ns0:txBody>
      </ns0:sp>
      <ns0:sp>
        <ns0:nvSpPr>
          <ns0:cNvPr id="4" name="內容版面配置區 3"/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endParaRPr lang="zh-TW" altLang="en-US"/>
          </ns1:p>
        </ns0:txBody>
      </ns0:sp>
      <ns0:sp>
        <ns0:nvSpPr>
          <ns0:cNvPr id="5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>
                <ns1:latin typeface="Times New Roman" panose="02020603050405020304" pitchFamily="18" charset="0"/>
                <ns1:cs typeface="Times New Roman" panose="02020603050405020304" pitchFamily="18" charset="0"/>
              </ns1:rPr>
              <ns1:pPr>
                <ns1:defRPr/>
              </ns1:pPr>
              <ns1:t/>
            </ns1:fld>
            <ns1:endParaRPr lang="en-US" altLang="zh-TW"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</ns0:spTree>
    <ns0:extLst>
      <ns0:ext uri="{BB962C8B-B14F-4D97-AF65-F5344CB8AC3E}">
        <ns2:creationId val="2291193297"/>
      </ns0:ext>
    </ns0:extLst>
  </ns0:cSld>
  <ns0:clrMapOvr>
    <ns1:masterClrMapping/>
  </ns0:clrMapOvr>
  <ns0:transition/>
</ns0:sldLayout>
</file>

<file path=ppt/slideLayouts/slideLayout7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3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矩形 3"/>
          <ns0:cNvSpPr>
            <ns1:spLocks noChangeArrowheads="1"/>
          </ns0:cNvSpPr>
          <ns0:nvPr/>
        </ns0:nvSpPr>
        <ns0:spPr bwMode="auto">
          <ns1:xfrm>
            <ns1:off x="971601" y="1268760"/>
            <ns1:ext cx="7200800" cy="3926716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>
            <ns1:spAutoFit/>
          </ns1:bodyPr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9pPr>
          </ns1:lstStyle>
          <ns1:p>
            <ns1:pPr algn="ctr">
              <ns1:lnSpc>
                <ns1:spcPts val="6500"/>
              </ns1:lnSpc>
              <ns1:spcBef>
                <ns1:spcPct val="0"/>
              </ns1:spcBef>
              <ns1:spcAft>
                <ns1:spcPts val="6000"/>
              </ns1:spcAft>
              <ns1:buFontTx/>
              <ns1:buNone/>
            </ns1:pPr>
            <ns1:r>
              <ns1:rPr lang="zh-TW" altLang="en-US" sz="8000" b="1" dirty="0">
                <ns1:solidFill>
                  <ns1:srgbClr val="FFFF00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8000" b="1" dirty="0" smtClean="0">
                <ns1:solidFill>
                  <ns1:srgbClr val="FFFF00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en-US" altLang="zh-TW" sz="8000" b="1" dirty="0" smtClean="0">
              <ns1:solidFill>
                <ns1:srgbClr val="FFFF00"/>
              </ns1:solidFill>
              <ns1:latin typeface="標楷體" panose="03000509000000000000" pitchFamily="65" charset="-120"/>
              <ns1:ea typeface="標楷體" panose="03000509000000000000" pitchFamily="65" charset="-120"/>
              <ns1:cs typeface="Times New Roman" panose="02020603050405020304" pitchFamily="18" charset="0"/>
            </ns1:endParaRPr>
          </ns1:p>
          <ns1:p>
            <ns1:pPr algn="dist">
              <ns1:lnSpc>
                <ns1:spcPts val="7200"/>
              </ns1:lnSpc>
              <ns1:spcBef>
                <ns1:spcPct val="0"/>
              </ns1:spcBef>
              <ns1:spcAft>
                <ns1:spcPts val="3000"/>
              </ns1:spcAft>
              <ns1:buFontTx/>
              <ns1:buNone/>
            </ns1:pPr>
            <ns1:r>
              <ns1:rPr lang="zh-TW" altLang="en-US" sz="7200" b="1" dirty="0" smtClean="0">
                <ns1:solidFill>
                  <ns1:srgbClr val="FFFF00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en-US" altLang="zh-TW" sz="7200" b="1" dirty="0" smtClean="0">
              <ns1:solidFill>
                <ns1:srgbClr val="FFFF00"/>
              </ns1:solidFill>
              <ns1:latin typeface="標楷體" panose="03000509000000000000" pitchFamily="65" charset="-120"/>
              <ns1:ea typeface="標楷體" panose="03000509000000000000" pitchFamily="65" charset="-120"/>
              <ns1:cs typeface="Times New Roman" panose="02020603050405020304" pitchFamily="18" charset="0"/>
            </ns1:endParaRPr>
          </ns1:p>
          <ns1:p>
            <ns1:pPr algn="dist">
              <ns1:lnSpc>
                <ns1:spcPts val="7200"/>
              </ns1:lnSpc>
              <ns1:spcBef>
                <ns1:spcPct val="0"/>
              </ns1:spcBef>
              <ns1:spcAft>
                <ns1:spcPts val="3000"/>
              </ns1:spcAft>
              <ns1:buFontTx/>
              <ns1:buNone/>
            </ns1:pPr>
            <ns1:r>
              <ns1:rPr lang="zh-TW" altLang="en-US" sz="7200" b="1" dirty="0" smtClean="0">
                <ns1:solidFill>
                  <ns1:srgbClr val="FFFF00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zh-TW" altLang="en-US" sz="7200" b="1" dirty="0">
              <ns1:solidFill>
                <ns1:srgbClr val="FFFF00"/>
              </ns1:solidFill>
              <ns1:latin typeface="標楷體" panose="03000509000000000000" pitchFamily="65" charset="-120"/>
              <ns1:ea typeface="標楷體" panose="03000509000000000000" pitchFamily="65" charset="-120"/>
              <ns1:cs typeface="Times New Roman" panose="02020603050405020304" pitchFamily="18" charset="0"/>
            </ns1:endParaRPr>
          </ns1:p>
        </ns0:txBody>
      </ns0:sp>
      <ns0:sp>
        <ns0:nvSpPr>
          <ns0:cNvPr id="3" name="投影片編號版面配置區 1"/>
          <ns0:cNvSpPr>
            <ns1:spLocks noGrp="1"/>
          </ns0:cNvSpPr>
          <ns0:nvPr>
            <ns0:ph type="sldNum" sz="quarter" idx="12"/>
          </ns0:nvPr>
        </ns0:nvSpPr>
        <ns0:spPr>
          <ns1:noFill/>
          <ns1:ln/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9pPr>
          </ns1:lstStyle>
          <ns1:p>
            <ns1:pPr>
              <ns1:spcBef>
                <ns1:spcPct val="0"/>
              </ns1:spcBef>
              <ns1:buFontTx/>
              <ns1:buNone/>
            </ns1:pPr>
            <ns1:fld id="{AF178AD2-FE63-469B-86AD-6487D6BF20C8}" type="slidenum">
              <ns1:rPr lang="en-US" altLang="zh-TW" sz="1800" smtClean="0">
                <ns1:solidFill>
                  <ns1:srgbClr val="FFFFFF"/>
                </ns1:solidFill>
              </ns1:rPr>
              <ns1:pPr>
                <ns1:spcBef>
                  <ns1:spcPct val="0"/>
                </ns1:spcBef>
                <ns1:buFontTx/>
                <ns1:buNone/>
              </ns1:pPr>
              <ns1:t/>
            </ns1:fld>
            <ns1:endParaRPr lang="en-US" altLang="zh-TW" sz="1800" smtClean="0">
              <ns1:solidFill>
                <ns1:srgbClr val="FFFFFF"/>
              </ns1:solidFill>
            </ns1:endParaRPr>
          </ns1:p>
        </ns0:txBody>
      </ns0:sp>
    </ns0:spTree>
    <ns0:extLst>
      <ns0:ext uri="{BB962C8B-B14F-4D97-AF65-F5344CB8AC3E}">
        <ns3:creationId val="1798388"/>
      </ns0:ext>
    </ns0:extLst>
  </ns0:cSld>
  <ns0:clrMapOvr>
    <ns1:masterClrMapping/>
  </ns0:clrMapOvr>
  <ns0:transition/>
</ns0:sldLayout>
</file>

<file path=ppt/slideLayouts/slideLayout8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4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Rectangle 3"/>
          <ns0:cNvSpPr txBox="1">
            <ns1:spLocks noChangeArrowheads="1"/>
          </ns0:cNvSpPr>
          <ns0:nvPr/>
        </ns0:nvSpPr>
        <ns0:spPr bwMode="auto">
          <ns1:xfrm>
            <ns1:off x="2483768" y="1124744"/>
            <ns1:ext cx="4104456" cy="3323987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0" tIns="0" rIns="0" bIns="0">
            <ns1:spAutoFit/>
          </ns1:bodyPr>
          <ns1:lstStyle>
            <ns1:lvl1pPr marL="1619250" indent="-1619250"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eaLnBrk="1" hangingPunct="1">
              <ns1:lnSpc>
                <ns1:spcPct val="90000"/>
              </ns1:lnSpc>
              <ns1:spcBef>
                <ns1:spcPct val="0"/>
              </ns1:spcBef>
              <ns1:buNone/>
            </ns1:pPr>
            <ns1:r>
              <ns1:rPr lang="zh-TW" altLang="en-US" sz="4800" dirty="0">
                <ns1:solidFill>
                  <ns1:schemeClr val="bg1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800" dirty="0" smtClean="0">
                <ns1:solidFill>
                  <ns1:schemeClr val="bg1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800" dirty="0" smtClean="0">
              <ns1:solidFill>
                <ns1:schemeClr val="bg1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eaLnBrk="1" hangingPunct="1">
              <ns1:lnSpc>
                <ns1:spcPct val="90000"/>
              </ns1:lnSpc>
              <ns1:spcBef>
                <ns1:spcPct val="0"/>
              </ns1:spcBef>
              <ns1:buNone/>
            </ns1:pPr>
            <ns1:r>
              <ns1:rPr lang="zh-TW" altLang="en-US" sz="48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8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800" dirty="0" smtClean="0">
              <ns1:solidFill>
                <ns1:schemeClr val="bg1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eaLnBrk="1" hangingPunct="1">
              <ns1:lnSpc>
                <ns1:spcPct val="90000"/>
              </ns1:lnSpc>
              <ns1:spcBef>
                <ns1:spcPct val="0"/>
              </ns1:spcBef>
              <ns1:buNone/>
            </ns1:pPr>
            <ns1:r>
              <ns1:rPr lang="zh-TW" altLang="en-US" sz="48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8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eaLnBrk="1" hangingPunct="1">
              <ns1:lnSpc>
                <ns1:spcPct val="90000"/>
              </ns1:lnSpc>
              <ns1:spcBef>
                <ns1:spcPct val="0"/>
              </ns1:spcBef>
              <ns1:buFontTx/>
              <ns1:buNone/>
            </ns1:pPr>
            <ns1:r>
              <ns1:rPr lang="zh-TW" altLang="en-US" sz="48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8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8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marL="1209675" indent="-1209675" eaLnBrk="1" hangingPunct="1">
              <ns1:lnSpc>
                <ns1:spcPct val="90000"/>
              </ns1:lnSpc>
              <ns1:spcBef>
                <ns1:spcPct val="0"/>
              </ns1:spcBef>
              <ns1:buNone/>
            </ns1:pPr>
            <ns1:r>
              <ns1:rPr lang="zh-TW" altLang="en-US" sz="48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8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1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3223945249"/>
      </ns0:ext>
    </ns0:extLst>
  </ns0:cSld>
  <ns0:clrMapOvr>
    <ns1:masterClrMapping/>
  </ns0:clrMapOvr>
  <ns0:transition/>
</ns0:sldLayout>
</file>

<file path=ppt/slideLayouts/slideLayout9.xml><?xml version="1.0" encoding="utf-8"?>
<ns0:sldLayout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0/main" xmlns:ns5="http://schemas.microsoft.com/office/powerpoint/2010/main" type="blank" preserve="1">
  <ns0:cSld name="版型5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aphicFrame>
        <ns0:nvGraphicFramePr>
          <ns0:cNvPr id="2" name="Group 592"/>
          <ns0:cNvGraphicFramePr>
            <ns1:graphicFrameLocks noGrp="1"/>
          </ns0:cNvGraphicFramePr>
          <ns0:nvPr/>
        </ns0:nvGraphicFramePr>
        <ns0:xfrm>
          <ns1:off x="287338" y="260350"/>
          <ns1:ext cx="8677275" cy="6335713"/>
        </ns0:xfrm>
        <ns1:graphic>
          <ns1:graphicData uri="http://schemas.openxmlformats.org/drawingml/2006/table">
            <ns1:tbl>
              <ns1:tblPr/>
              <ns1:tblGrid>
                <ns1:gridCol w="579437">
                  <ns1:extLst>
                    <ns1:ext uri="{9D8B030D-6E8A-4147-A177-3AD203B41FA5}">
                      <ns2:colId val="20000"/>
                    </ns1:ext>
                  </ns1:extLst>
                </ns1:gridCol>
                <ns1:gridCol w="1216025">
                  <ns1:extLst>
                    <ns1:ext uri="{9D8B030D-6E8A-4147-A177-3AD203B41FA5}">
                      <ns2:colId val="20001"/>
                    </ns1:ext>
                  </ns1:extLst>
                </ns1:gridCol>
                <ns1:gridCol w="5041900">
                  <ns1:extLst>
                    <ns1:ext uri="{9D8B030D-6E8A-4147-A177-3AD203B41FA5}">
                      <ns2:colId val="20002"/>
                    </ns1:ext>
                  </ns1:extLst>
                </ns1:gridCol>
                <ns1:gridCol w="1120775">
                  <ns1:extLst>
                    <ns1:ext uri="{9D8B030D-6E8A-4147-A177-3AD203B41FA5}">
                      <ns2:colId val="20003"/>
                    </ns1:ext>
                  </ns1:extLst>
                </ns1:gridCol>
                <ns1:gridCol w="719138">
                  <ns1:extLst>
                    <ns1:ext uri="{9D8B030D-6E8A-4147-A177-3AD203B41FA5}">
                      <ns2:colId val="20004"/>
                    </ns1:ext>
                  </ns1:extLst>
                </ns1:gridCol>
              </ns1:tblGrid>
              <ns1:tr h="652463">
                <ns1:tc gridSpan="5"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10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400" b="1" i="0" u="none" strike="noStrike" cap="none" spc="-600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0"/>
                  </ns1:ext>
                </ns1:extLst>
              </ns1:tr>
              <ns1:tr h="9874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75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dist" defTabSz="914400" rtl="0" eaLnBrk="0" fontAlgn="base" latinLnBrk="0" hangingPunct="0">
                        <ns1:lnSpc>
                          <ns1:spcPct val="75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4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dist" defTabSz="914400" rtl="0" eaLnBrk="0" fontAlgn="base" latinLnBrk="0" hangingPunct="0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extLst>
                  <ns1:ext uri="{0D108BD9-81ED-4DB2-BD59-A6C34878D82A}">
                    <ns2:rowId val="10001"/>
                  </ns1:ext>
                </ns1:extLst>
              </ns1:tr>
              <ns1:tr h="13176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1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ts val="45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rowSpan="4"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extLst>
                  <ns1:ext uri="{0D108BD9-81ED-4DB2-BD59-A6C34878D82A}">
                    <ns2:rowId val="10002"/>
                  </ns1:ext>
                </ns1:extLst>
              </ns1:tr>
              <ns1:tr h="13176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  <ns1:defRPr/>
                      </ns1:pPr>
                      <ns1:r>
                        <ns1:rPr kumimoji="1" lang="zh-TW" altLang="en-US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endParaRPr kumimoji="1" lang="zh-TW" altLang="en-US" sz="3200" b="1" i="0" u="none" strike="noStrike" cap="none" normalizeH="0" baseline="0" dirty="0" smtClean="0">
                        <ns1:ln>
                          <ns1:noFill/>
                        </ns1:ln>
                        <ns1:solidFill>
                          <ns1:schemeClr val="bg1"/>
                        </ns1:solidFill>
                        <ns1:effectLst/>
                        <ns1:latin typeface="標楷體" pitchFamily="65" charset="-120"/>
                        <ns1:ea typeface="標楷體" pitchFamily="65" charset="-120"/>
                        <ns1:cs typeface="Times New Roman" pitchFamily="18" charset="0"/>
                      </ns1:endParaRP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1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ts val="45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v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3"/>
                  </ns1:ext>
                </ns1:extLst>
              </ns1:tr>
              <ns1:tr h="13176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  <ns1:defRPr/>
                      </ns1:pPr>
                      <ns1:r>
                        <ns1:rPr kumimoji="1" lang="zh-TW" altLang="en-US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endParaRPr kumimoji="1" lang="zh-TW" altLang="en-US" sz="3200" b="1" i="0" u="none" strike="noStrike" cap="none" normalizeH="0" baseline="0" dirty="0" smtClean="0">
                        <ns1:ln>
                          <ns1:noFill/>
                        </ns1:ln>
                        <ns1:solidFill>
                          <ns1:schemeClr val="bg1"/>
                        </ns1:solidFill>
                        <ns1:effectLst/>
                        <ns1:latin typeface="標楷體" pitchFamily="65" charset="-120"/>
                        <ns1:ea typeface="標楷體" pitchFamily="65" charset="-120"/>
                        <ns1:cs typeface="Times New Roman" pitchFamily="18" charset="0"/>
                      </ns1:endParaRP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1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ts val="45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v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4"/>
                  </ns1:ext>
                </ns1:extLst>
              </ns1:tr>
              <ns1:tr h="742950">
                <ns1:tc gridSpan="3"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v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5"/>
                  </ns1:ext>
                </ns1:extLst>
              </ns1:tr>
            </ns1:tbl>
          </ns1:graphicData>
        </ns1:graphic>
      </ns0:graphicFrame>
      <ns0:pic>
        <ns0:nvPicPr>
          <ns0:cNvPr id="3" name="Picture 2" descr="D:\暫借\簡報庫\ppt\images\bg_images\bg_018.jpg"/>
          <ns0:cNvPicPr>
            <ns1:picLocks noChangeAspect="1" noChangeArrowheads="1"/>
          </ns0:cNvPicPr>
          <ns0:nvPr/>
        </ns0:nvPicPr>
        <ns0:blipFill>
          <ns1:blip ns3:embed="rId3">
            <ns1:extLst>
              <ns1:ext uri="{28A0092B-C50C-407E-A947-70E740481C1C}">
                <ns4:useLocalDpi val="0"/>
              </ns1:ext>
            </ns1:extLst>
          </ns1:blip>
          <ns1:srcRect/>
          <ns1:stretch>
            <ns1:fillRect/>
          </ns1:stretch>
        </ns0:blipFill>
        <ns0:spPr bwMode="auto">
          <ns1:xfrm>
            <ns1:off x="0" y="0"/>
            <ns1:ext cx="9144000" cy="685800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</ns0:pic>
      <ns0:pic>
        <ns0:nvPicPr>
          <ns0:cNvPr id="4" name="Picture 4" descr="D:\暫借\簡報庫\ppt\images\bg_images\bg_018.jpg"/>
          <ns0:cNvPicPr>
            <ns1:picLocks noChangeAspect="1" noChangeArrowheads="1"/>
          </ns0:cNvPicPr>
          <ns0:nvPr/>
        </ns0:nvPicPr>
        <ns0:blipFill>
          <ns1:blip ns3:embed="rId4">
            <ns1:extLst>
              <ns1:ext uri="{28A0092B-C50C-407E-A947-70E740481C1C}">
                <ns4:useLocalDpi val="0"/>
              </ns1:ext>
            </ns1:extLst>
          </ns1:blip>
          <ns1:srcRect/>
          <ns1:stretch>
            <ns1:fillRect/>
          </ns1:stretch>
        </ns0:blipFill>
        <ns0:spPr bwMode="auto">
          <ns1:xfrm>
            <ns1:off x="0" y="0"/>
            <ns1:ext cx="9144000" cy="685800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</ns0:pic>
      <ns0:pic>
        <ns0:nvPicPr>
          <ns0:cNvPr id="5" name="Picture 5" descr="D:\暫借\簡報庫\ppt\images\bg_images\bg_018.jpg"/>
          <ns0:cNvPicPr>
            <ns1:picLocks noChangeAspect="1" noChangeArrowheads="1"/>
          </ns0:cNvPicPr>
          <ns0:nvPr/>
        </ns0:nvPicPr>
        <ns0:blipFill>
          <ns1:blip ns3:embed="rId5">
            <ns1:extLst>
              <ns1:ext uri="{28A0092B-C50C-407E-A947-70E740481C1C}">
                <ns4:useLocalDpi val="0"/>
              </ns1:ext>
            </ns1:extLst>
          </ns1:blip>
          <ns1:srcRect/>
          <ns1:stretch>
            <ns1:fillRect/>
          </ns1:stretch>
        </ns0:blipFill>
        <ns0:spPr bwMode="auto">
          <ns1:xfrm>
            <ns1:off x="0" y="0"/>
            <ns1:ext cx="9144000" cy="685800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</ns0:pic>
      <ns0:sp>
        <ns0:nvSpPr>
          <ns0:cNvPr id="6" name="Rectangle 1"/>
          <ns0:cNvSpPr>
            <ns1:spLocks noChangeArrowheads="1"/>
          </ns0:cNvSpPr>
          <ns0:nvPr/>
        </ns0:nvSpPr>
        <ns0:spPr bwMode="auto">
          <ns1:xfrm>
            <ns1:off x="250825" y="3429000"/>
            <ns1:ext cx="8640000" cy="2808287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  <ns0:txBody>
          <ns1:bodyPr lIns="0" tIns="0" rIns="0" bIns="0" anchor="ctr"/>
          <ns1:lstStyle>
            <ns1:lvl1pPr marL="1428750" indent="-1428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1pPr>
            <ns1:lvl2pPr marL="742950" indent="-285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2pPr>
            <ns1:lvl3pPr marL="11430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3pPr>
            <ns1:lvl4pPr marL="16002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4pPr>
            <ns1:lvl5pPr marL="20574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5pPr>
            <ns1:lvl6pPr marL="25146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6pPr>
            <ns1:lvl7pPr marL="29718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7pPr>
            <ns1:lvl8pPr marL="34290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8pPr>
            <ns1:lvl9pPr marL="38862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9pPr>
          </ns1:lstStyle>
          <ns1:p>
            <ns1:pPr marL="1407600" algn="just">
              <ns1:lnSpc>
                <ns1:spcPct val="100000"/>
              </ns1:lnSpc>
            </ns1:pPr>
            <ns1:r>
              <ns1:rPr kumimoji="1" lang="zh-TW" altLang="en-US" dirty="0" smtClean="0">
                <ns1:latin typeface="Arial" pitchFamily="34" charset="0"/>
                <ns1:cs typeface="Arial" pitchFamily="34" charset="0"/>
              </ns1:rPr>
              <ns1:t/>
            </ns1:r>
            <ns1:r>
              <ns1:rPr lang="zh-TW" altLang="en-US" dirty="0">
                <ns1:latin typeface="Arial" pitchFamily="34" charset="0"/>
                <ns1:cs typeface="Arial" pitchFamily="34" charset="0"/>
              </ns1:rPr>
              <ns1:t/>
            </ns1:r>
            <ns1:r>
              <ns1:rPr lang="zh-TW" altLang="en-US" dirty="0" smtClean="0">
                <ns1:latin typeface="Arial" pitchFamily="34" charset="0"/>
                <ns1:cs typeface="Arial" pitchFamily="34" charset="0"/>
              </ns1:rPr>
              <ns1:t/>
            </ns1:r>
            <ns1:r>
              <ns1:rPr lang="en-US" altLang="zh-TW" spc="-100" dirty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lang="en-US" altLang="zh-TW" dirty="0" smtClean="0">
              <ns1:cs typeface="Times New Roman" panose="02020603050405020304" pitchFamily="18" charset="0"/>
            </ns1:endParaRPr>
          </ns1:p>
          <ns1:p>
            <ns1:pPr marL="2808000" algn="just">
              <ns1:lnSpc>
                <ns1:spcPct val="100000"/>
              </ns1:lnSpc>
            </ns1:pPr>
            <ns1:r>
              <ns1:rPr lang="zh-TW" altLang="en-US" spc="-100" dirty="0" smtClean="0">
                <ns1:cs typeface="Times New Roman" panose="02020603050405020304" pitchFamily="18" charset="0"/>
              </ns1:rPr>
              <ns1:t/>
            </ns1:r>
            <ns1:r>
              <ns1:rPr lang="en-US" altLang="zh-TW" spc="-100" dirty="0" smtClean="0">
                <ns1:cs typeface="Times New Roman" panose="02020603050405020304" pitchFamily="18" charset="0"/>
              </ns1:rPr>
              <ns1:t/>
            </ns1:r>
            <ns1:r>
              <ns1:rPr lang="zh-TW" altLang="en-US" spc="-100" dirty="0" smtClean="0">
                <ns1:cs typeface="Times New Roman" panose="02020603050405020304" pitchFamily="18" charset="0"/>
              </ns1:rPr>
              <ns1:t/>
            </ns1:r>
            <ns1:endParaRPr kumimoji="1" lang="en-US" altLang="zh-TW" dirty="0" smtClean="0">
              <ns1:cs typeface="Times New Roman" panose="02020603050405020304" pitchFamily="18" charset="0"/>
            </ns1:endParaRPr>
          </ns1:p>
          <ns1:p>
            <ns1:pPr marL="1406525" algn="just">
              <ns1:lnSpc>
                <ns1:spcPct val="100000"/>
              </ns1:lnSpc>
            </ns1:pPr>
            <ns1:r>
              <ns1:rPr kumimoji="1"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lang="en-US" altLang="zh-TW" dirty="0" smtClean="0">
              <ns1:cs typeface="Times New Roman" panose="02020603050405020304" pitchFamily="18" charset="0"/>
            </ns1:endParaRPr>
          </ns1:p>
          <ns1:p>
            <ns1:pPr marL="1406525" algn="just">
              <ns1:lnSpc>
                <ns1:spcPct val="100000"/>
              </ns1:lnSpc>
            </ns1:pPr>
            <ns1:r>
              <ns1:rPr lang="en-US" altLang="zh-TW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lang="en-US" altLang="zh-TW" dirty="0" smtClean="0">
              <ns1:cs typeface="Times New Roman" panose="02020603050405020304" pitchFamily="18" charset="0"/>
            </ns1:endParaRPr>
          </ns1:p>
          <ns1:p>
            <ns1:pPr marL="1406525" algn="just">
              <ns1:lnSpc>
                <ns1:spcPct val="100000"/>
              </ns1:lnSpc>
            </ns1:pP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kumimoji="1" lang="zh-TW" altLang="en-US" dirty="0">
              <ns1:latin typeface="Arial" pitchFamily="34" charset="0"/>
              <ns1:cs typeface="Arial" pitchFamily="34" charset="0"/>
            </ns1:endParaRPr>
          </ns1:p>
        </ns0:txBody>
      </ns0:sp>
      <ns0:sp>
        <ns0:nvSpPr>
          <ns0:cNvPr id="7" name="Rectangle 8"/>
          <ns0:cNvSpPr>
            <ns1:spLocks noChangeArrowheads="1"/>
          </ns0:cNvSpPr>
          <ns0:nvPr/>
        </ns0:nvSpPr>
        <ns0:spPr bwMode="auto">
          <ns1:xfrm>
            <ns1:off x="3024188" y="210923"/>
            <ns1:ext cx="5868987" cy="3168649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  <ns1:effectLst/>
        </ns0:spPr>
        <ns0:txBody>
          <ns1:bodyPr lIns="0" tIns="0" rIns="0" bIns="0"/>
          <ns1:lstStyle/>
          <ns1:p>
            <ns1:pPr algn="dist">
              <ns1:lnSpc>
                <ns1:spcPts val="8800"/>
              </ns1:lnSpc>
              <ns1:defRPr/>
            </ns1:pP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en-US" altLang="zh-TW" sz="7200" dirty="0" smtClean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  <ns1:p>
            <ns1:pPr algn="dist">
              <ns1:lnSpc>
                <ns1:spcPts val="8800"/>
              </ns1:lnSpc>
              <ns1:defRPr/>
            </ns1:pP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r>
              <ns1:rPr lang="zh-TW" altLang="en-US" sz="7200" dirty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en-US" altLang="zh-TW" sz="7200" dirty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  <ns1:p>
            <ns1:pPr algn="dist">
              <ns1:lnSpc>
                <ns1:spcPts val="8800"/>
              </ns1:lnSpc>
              <ns1:defRPr/>
            </ns1:pP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zh-TW" altLang="en-US" sz="7200" dirty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</ns0:txBody>
      </ns0:sp>
      <ns0:sp>
        <ns0:nvSpPr>
          <ns0:cNvPr id="8" name="投影片編號版面配置區 1"/>
          <ns0:cNvSpPr>
            <ns1:spLocks noGrp="1"/>
          </ns0:cNvSpPr>
          <ns0:nvPr>
            <ns0:ph type="sldNum" sz="quarter" idx="4294967295"/>
          </ns0:nvPr>
        </ns0:nvSpPr>
        <ns0:spPr>
          <ns1:xfrm>
            <ns1:off x="7010400" y="6238875"/>
            <ns1:ext cx="2133600" cy="476250"/>
          </ns1:xfrm>
        </ns0:spPr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  <ns0:pic>
        <ns0:nvPicPr>
          <ns0:cNvPr id="9" name="圖片 4"/>
          <ns0:cNvPicPr>
            <ns1:picLocks noChangeAspect="1"/>
          </ns0:cNvPicPr>
          <ns0:nvPr/>
        </ns0:nvPicPr>
        <ns0:blipFill>
          <ns1:blip ns3:embed="rId6">
            <ns1:extLst>
              <ns1:ext uri="{28A0092B-C50C-407E-A947-70E740481C1C}">
                <ns4:useLocalDpi val="0"/>
              </ns1:ext>
            </ns1:extLst>
          </ns1:blip>
          <ns1:stretch>
            <ns1:fillRect/>
          </ns1:stretch>
        </ns0:blipFill>
        <ns0:spPr>
          <ns1:xfrm>
            <ns1:off x="600004" y="498459"/>
            <ns1:ext cx="2124148" cy="2880319"/>
          </ns1:xfrm>
          <ns1:prstGeom prst="rect">
            <ns1:avLst/>
          </ns1:prstGeom>
        </ns0:spPr>
      </ns0:pic>
    </ns0:spTree>
    <ns0:extLst>
      <ns0:ext uri="{BB962C8B-B14F-4D97-AF65-F5344CB8AC3E}">
        <ns5:creationId val="1832409407"/>
      </ns0:ext>
    </ns0:extLst>
  </ns0:cSld>
  <ns0:clrMapOvr>
    <ns1:masterClrMapping/>
  </ns0:clrMapOvr>
  <ns0:transition/>
</ns0:sldLayout>
</file>

<file path=ppt/slideLayouts/slideLayout14.xml><?xml version="1.0" encoding="utf-8"?>
<ns0:sldLayout xmlns:ns0="http://schemas.openxmlformats.org/presentationml/2006/main" xmlns:ns1="http://schemas.openxmlformats.org/drawingml/2006/main" xmlns:ns2="http://schemas.microsoft.com/office/powerpoint/2010/main" preserve="1" userDrawn="1">
  <ns0:cSld name="版型6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文字方塊 4"/>
          <ns0:cNvSpPr txBox="1"/>
          <ns0:nvPr/>
        </ns0:nvSpPr>
        <ns0:spPr bwMode="auto">
          <ns1:xfrm>
            <ns1:off x="1547664" y="2330640"/>
            <ns1:ext cx="6048672" cy="1988204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</ns0:spPr>
        <ns0:txBody>
          <ns1:bodyPr wrap="square" lIns="91408" tIns="45704" rIns="91408" bIns="45704" rtlCol="0" anchor="ctr" anchorCtr="1">
            <ns1:spAutoFit/>
          </ns1:bodyPr>
          <ns1:lstStyle/>
          <ns1:p>
            <ns1:pPr marL="1610773" indent="-1610773" algn="just">
              <ns1:lnSpc>
                <ns1:spcPct val="140000"/>
              </ns1:lnSpc>
            </ns1:pPr>
            <ns1:r>
              <ns1:rPr lang="zh-TW" altLang="en-US" sz="8800" b="1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en-US" altLang="zh-TW" sz="8800" b="1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8800" b="1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8800" b="1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45C4E904-7130-4612-AD11-1D03F0006C73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2:creationId val="322566658"/>
      </ns0:ext>
    </ns0:extLst>
  </ns0:cSld>
  <ns0:clrMapOvr>
    <ns1:masterClrMapping/>
  </ns0:clrMapOvr>
  <ns0:transition/>
</ns0:sldLayout>
</file>

<file path=ppt/slideLayouts/slideLayout15.xml><?xml version="1.0" encoding="utf-8"?>
<ns0:sldLayout xmlns:ns0="http://schemas.openxmlformats.org/presentationml/2006/main" xmlns:ns1="http://schemas.openxmlformats.org/drawingml/2006/main" xmlns:ns2="http://schemas.microsoft.com/office/powerpoint/2010/main" type="blank" preserve="1">
  <ns0:cSld name="版型7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文字方塊 4"/>
          <ns0:cNvSpPr txBox="1"/>
          <ns0:nvPr/>
        </ns0:nvSpPr>
        <ns0:spPr bwMode="auto">
          <ns1:xfrm>
            <ns1:off x="1008175" y="2450991"/>
            <ns1:ext cx="6984776" cy="1783982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</ns0:spPr>
        <ns0:txBody>
          <ns1:bodyPr wrap="square" lIns="91408" tIns="45704" rIns="91408" bIns="45704" rtlCol="0" anchor="ctr" anchorCtr="1">
            <ns1:spAutoFit/>
          </ns1:bodyPr>
          <ns1:lstStyle/>
          <ns1:p>
            <ns1:pPr marL="1610773" indent="-1610773" algn="just">
              <ns1:lnSpc>
                <ns1:spcPct val="140000"/>
              </ns1:lnSpc>
            </ns1:pPr>
            <ns1:r>
              <ns1:rPr lang="zh-TW" altLang="en-US" sz="8800" b="1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8800" b="1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45C4E904-7130-4612-AD11-1D03F0006C73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2:creationId val="1798388"/>
      </ns0:ext>
    </ns0:extLst>
  </ns0:cSld>
  <ns0:clrMapOvr>
    <ns1:masterClrMapping/>
  </ns0:clrMapOvr>
  <ns0:transition/>
</ns0:sldLayout>
</file>

<file path=ppt/slideLayouts/slideLayout16.xml><?xml version="1.0" encoding="utf-8"?>
<ns0:sldLayout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0/main" xmlns:ns5="http://schemas.microsoft.com/office/powerpoint/2010/main" type="blank" preserve="1">
  <ns0:cSld name="版型8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aphicFrame>
        <ns0:nvGraphicFramePr>
          <ns0:cNvPr id="2" name="Group 592"/>
          <ns0:cNvGraphicFramePr>
            <ns1:graphicFrameLocks noGrp="1"/>
          </ns0:cNvGraphicFramePr>
          <ns0:nvPr/>
        </ns0:nvGraphicFramePr>
        <ns0:xfrm>
          <ns1:off x="287338" y="260350"/>
          <ns1:ext cx="8677275" cy="6335713"/>
        </ns0:xfrm>
        <ns1:graphic>
          <ns1:graphicData uri="http://schemas.openxmlformats.org/drawingml/2006/table">
            <ns1:tbl>
              <ns1:tblPr/>
              <ns1:tblGrid>
                <ns1:gridCol w="579437">
                  <ns1:extLst>
                    <ns1:ext uri="{9D8B030D-6E8A-4147-A177-3AD203B41FA5}">
                      <ns2:colId val="20000"/>
                    </ns1:ext>
                  </ns1:extLst>
                </ns1:gridCol>
                <ns1:gridCol w="1216025">
                  <ns1:extLst>
                    <ns1:ext uri="{9D8B030D-6E8A-4147-A177-3AD203B41FA5}">
                      <ns2:colId val="20001"/>
                    </ns1:ext>
                  </ns1:extLst>
                </ns1:gridCol>
                <ns1:gridCol w="5041900">
                  <ns1:extLst>
                    <ns1:ext uri="{9D8B030D-6E8A-4147-A177-3AD203B41FA5}">
                      <ns2:colId val="20002"/>
                    </ns1:ext>
                  </ns1:extLst>
                </ns1:gridCol>
                <ns1:gridCol w="1120775">
                  <ns1:extLst>
                    <ns1:ext uri="{9D8B030D-6E8A-4147-A177-3AD203B41FA5}">
                      <ns2:colId val="20003"/>
                    </ns1:ext>
                  </ns1:extLst>
                </ns1:gridCol>
                <ns1:gridCol w="719138">
                  <ns1:extLst>
                    <ns1:ext uri="{9D8B030D-6E8A-4147-A177-3AD203B41FA5}">
                      <ns2:colId val="20004"/>
                    </ns1:ext>
                  </ns1:extLst>
                </ns1:gridCol>
              </ns1:tblGrid>
              <ns1:tr h="652463">
                <ns1:tc gridSpan="5"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10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400" b="1" i="0" u="none" strike="noStrike" cap="none" spc="-600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0"/>
                  </ns1:ext>
                </ns1:extLst>
              </ns1:tr>
              <ns1:tr h="9874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75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dist" defTabSz="914400" rtl="0" eaLnBrk="0" fontAlgn="base" latinLnBrk="0" hangingPunct="0">
                        <ns1:lnSpc>
                          <ns1:spcPct val="75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4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dist" defTabSz="914400" rtl="0" eaLnBrk="0" fontAlgn="base" latinLnBrk="0" hangingPunct="0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extLst>
                  <ns1:ext uri="{0D108BD9-81ED-4DB2-BD59-A6C34878D82A}">
                    <ns2:rowId val="10001"/>
                  </ns1:ext>
                </ns1:extLst>
              </ns1:tr>
              <ns1:tr h="13176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1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ts val="45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rowSpan="4"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extLst>
                  <ns1:ext uri="{0D108BD9-81ED-4DB2-BD59-A6C34878D82A}">
                    <ns2:rowId val="10002"/>
                  </ns1:ext>
                </ns1:extLst>
              </ns1:tr>
              <ns1:tr h="13176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  <ns1:defRPr/>
                      </ns1:pPr>
                      <ns1:r>
                        <ns1:rPr kumimoji="1" lang="zh-TW" altLang="en-US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endParaRPr kumimoji="1" lang="zh-TW" altLang="en-US" sz="3200" b="1" i="0" u="none" strike="noStrike" cap="none" normalizeH="0" baseline="0" dirty="0" smtClean="0">
                        <ns1:ln>
                          <ns1:noFill/>
                        </ns1:ln>
                        <ns1:solidFill>
                          <ns1:schemeClr val="bg1"/>
                        </ns1:solidFill>
                        <ns1:effectLst/>
                        <ns1:latin typeface="標楷體" pitchFamily="65" charset="-120"/>
                        <ns1:ea typeface="標楷體" pitchFamily="65" charset="-120"/>
                        <ns1:cs typeface="Times New Roman" pitchFamily="18" charset="0"/>
                      </ns1:endParaRP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1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ts val="45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v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3"/>
                  </ns1:ext>
                </ns1:extLst>
              </ns1:tr>
              <ns1:tr h="13176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  <ns1:defRPr/>
                      </ns1:pPr>
                      <ns1:r>
                        <ns1:rPr kumimoji="1" lang="zh-TW" altLang="en-US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endParaRPr kumimoji="1" lang="zh-TW" altLang="en-US" sz="3200" b="1" i="0" u="none" strike="noStrike" cap="none" normalizeH="0" baseline="0" dirty="0" smtClean="0">
                        <ns1:ln>
                          <ns1:noFill/>
                        </ns1:ln>
                        <ns1:solidFill>
                          <ns1:schemeClr val="bg1"/>
                        </ns1:solidFill>
                        <ns1:effectLst/>
                        <ns1:latin typeface="標楷體" pitchFamily="65" charset="-120"/>
                        <ns1:ea typeface="標楷體" pitchFamily="65" charset="-120"/>
                        <ns1:cs typeface="Times New Roman" pitchFamily="18" charset="0"/>
                      </ns1:endParaRP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1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ts val="45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v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4"/>
                  </ns1:ext>
                </ns1:extLst>
              </ns1:tr>
              <ns1:tr h="742950">
                <ns1:tc gridSpan="3"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v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5"/>
                  </ns1:ext>
                </ns1:extLst>
              </ns1:tr>
            </ns1:tbl>
          </ns1:graphicData>
        </ns1:graphic>
      </ns0:graphicFrame>
      <ns0:pic>
        <ns0:nvPicPr>
          <ns0:cNvPr id="3" name="Picture 2" descr="D:\暫借\簡報庫\ppt\images\bg_images\bg_018.jpg"/>
          <ns0:cNvPicPr>
            <ns1:picLocks noChangeAspect="1" noChangeArrowheads="1"/>
          </ns0:cNvPicPr>
          <ns0:nvPr/>
        </ns0:nvPicPr>
        <ns0:blipFill>
          <ns1:blip ns3:embed="rId2">
            <ns1:extLst>
              <ns1:ext uri="{28A0092B-C50C-407E-A947-70E740481C1C}">
                <ns4:useLocalDpi val="0"/>
              </ns1:ext>
            </ns1:extLst>
          </ns1:blip>
          <ns1:srcRect/>
          <ns1:stretch>
            <ns1:fillRect/>
          </ns1:stretch>
        </ns0:blipFill>
        <ns0:spPr bwMode="auto">
          <ns1:xfrm>
            <ns1:off x="0" y="0"/>
            <ns1:ext cx="9144000" cy="685800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</ns0:pic>
      <ns0:pic>
        <ns0:nvPicPr>
          <ns0:cNvPr id="4" name="Picture 4" descr="D:\暫借\簡報庫\ppt\images\bg_images\bg_018.jpg"/>
          <ns0:cNvPicPr>
            <ns1:picLocks noChangeAspect="1" noChangeArrowheads="1"/>
          </ns0:cNvPicPr>
          <ns0:nvPr/>
        </ns0:nvPicPr>
        <ns0:blipFill>
          <ns1:blip ns3:embed="rId3">
            <ns1:extLst>
              <ns1:ext uri="{28A0092B-C50C-407E-A947-70E740481C1C}">
                <ns4:useLocalDpi val="0"/>
              </ns1:ext>
            </ns1:extLst>
          </ns1:blip>
          <ns1:srcRect/>
          <ns1:stretch>
            <ns1:fillRect/>
          </ns1:stretch>
        </ns0:blipFill>
        <ns0:spPr bwMode="auto">
          <ns1:xfrm>
            <ns1:off x="0" y="0"/>
            <ns1:ext cx="9144000" cy="685800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</ns0:pic>
      <ns0:pic>
        <ns0:nvPicPr>
          <ns0:cNvPr id="5" name="Picture 5" descr="D:\暫借\簡報庫\ppt\images\bg_images\bg_018.jpg"/>
          <ns0:cNvPicPr>
            <ns1:picLocks noChangeAspect="1" noChangeArrowheads="1"/>
          </ns0:cNvPicPr>
          <ns0:nvPr/>
        </ns0:nvPicPr>
        <ns0:blipFill>
          <ns1:blip ns3:embed="rId4">
            <ns1:extLst>
              <ns1:ext uri="{28A0092B-C50C-407E-A947-70E740481C1C}">
                <ns4:useLocalDpi val="0"/>
              </ns1:ext>
            </ns1:extLst>
          </ns1:blip>
          <ns1:srcRect/>
          <ns1:stretch>
            <ns1:fillRect/>
          </ns1:stretch>
        </ns0:blipFill>
        <ns0:spPr bwMode="auto">
          <ns1:xfrm>
            <ns1:off x="0" y="0"/>
            <ns1:ext cx="9144000" cy="685800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</ns0:pic>
      <ns0:sp>
        <ns0:nvSpPr>
          <ns0:cNvPr id="6" name="Rectangle 1"/>
          <ns0:cNvSpPr>
            <ns1:spLocks noChangeArrowheads="1"/>
          </ns0:cNvSpPr>
          <ns0:nvPr/>
        </ns0:nvSpPr>
        <ns0:spPr bwMode="auto">
          <ns1:xfrm>
            <ns1:off x="241705" y="3899953"/>
            <ns1:ext cx="8640000" cy="2808287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  <ns0:txBody>
          <ns1:bodyPr lIns="0" tIns="0" rIns="0" bIns="0" anchor="ctr"/>
          <ns1:lstStyle>
            <ns1:lvl1pPr marL="1428750" indent="-1428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1pPr>
            <ns1:lvl2pPr marL="742950" indent="-285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2pPr>
            <ns1:lvl3pPr marL="11430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3pPr>
            <ns1:lvl4pPr marL="16002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4pPr>
            <ns1:lvl5pPr marL="20574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5pPr>
            <ns1:lvl6pPr marL="25146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6pPr>
            <ns1:lvl7pPr marL="29718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7pPr>
            <ns1:lvl8pPr marL="34290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8pPr>
            <ns1:lvl9pPr marL="38862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9pPr>
          </ns1:lstStyle>
          <ns1:p>
            <ns1:pPr marL="1407600" algn="just">
              <ns1:lnSpc>
                <ns1:spcPts val="4000"/>
              </ns1:lnSpc>
            </ns1:pPr>
            <ns1:endParaRPr lang="zh-TW" altLang="en-US" dirty="0">
              <ns1:cs typeface="Times New Roman" pitchFamily="18" charset="0"/>
            </ns1:endParaRPr>
          </ns1:p>
        </ns0:txBody>
      </ns0:sp>
      <ns0:sp>
        <ns0:nvSpPr>
          <ns0:cNvPr id="7" name="投影片編號版面配置區 1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5:creationId val="1798388"/>
      </ns0:ext>
    </ns0:extLst>
  </ns0:cSld>
  <ns0:clrMapOvr>
    <ns1:masterClrMapping/>
  </ns0:clrMapOvr>
  <ns0:transition/>
</ns0:sldLayout>
</file>

<file path=ppt/slideLayouts/slideLayout17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9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Rectangle 3"/>
          <ns0:cNvSpPr>
            <ns1:spLocks noChangeArrowheads="1"/>
          </ns0:cNvSpPr>
          <ns0:nvPr/>
        </ns0:nvSpPr>
        <ns0:spPr bwMode="auto">
          <ns1:xfrm>
            <ns1:off x="0" y="2755900"/>
            <ns1:ext cx="9143999" cy="120015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92075" tIns="46038" rIns="92075" bIns="46038" anchor="ctr"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>
              <ns1:spcBef>
                <ns1:spcPct val="0"/>
              </ns1:spcBef>
              <ns1:buFontTx/>
              <ns1:buNone/>
            </ns1:pPr>
            <ns1:r>
              <ns1:rPr lang="zh-TW" altLang="en-US" sz="7200" b="1" spc="-200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zh-TW" altLang="en-US" sz="7200" b="1" spc="-200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1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1798388"/>
      </ns0:ext>
    </ns0:extLst>
  </ns0:cSld>
  <ns0:clrMapOvr>
    <ns1:masterClrMapping/>
  </ns0:clrMapOvr>
  <ns0:transition/>
</ns0:sldLayout>
</file>

<file path=ppt/slideLayouts/slideLayout18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10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Rectangle 3"/>
          <ns0:cNvSpPr>
            <ns1:spLocks noChangeArrowheads="1"/>
          </ns0:cNvSpPr>
          <ns0:nvPr/>
        </ns0:nvSpPr>
        <ns0:spPr bwMode="auto">
          <ns1:xfrm>
            <ns1:off x="0" y="2755900"/>
            <ns1:ext cx="9143999" cy="120015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92075" tIns="46038" rIns="92075" bIns="46038" anchor="ctr"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>
              <ns1:spcBef>
                <ns1:spcPct val="0"/>
              </ns1:spcBef>
              <ns1:buFontTx/>
              <ns1:buNone/>
            </ns1:pPr>
            <ns1:r>
              <ns1:rPr lang="zh-TW" altLang="en-US" sz="7200" b="1" spc="-200" dirty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7200" b="1" spc="-200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zh-TW" altLang="en-US" sz="7200" b="1" spc="-200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1798388"/>
      </ns0:ext>
    </ns0:extLst>
  </ns0:cSld>
  <ns0:clrMapOvr>
    <ns1:masterClrMapping/>
  </ns0:clrMapOvr>
  <ns0:transition/>
</ns0:sldLayout>
</file>

<file path=ppt/slideLayouts/slideLayout19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11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Rectangle 3"/>
          <ns0:cNvSpPr>
            <ns1:spLocks noChangeArrowheads="1"/>
          </ns0:cNvSpPr>
          <ns0:nvPr/>
        </ns0:nvSpPr>
        <ns0:spPr bwMode="auto">
          <ns1:xfrm>
            <ns1:off x="0" y="2755900"/>
            <ns1:ext cx="9143999" cy="120015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92075" tIns="46038" rIns="92075" bIns="46038" anchor="ctr"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>
              <ns1:spcBef>
                <ns1:spcPct val="0"/>
              </ns1:spcBef>
              <ns1:buFontTx/>
              <ns1:buNone/>
            </ns1:pPr>
            <ns1:r>
              <ns1:rPr lang="zh-TW" altLang="en-US" sz="7200" b="1" spc="-200" dirty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7200" b="1" spc="-200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zh-TW" altLang="en-US" sz="7200" b="1" spc="-200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1798388"/>
      </ns0:ext>
    </ns0:extLst>
  </ns0:cSld>
  <ns0:clrMapOvr>
    <ns1:masterClrMapping/>
  </ns0:clrMapOvr>
  <ns0:transition/>
</ns0:sldLayout>
</file>

<file path=ppt/slideLayouts/slideLayout20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12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Box 2"/>
          <ns0:cNvSpPr txBox="1">
            <ns1:spLocks noChangeArrowheads="1"/>
          </ns0:cNvSpPr>
          <ns0:nvPr/>
        </ns0:nvSpPr>
        <ns0:spPr bwMode="auto">
          <ns1:xfrm>
            <ns1:off x="144016" y="128824"/>
            <ns1:ext cx="8820472" cy="4946236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chemeClr val="accent1"/>
                </ns1:solidFill>
              </ns2:hiddenFill>
            </ns1:ext>
            <ns1:ext uri="{91240B29-F687-4F45-9708-019B960494DF}">
              <ns2:hiddenLine w="9525">
                <ns1:solidFill>
                  <ns1:schemeClr val="tx1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18000" tIns="10800" rIns="18000" bIns="10800">
            <ns1:spAutoFit/>
          </ns1:bodyPr>
          <ns1:lstStyle>
            <ns1:lvl1pPr marL="514350" indent="-5143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1pPr>
            <ns1:lvl2pPr marL="742950" indent="-2857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2pPr>
            <ns1:lvl3pPr marL="11430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3pPr>
            <ns1:lvl4pPr marL="16002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4pPr>
            <ns1:lvl5pPr marL="20574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5pPr>
            <ns1:lvl6pPr marL="25146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6pPr>
            <ns1:lvl7pPr marL="29718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7pPr>
            <ns1:lvl8pPr marL="34290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8pPr>
            <ns1:lvl9pPr marL="38862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9pPr>
          </ns1:lstStyle>
          <ns1:p>
            <ns1:pPr marL="0" indent="0" algn="just">
              <ns1:buClr>
                <ns1:srgbClr val="FFFF00"/>
              </ns1:buClr>
              <ns1:buSzPct val="120000"/>
              <ns1:tabLst>
                <ns1:tab pos="895350" algn="l"/>
              </ns1:tabLst>
              <ns1:defRPr/>
            </ns1:pPr>
            <ns1:r>
              <ns1:rPr lang="en-US" altLang="en-US" b="0" spc="-100" dirty="0" smtClean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u="sng" spc="-100" dirty="0">
              <ns1:solidFill>
                <ns1:srgbClr val="FFFF00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marL="506413" indent="-506413" algn="just" eaLnBrk="1">
              <ns1:lnSpc>
                <ns1:spcPts val="4800"/>
              </ns1:lnSpc>
            </ns1:pPr>
            <ns1:r>
              <ns1:rPr lang="en-US" altLang="en-US" dirty="0" smtClean="0">
                <ns1:solidFill>
                  <ns1:srgbClr val="00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00" dirty="0" smtClean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marL="506413" indent="-506413" algn="just" eaLnBrk="1">
              <ns1:lnSpc>
                <ns1:spcPts val="4800"/>
              </ns1:lnSpc>
            </ns1:pPr>
            <ns1:r>
              <ns1:rPr lang="en-US" altLang="en-US" dirty="0">
                <ns1:solidFill>
                  <ns1:srgbClr val="00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en-US" altLang="zh-TW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en-US" altLang="zh-TW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en-US" altLang="zh-TW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en-US" altLang="zh-TW" b="0" spc="-100" dirty="0" smtClean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marL="506413" indent="-506413" algn="just" eaLnBrk="1">
              <ns1:lnSpc>
                <ns1:spcPts val="4800"/>
              </ns1:lnSpc>
            </ns1:pPr>
            <ns1:r>
              <ns1:rPr lang="en-US" altLang="en-US" dirty="0" smtClean="0">
                <ns1:solidFill>
                  <ns1:srgbClr val="00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spc="-10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zh-TW" b="0" spc="-10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1798388"/>
      </ns0:ext>
    </ns0:extLst>
  </ns0:cSld>
  <ns0:clrMapOvr>
    <ns1:masterClrMapping/>
  </ns0:clrMapOvr>
  <ns0:transition/>
</ns0:sldLayout>
</file>

<file path=ppt/slideLayouts/slideLayout21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13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Box 2"/>
          <ns0:cNvSpPr txBox="1">
            <ns1:spLocks noChangeArrowheads="1"/>
          </ns0:cNvSpPr>
          <ns0:nvPr/>
        </ns0:nvSpPr>
        <ns0:spPr bwMode="auto">
          <ns1:xfrm>
            <ns1:off x="222723" y="260648"/>
            <ns1:ext cx="8237709" cy="3202169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chemeClr val="accent1"/>
                </ns1:solidFill>
              </ns2:hiddenFill>
            </ns1:ext>
            <ns1:ext uri="{91240B29-F687-4F45-9708-019B960494DF}">
              <ns2:hiddenLine w="9525">
                <ns1:solidFill>
                  <ns1:schemeClr val="tx1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18000" tIns="10800" rIns="18000" bIns="10800">
            <ns1:spAutoFit/>
          </ns1:bodyPr>
          <ns1:lstStyle>
            <ns1:lvl1pPr marL="514350" indent="-5143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1pPr>
            <ns1:lvl2pPr marL="742950" indent="-2857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2pPr>
            <ns1:lvl3pPr marL="11430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3pPr>
            <ns1:lvl4pPr marL="16002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4pPr>
            <ns1:lvl5pPr marL="20574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5pPr>
            <ns1:lvl6pPr marL="25146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6pPr>
            <ns1:lvl7pPr marL="29718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7pPr>
            <ns1:lvl8pPr marL="34290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8pPr>
            <ns1:lvl9pPr marL="38862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9pPr>
          </ns1:lstStyle>
          <ns1:p>
            <ns1:pPr marL="533400" indent="-533400" algn="just">
              <ns1:lnSpc>
                <ns1:spcPts val="5200"/>
              </ns1:lnSpc>
              <ns1:buClr>
                <ns1:srgbClr val="FFFF00"/>
              </ns1:buClr>
              <ns1:buSzPct val="100000"/>
              <ns1:defRPr/>
            </ns1:pPr>
            <ns1:r>
              <ns1:rPr lang="en-US" altLang="zh-TW" b="0" dirty="0" smtClean="0">
                <ns1:solidFill>
                  <ns1:srgbClr val="FF00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u="sng" dirty="0" smtClean="0">
              <ns1:solidFill>
                <ns1:srgbClr val="FFFF00"/>
              </ns1:solidFill>
              <ns1:uFill>
                <ns1:solidFill>
                  <ns1:srgbClr val="FFFF00"/>
                </ns1:solidFill>
              </ns1:uFill>
            </ns1:endParaRPr>
          </ns1:p>
          <ns1:p>
            <ns1:pPr marL="485775" indent="-485775" algn="just">
              <ns1:lnSpc>
                <ns1:spcPts val="4900"/>
              </ns1:lnSpc>
              <ns1:buClr>
                <ns1:srgbClr val="FFFF00"/>
              </ns1:buClr>
              <ns1:buSzPct val="100000"/>
              <ns1:defRPr/>
            </ns1:pPr>
            <ns1:r>
              <ns1:rPr lang="en-US" altLang="en-US" b="0" dirty="0" smtClean="0">
                <ns1:solidFill>
                  <ns1:srgbClr val="FFFF00"/>
                </ns1:solidFill>
                <ns1:effectLst>
                  <ns1:outerShdw blurRad="38100" dist="38100" dir="2700000" algn="tl">
                    <ns1:srgbClr val="000000">
                      <ns1:alpha val="43137"/>
                    </ns1:srgbClr>
                  </ns1:outerShdw>
                </ns1:effectLst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kern="10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kern="1000" dirty="0" smtClean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kern="10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kern="10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kern="10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 smtClean="0">
              <ns1:solidFill>
                <ns1:schemeClr val="bg1"/>
              </ns1:solidFill>
              <ns1:uFill>
                <ns1:solidFill>
                  <ns1:srgbClr val="FF00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marL="485775" indent="-485775" algn="just">
              <ns1:lnSpc>
                <ns1:spcPts val="4900"/>
              </ns1:lnSpc>
              <ns1:buClr>
                <ns1:srgbClr val="FFFF00"/>
              </ns1:buClr>
              <ns1:buSzPct val="100000"/>
              <ns1:defRPr/>
            </ns1:pPr>
            <ns1:endParaRPr lang="en-US" altLang="zh-TW" b="0" dirty="0">
              <ns1:solidFill>
                <ns1:schemeClr val="bg1"/>
              </ns1:solidFill>
              <ns1:uFill>
                <ns1:solidFill>
                  <ns1:srgbClr val="FF00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  <ns0:sp>
        <ns0:nvSpPr>
          <ns0:cNvPr id="3" name="投影片編號版面配置區 3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r>
              <ns1:rPr lang="en-US" altLang="zh-TW" dirty="0" smtClean="0"/>
              <ns1:t/>
            </ns1:r>
            <ns1:endParaRPr lang="en-US" altLang="zh-TW" dirty="0"/>
          </ns1:p>
        </ns0:txBody>
      </ns0:sp>
    </ns0:spTree>
    <ns0:extLst>
      <ns0:ext uri="{BB962C8B-B14F-4D97-AF65-F5344CB8AC3E}">
        <ns3:creationId val="1798388"/>
      </ns0:ext>
    </ns0:extLst>
  </ns0:cSld>
  <ns0:clrMapOvr>
    <ns1:masterClrMapping/>
  </ns0:clrMapOvr>
  <ns0:transition/>
</ns0:sldLayout>
</file>

<file path=ppt/slideLayouts/slideLayout22.xml><?xml version="1.0" encoding="utf-8"?>
<ns0:sldLayout xmlns:ns0="http://schemas.openxmlformats.org/presentationml/2006/main" xmlns:ns1="http://schemas.openxmlformats.org/drawingml/2006/main" xmlns:ns2="http://schemas.microsoft.com/office/powerpoint/2010/main" type="blank" preserve="1">
  <ns0:cSld name="版型14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矩形 2"/>
          <ns0:cNvSpPr/>
          <ns0:nvPr/>
        </ns0:nvSpPr>
        <ns0:spPr>
          <ns1:xfrm>
            <ns1:off x="251520" y="260648"/>
            <ns1:ext cx="8496944" cy="3170099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marL="485775" indent="-485775"/>
            <ns1:r>
              <ns1:rPr lang="en-US" altLang="zh-TW" sz="4000" dirty="0" smtClean="0">
                <ns1:solidFill>
                  <ns1:srgbClr val="FF0000"/>
                </ns1:solidFill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000" u="sng" spc="-100" dirty="0" smtClean="0">
              <ns1:solidFill>
                <ns1:srgbClr val="FFFF00"/>
              </ns1:solidFill>
              <ns1:uFill>
                <ns1:solidFill>
                  <ns1:srgbClr val="FFFF00"/>
                </ns1:solidFill>
              </ns1:uFill>
              <ns1:latin typeface="標楷體" pitchFamily="65" charset="-120"/>
              <ns1:ea typeface="標楷體" pitchFamily="65" charset="-120"/>
            </ns1:endParaRPr>
          </ns1:p>
          <ns1:p>
            <ns1:pPr marL="485775" indent="-485775" algn="just"/>
            <ns1:r>
              <ns1:rPr lang="en-US" altLang="en-US" sz="4000" spc="-100" dirty="0" smtClean="0">
                <ns1:solidFill>
                  <ns1:srgbClr val="FFFF00"/>
                </ns1:solidFill>
                <ns1:latin typeface="標楷體" panose="03000509000000000000" pitchFamily="65" charset="-120"/>
                <ns1:ea typeface="標楷體" panose="03000509000000000000" pitchFamily="65" charset="-120"/>
              </ns1:rPr>
              <ns1:t/>
            </ns1:r>
            <ns1:r>
              <ns1:rPr lang="zh-TW" altLang="en-US" sz="4000" spc="-1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spc="-1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spc="-2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4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000" u="sng" spc="-4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en-US" altLang="zh-TW" sz="4000" spc="-2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000" spc="-2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3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 dirty="0"/>
          </ns1:p>
        </ns0:txBody>
      </ns0:sp>
    </ns0:spTree>
    <ns0:extLst>
      <ns0:ext uri="{BB962C8B-B14F-4D97-AF65-F5344CB8AC3E}">
        <ns2:creationId val="1798388"/>
      </ns0:ext>
    </ns0:extLst>
  </ns0:cSld>
  <ns0:clrMapOvr>
    <ns1:masterClrMapping/>
  </ns0:clrMapOvr>
  <ns0:transition/>
</ns0:sldLayout>
</file>

<file path=ppt/slideLayouts/slideLayout23.xml><?xml version="1.0" encoding="utf-8"?>
<ns0:sldLayout xmlns:ns0="http://schemas.openxmlformats.org/presentationml/2006/main" xmlns:ns1="http://schemas.openxmlformats.org/drawingml/2006/main" xmlns:ns2="http://schemas.microsoft.com/office/powerpoint/2010/main" type="blank" preserve="1">
  <ns0:cSld name="版型15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矩形 2"/>
          <ns0:cNvSpPr/>
          <ns0:nvPr/>
        </ns0:nvSpPr>
        <ns0:spPr>
          <ns1:xfrm>
            <ns1:off x="-57720" y="29657"/>
            <ns1:ext cx="9132316" cy="6760825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marL="485775" indent="-485775">
              <ns1:lnSpc>
                <ns1:spcPts val="4000"/>
              </ns1:lnSpc>
            </ns1:pPr>
            <ns1:r>
              <ns1:rPr lang="en-US" altLang="zh-TW" sz="3800" dirty="0" smtClean="0">
                <ns1:solidFill>
                  <ns1:srgbClr val="FF00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endParaRPr lang="en-US" altLang="zh-TW" sz="3800" u="sng" spc="-100" dirty="0" smtClean="0">
              <ns1:solidFill>
                <ns1:srgbClr val="FFFF00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ea typeface="標楷體" pitchFamily="65" charset="-120"/>
              <ns1:cs typeface="Times New Roman" panose="02020603050405020304" pitchFamily="18" charset="0"/>
            </ns1:endParaRPr>
          </ns1:p>
          <ns1:p>
            <ns1:pPr marL="485775" indent="-485775" algn="just">
              <ns1:lnSpc>
                <ns1:spcPts val="4000"/>
              </ns1:lnSpc>
            </ns1:pPr>
            <ns1:r>
              <ns1:rPr lang="en-US" altLang="en-US" sz="3800" spc="-100" dirty="0" smtClean="0">
                <ns1:solidFill>
                  <ns1:srgbClr val="FFFF00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en-US" altLang="zh-TW" sz="3800" spc="-100" dirty="0" smtClean="0">
              <ns1:solidFill>
                <ns1:schemeClr val="bg1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ea typeface="標楷體" panose="03000509000000000000" pitchFamily="65" charset="-120"/>
              <ns1:cs typeface="Times New Roman" panose="02020603050405020304" pitchFamily="18" charset="0"/>
            </ns1:endParaRPr>
          </ns1:p>
          <ns1:p>
            <ns1:pPr marL="485775" indent="-485775" algn="just">
              <ns1:lnSpc>
                <ns1:spcPts val="4000"/>
              </ns1:lnSpc>
            </ns1:pPr>
            <ns1:r>
              <ns1:rPr lang="en-US" altLang="en-US" sz="3800" spc="-100" dirty="0" smtClean="0">
                <ns1:solidFill>
                  <ns1:srgbClr val="FFFF00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</ns1:p>
          <ns1:p>
            <ns1:pPr marL="485775" indent="-485775" algn="just">
              <ns1:lnSpc>
                <ns1:spcPts val="4000"/>
              </ns1:lnSpc>
            </ns1:pPr>
            <ns1:r>
              <ns1:rPr lang="en-US" altLang="en-US" sz="3800" spc="-100" dirty="0">
                <ns1:solidFill>
                  <ns1:srgbClr val="FFFF00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</ns1:p>
        </ns0:txBody>
      </ns0:sp>
      <ns0:sp>
        <ns0:nvSpPr>
          <ns0:cNvPr id="3" name="投影片編號版面配置區 3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 dirty="0"/>
          </ns1:p>
        </ns0:txBody>
      </ns0:sp>
    </ns0:spTree>
    <ns0:extLst>
      <ns0:ext uri="{BB962C8B-B14F-4D97-AF65-F5344CB8AC3E}">
        <ns2:creationId val="1798388"/>
      </ns0:ext>
    </ns0:extLst>
  </ns0:cSld>
  <ns0:clrMapOvr>
    <ns1:masterClrMapping/>
  </ns0:clrMapOvr>
  <ns0:transition/>
</ns0:sldLayout>
</file>

<file path=ppt/slideLayouts/slideLayout24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16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Rectangle 3"/>
          <ns0:cNvSpPr>
            <ns1:spLocks noChangeArrowheads="1"/>
          </ns0:cNvSpPr>
          <ns0:nvPr/>
        </ns0:nvSpPr>
        <ns0:spPr bwMode="auto">
          <ns1:xfrm>
            <ns1:off x="0" y="2755900"/>
            <ns1:ext cx="9143999" cy="120015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92075" tIns="46038" rIns="92075" bIns="46038" anchor="ctr"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>
              <ns1:spcBef>
                <ns1:spcPct val="0"/>
              </ns1:spcBef>
              <ns1:buFontTx/>
              <ns1:buNone/>
            </ns1:pPr>
            <ns1:r>
              <ns1:rPr lang="zh-TW" altLang="en-US" sz="7200" b="1" spc="-200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7200" b="1" spc="-200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1798388"/>
      </ns0:ext>
    </ns0:extLst>
  </ns0:cSld>
  <ns0:clrMapOvr>
    <ns1:masterClrMapping/>
  </ns0:clrMapOvr>
  <ns0:transition/>
</ns0:sldLayout>
</file>

<file path=ppt/slideLayouts/slideLayout25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17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Rectangle 3"/>
          <ns0:cNvSpPr txBox="1">
            <ns1:spLocks noChangeArrowheads="1"/>
          </ns0:cNvSpPr>
          <ns0:nvPr/>
        </ns0:nvSpPr>
        <ns0:spPr bwMode="auto">
          <ns1:xfrm>
            <ns1:off x="1763688" y="1268760"/>
            <ns1:ext cx="6048672" cy="4616648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0" tIns="0" rIns="0" bIns="0">
            <ns1:spAutoFit/>
          </ns1:bodyPr>
          <ns1:lstStyle>
            <ns1:lvl1pPr marL="1619250" indent="-1619250"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marL="0" indent="0">
              <ns1:spcBef>
                <ns1:spcPct val="0"/>
              </ns1:spcBef>
              <ns1:buNone/>
              <ns1:defRPr/>
            </ns1:pPr>
            <ns1:r>
              <ns1:rPr lang="en-US" altLang="zh-TW" sz="6000" dirty="0" smtClean="0">
                <ns1:solidFill>
                  <ns1:srgbClr val="FF0000"/>
                </ns1:solidFill>
              </ns1:rPr>
              <ns1:t/>
            </ns1:r>
            <ns1:r>
              <ns1:rPr lang="zh-TW" altLang="en-US" sz="60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60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6000" dirty="0" smtClean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marL="0" lvl="0" indent="0">
              <ns1:spcBef>
                <ns1:spcPct val="0"/>
              </ns1:spcBef>
              <ns1:buNone/>
              <ns1:defRPr/>
            </ns1:pPr>
            <ns1:r>
              <ns1:rPr lang="en-US" altLang="zh-TW" sz="6000" dirty="0" smtClean="0">
                <ns1:solidFill>
                  <ns1:srgbClr val="FF0000"/>
                </ns1:solidFill>
              </ns1:rPr>
              <ns1:t/>
            </ns1:r>
            <ns1:r>
              <ns1:rPr lang="zh-TW" altLang="en-US" sz="60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60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6000" dirty="0" smtClean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marL="0" lvl="0" indent="0">
              <ns1:spcBef>
                <ns1:spcPct val="0"/>
              </ns1:spcBef>
              <ns1:buNone/>
              <ns1:defRPr/>
            </ns1:pPr>
            <ns1:r>
              <ns1:rPr lang="en-US" altLang="zh-TW" sz="6000" dirty="0" smtClean="0">
                <ns1:solidFill>
                  <ns1:srgbClr val="FF0000"/>
                </ns1:solidFill>
              </ns1:rPr>
              <ns1:t/>
            </ns1:r>
            <ns1:r>
              <ns1:rPr lang="zh-TW" altLang="en-US" sz="60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60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60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marL="0" lvl="0" indent="0">
              <ns1:spcBef>
                <ns1:spcPct val="0"/>
              </ns1:spcBef>
              <ns1:buNone/>
              <ns1:defRPr/>
            </ns1:pPr>
            <ns1:r>
              <ns1:rPr lang="en-US" altLang="zh-TW" sz="6000" dirty="0" smtClean="0">
                <ns1:solidFill>
                  <ns1:srgbClr val="FF0000"/>
                </ns1:solidFill>
              </ns1:rPr>
              <ns1:t/>
            </ns1:r>
            <ns1:r>
              <ns1:rPr lang="zh-TW" altLang="en-US" sz="60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60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en-US" sz="60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marL="0" lvl="0" indent="0" algn="ctr">
              <ns1:spcBef>
                <ns1:spcPct val="0"/>
              </ns1:spcBef>
              <ns1:buNone/>
              <ns1:defRPr/>
            </ns1:pPr>
            <ns1:endParaRPr lang="zh-TW" altLang="en-US" sz="6000" dirty="0" smtClean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1798388"/>
      </ns0:ext>
    </ns0:extLst>
  </ns0:cSld>
  <ns0:clrMapOvr>
    <ns1:masterClrMapping/>
  </ns0:clrMapOvr>
  <ns0:transition/>
</ns0:sldLayout>
</file>

<file path=ppt/slideLayouts/slideLayout26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18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Rectangle 3"/>
          <ns0:cNvSpPr>
            <ns1:spLocks noChangeArrowheads="1"/>
          </ns0:cNvSpPr>
          <ns0:nvPr/>
        </ns0:nvSpPr>
        <ns0:spPr bwMode="auto">
          <ns1:xfrm>
            <ns1:off x="0" y="2755900"/>
            <ns1:ext cx="9143999" cy="120015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92075" tIns="46038" rIns="92075" bIns="46038" anchor="ctr"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 eaLnBrk="1" hangingPunct="1">
              <ns1:spcBef>
                <ns1:spcPct val="0"/>
              </ns1:spcBef>
              <ns1:buFontTx/>
              <ns1:buNone/>
            </ns1:pPr>
            <ns1:r>
              <ns1:rPr lang="zh-TW" altLang="en-US" sz="7200" b="1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zh-TW" altLang="en-US" sz="7200" b="1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1798388"/>
      </ns0:ext>
    </ns0:extLst>
  </ns0:cSld>
  <ns0:clrMapOvr>
    <ns1:masterClrMapping/>
  </ns0:clrMapOvr>
  <ns0:transition/>
</ns0:sldLayout>
</file>

<file path=ppt/slideLayouts/slideLayout27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19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Box 2"/>
          <ns0:cNvSpPr txBox="1">
            <ns1:spLocks noChangeArrowheads="1"/>
          </ns0:cNvSpPr>
          <ns0:nvPr/>
        </ns0:nvSpPr>
        <ns0:spPr bwMode="auto">
          <ns1:xfrm>
            <ns1:off x="687915" y="692696"/>
            <ns1:ext cx="7776789" cy="3715130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chemeClr val="accent1"/>
                </ns1:solidFill>
              </ns2:hiddenFill>
            </ns1:ext>
            <ns1:ext uri="{91240B29-F687-4F45-9708-019B960494DF}">
              <ns2:hiddenLine w="9525">
                <ns1:solidFill>
                  <ns1:schemeClr val="tx1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18000" tIns="10800" rIns="18000" bIns="10800">
            <ns1:spAutoFit/>
          </ns1:bodyPr>
          <ns1:lstStyle>
            <ns1:lvl1pPr marL="514350" indent="-5143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1pPr>
            <ns1:lvl2pPr marL="742950" indent="-2857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2pPr>
            <ns1:lvl3pPr marL="11430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3pPr>
            <ns1:lvl4pPr marL="16002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4pPr>
            <ns1:lvl5pPr marL="20574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5pPr>
            <ns1:lvl6pPr marL="25146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6pPr>
            <ns1:lvl7pPr marL="29718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7pPr>
            <ns1:lvl8pPr marL="34290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8pPr>
            <ns1:lvl9pPr marL="38862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9pPr>
          </ns1:lstStyle>
          <ns1:p>
            <ns1:pPr marL="0" indent="0" algn="just">
              <ns1:lnSpc>
                <ns1:spcPts val="4800"/>
              </ns1:lnSpc>
              <ns1:buClr>
                <ns1:srgbClr val="FF0000"/>
              </ns1:buClr>
              <ns1:buSzPct val="120000"/>
              <ns1:defRPr/>
            </ns1:pPr>
            <ns1:r>
              <ns1:rPr lang="zh-TW" altLang="zh-TW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spc="-10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spc="-100" dirty="0">
              <ns1:solidFill>
                <ns1:srgbClr val="FF0000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1798388"/>
      </ns0:ext>
    </ns0:extLst>
  </ns0:cSld>
  <ns0:clrMapOvr>
    <ns1:masterClrMapping/>
  </ns0:clrMapOvr>
  <ns0:transition/>
</ns0:sldLayout>
</file>

<file path=ppt/slideLayouts/slideLayout28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type="blank" preserve="1">
  <ns0:cSld name="版型20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Box 2"/>
          <ns0:cNvSpPr txBox="1">
            <ns1:spLocks noChangeArrowheads="1"/>
          </ns0:cNvSpPr>
          <ns0:nvPr/>
        </ns0:nvSpPr>
        <ns0:spPr bwMode="auto">
          <ns1:xfrm>
            <ns1:off x="2051720" y="1678156"/>
            <ns1:ext cx="5112568" cy="3046988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chemeClr val="accent1"/>
                </ns1:solidFill>
              </ns2:hiddenFill>
            </ns1:ext>
            <ns1:ext uri="{91240B29-F687-4F45-9708-019B960494DF}">
              <ns2:hiddenLine w="9525">
                <ns1:solidFill>
                  <ns1:schemeClr val="tx1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>
            <ns1:spAutoFit/>
          </ns1:bodyPr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eaLnBrk="1" hangingPunct="1">
              <ns1:spcBef>
                <ns1:spcPct val="0"/>
              </ns1:spcBef>
              <ns1:buFontTx/>
              <ns1:buNone/>
            </ns1:pPr>
            <ns1:r>
              <ns1:rPr lang="zh-TW" altLang="en-US" sz="9600" b="1" dirty="0">
                <ns1:solidFill>
                  <ns1:srgbClr val="FFFFFF"/>
                </ns1:solidFill>
                <ns1:latin typeface="Times New Roman" pitchFamily="18" charset="0"/>
                <ns1:ea typeface="標楷體" pitchFamily="65" charset="-120"/>
              </ns1:rPr>
              <ns1:t/>
            </ns1:r>
            <ns1:r>
              <ns1:rPr lang="zh-TW" altLang="en-US" sz="9600" b="1" dirty="0" smtClean="0">
                <ns1:solidFill>
                  <ns1:srgbClr val="FFFFFF"/>
                </ns1:solidFill>
                <ns1:latin typeface="Times New Roman" pitchFamily="18" charset="0"/>
                <ns1:ea typeface="標楷體" pitchFamily="65" charset="-120"/>
              </ns1:rPr>
              <ns1:t/>
            </ns1:r>
            <ns1:endParaRPr lang="en-US" altLang="zh-TW" sz="9600" b="1" dirty="0" smtClean="0">
              <ns1:solidFill>
                <ns1:srgbClr val="FFFFFF"/>
              </ns1:solidFill>
              <ns1:latin typeface="Times New Roman" pitchFamily="18" charset="0"/>
              <ns1:ea typeface="標楷體" pitchFamily="65" charset="-120"/>
            </ns1:endParaRPr>
          </ns1:p>
          <ns1:p>
            <ns1:pPr eaLnBrk="1" hangingPunct="1">
              <ns1:spcBef>
                <ns1:spcPct val="0"/>
              </ns1:spcBef>
              <ns1:buFontTx/>
              <ns1:buNone/>
            </ns1:pPr>
            <ns1:r>
              <ns1:rPr lang="zh-TW" altLang="en-US" sz="9600" b="1" dirty="0" smtClean="0">
                <ns1:solidFill>
                  <ns1:srgbClr val="FFFFFF"/>
                </ns1:solidFill>
                <ns1:latin typeface="Times New Roman" pitchFamily="18" charset="0"/>
                <ns1:ea typeface="標楷體" pitchFamily="65" charset="-120"/>
              </ns1:rPr>
              <ns1:t/>
            </ns1:r>
            <ns1:endParaRPr lang="en-US" altLang="zh-TW" sz="9600" b="1" dirty="0" smtClean="0">
              <ns1:solidFill>
                <ns1:srgbClr val="FFFFFF"/>
              </ns1:solidFill>
              <ns1:latin typeface="Times New Roman" pitchFamily="18" charset="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1798388"/>
      </ns0:ext>
    </ns0:extLst>
  </ns0:cSld>
  <ns0:clrMapOvr>
    <ns1:masterClrMapping/>
  </ns0:clrMapOvr>
  <ns0:transition/>
</ns0:sldLayout>
</file>

<file path=ppt/slideLayouts/slideLayout29.xml><?xml version="1.0" encoding="utf-8"?>
<ns0:sldLayout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0/main" xmlns:ns5="http://schemas.microsoft.com/office/powerpoint/2010/main" type="blank" preserve="1">
  <ns0:cSld name="版型21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aphicFrame>
        <ns0:nvGraphicFramePr>
          <ns0:cNvPr id="2" name="Group 592"/>
          <ns0:cNvGraphicFramePr>
            <ns1:graphicFrameLocks noGrp="1"/>
          </ns0:cNvGraphicFramePr>
          <ns0:nvPr/>
        </ns0:nvGraphicFramePr>
        <ns0:xfrm>
          <ns1:off x="287338" y="260350"/>
          <ns1:ext cx="8677275" cy="6335713"/>
        </ns0:xfrm>
        <ns1:graphic>
          <ns1:graphicData uri="http://schemas.openxmlformats.org/drawingml/2006/table">
            <ns1:tbl>
              <ns1:tblPr/>
              <ns1:tblGrid>
                <ns1:gridCol w="579437">
                  <ns1:extLst>
                    <ns1:ext uri="{9D8B030D-6E8A-4147-A177-3AD203B41FA5}">
                      <ns2:colId val="20000"/>
                    </ns1:ext>
                  </ns1:extLst>
                </ns1:gridCol>
                <ns1:gridCol w="1216025">
                  <ns1:extLst>
                    <ns1:ext uri="{9D8B030D-6E8A-4147-A177-3AD203B41FA5}">
                      <ns2:colId val="20001"/>
                    </ns1:ext>
                  </ns1:extLst>
                </ns1:gridCol>
                <ns1:gridCol w="5041900">
                  <ns1:extLst>
                    <ns1:ext uri="{9D8B030D-6E8A-4147-A177-3AD203B41FA5}">
                      <ns2:colId val="20002"/>
                    </ns1:ext>
                  </ns1:extLst>
                </ns1:gridCol>
                <ns1:gridCol w="1120775">
                  <ns1:extLst>
                    <ns1:ext uri="{9D8B030D-6E8A-4147-A177-3AD203B41FA5}">
                      <ns2:colId val="20003"/>
                    </ns1:ext>
                  </ns1:extLst>
                </ns1:gridCol>
                <ns1:gridCol w="719138">
                  <ns1:extLst>
                    <ns1:ext uri="{9D8B030D-6E8A-4147-A177-3AD203B41FA5}">
                      <ns2:colId val="20004"/>
                    </ns1:ext>
                  </ns1:extLst>
                </ns1:gridCol>
              </ns1:tblGrid>
              <ns1:tr h="652463">
                <ns1:tc gridSpan="5"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10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400" b="1" i="0" u="none" strike="noStrike" cap="none" spc="-600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0"/>
                  </ns1:ext>
                </ns1:extLst>
              </ns1:tr>
              <ns1:tr h="9874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75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dist" defTabSz="914400" rtl="0" eaLnBrk="0" fontAlgn="base" latinLnBrk="0" hangingPunct="0">
                        <ns1:lnSpc>
                          <ns1:spcPct val="75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4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dist" defTabSz="914400" rtl="0" eaLnBrk="0" fontAlgn="base" latinLnBrk="0" hangingPunct="0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extLst>
                  <ns1:ext uri="{0D108BD9-81ED-4DB2-BD59-A6C34878D82A}">
                    <ns2:rowId val="10001"/>
                  </ns1:ext>
                </ns1:extLst>
              </ns1:tr>
              <ns1:tr h="13176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1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ts val="45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rowSpan="4"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zh-TW" altLang="en-US" sz="32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extLst>
                  <ns1:ext uri="{0D108BD9-81ED-4DB2-BD59-A6C34878D82A}">
                    <ns2:rowId val="10002"/>
                  </ns1:ext>
                </ns1:extLst>
              </ns1:tr>
              <ns1:tr h="13176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  <ns1:defRPr/>
                      </ns1:pPr>
                      <ns1:r>
                        <ns1:rPr kumimoji="1" lang="zh-TW" altLang="en-US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endParaRPr kumimoji="1" lang="zh-TW" altLang="en-US" sz="3200" b="1" i="0" u="none" strike="noStrike" cap="none" normalizeH="0" baseline="0" dirty="0" smtClean="0">
                        <ns1:ln>
                          <ns1:noFill/>
                        </ns1:ln>
                        <ns1:solidFill>
                          <ns1:schemeClr val="bg1"/>
                        </ns1:solidFill>
                        <ns1:effectLst/>
                        <ns1:latin typeface="標楷體" pitchFamily="65" charset="-120"/>
                        <ns1:ea typeface="標楷體" pitchFamily="65" charset="-120"/>
                        <ns1:cs typeface="Times New Roman" pitchFamily="18" charset="0"/>
                      </ns1:endParaRP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1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ts val="45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v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3"/>
                  </ns1:ext>
                </ns1:extLst>
              </ns1:tr>
              <ns1:tr h="1317625"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  <ns1:defRPr/>
                      </ns1:pPr>
                      <ns1:r>
                        <ns1:rPr kumimoji="1" lang="zh-TW" altLang="en-US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endParaRPr kumimoji="1" lang="zh-TW" altLang="en-US" sz="3200" b="1" i="0" u="none" strike="noStrike" cap="none" normalizeH="0" baseline="0" dirty="0" smtClean="0">
                        <ns1:ln>
                          <ns1:noFill/>
                        </ns1:ln>
                        <ns1:solidFill>
                          <ns1:schemeClr val="bg1"/>
                        </ns1:solidFill>
                        <ns1:effectLst/>
                        <ns1:latin typeface="標楷體" pitchFamily="65" charset="-120"/>
                        <ns1:ea typeface="標楷體" pitchFamily="65" charset="-120"/>
                        <ns1:cs typeface="Times New Roman" pitchFamily="18" charset="0"/>
                      </ns1:endParaRP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1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  <ns1:p>
                      <ns1:pPr marL="0" marR="0" lvl="0" indent="0" algn="ctr" defTabSz="914400" rtl="0" eaLnBrk="0" fontAlgn="base" latinLnBrk="0" hangingPunct="0">
                        <ns1:lnSpc>
                          <ns1:spcPct val="7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28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dist" defTabSz="914400" rtl="0" eaLnBrk="1" fontAlgn="base" latinLnBrk="0" hangingPunct="1">
                        <ns1:lnSpc>
                          <ns1:spcPts val="45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v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4"/>
                  </ns1:ext>
                </ns1:extLst>
              </ns1:tr>
              <ns1:tr h="742950">
                <ns1:tc gridSpan="3"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>
                          <ns1:tab pos="2876550" algn="l"/>
                          <ns1:tab pos="3086100" algn="l"/>
                          <ns1:tab pos="3382963" algn="l"/>
                        </ns1:tabLst>
                      </ns1:pPr>
                      <ns1:r>
                        <ns1:rPr kumimoji="1" lang="zh-TW" altLang="en-US" sz="3600" b="1" i="0" u="none" strike="noStrike" cap="none" normalizeH="0" baseline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標楷體" pitchFamily="65" charset="-12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 h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tc>
                  <ns1:txBody>
                    <ns1:bodyPr/>
                    <ns1:lstStyle/>
                    <ns1:p>
                      <ns1:pPr marL="0" marR="0" lvl="0" indent="0" algn="ctr" defTabSz="914400" rtl="0" eaLnBrk="1" fontAlgn="base" latinLnBrk="0" hangingPunct="1">
                        <ns1:lnSpc>
                          <ns1:spcPct val="80000"/>
                        </ns1:lnSpc>
                        <ns1:spcBef>
                          <ns1:spcPct val="0"/>
                        </ns1:spcBef>
                        <ns1:spcAft>
                          <ns1:spcPct val="0"/>
                        </ns1:spcAft>
                        <ns1:buClrTx/>
                        <ns1:buSzTx/>
                        <ns1:buFontTx/>
                        <ns1:buNone/>
                        <ns1:tabLst/>
                      </ns1:pPr>
                      <ns1:r>
                        <ns1:rPr kumimoji="1" lang="en-US" altLang="zh-TW" sz="3200" b="1" i="0" u="none" strike="noStrike" cap="none" normalizeH="0" baseline="0" dirty="0" smtClean="0">
                          <ns1:ln>
                            <ns1:noFill/>
                          </ns1:ln>
                          <ns1:solidFill>
                            <ns1:schemeClr val="bg1"/>
                          </ns1:solidFill>
                          <ns1:effectLst/>
                          <ns1:latin typeface="Arial" charset="0"/>
                          <ns1:ea typeface="標楷體" pitchFamily="65" charset="-120"/>
                          <ns1:cs typeface="Times New Roman" pitchFamily="18" charset="0"/>
                        </ns1:rPr>
                        <ns1:t/>
                      </ns1:r>
                    </ns1:p>
                  </ns1:txBody>
                  <ns1:tcPr anchor="ctr" horzOverflow="overflow">
                    <ns1:lnL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L>
                    <ns1:lnR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R>
                    <ns1:lnT w="28575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T>
                    <ns1:lnB w="57150" cap="flat" cmpd="sng" algn="ctr">
                      <ns1:solidFill>
                        <ns1:srgbClr val="FFFF00"/>
                      </ns1:solidFill>
                      <ns1:prstDash val="solid"/>
                      <ns1:round/>
                      <ns1:headEnd type="none" w="med" len="med"/>
                      <ns1:tailEnd type="none" w="med" len="med"/>
                    </ns1:lnB>
                    <ns1:lnTlToBr>
                      <ns1:noFill/>
                    </ns1:lnTlToBr>
                    <ns1:lnBlToTr>
                      <ns1:noFill/>
                    </ns1:lnBlToTr>
                    <ns1:noFill/>
                  </ns1:tcPr>
                </ns1:tc>
                <ns1:tc vMerge="1">
                  <ns1:txBody>
                    <ns1:bodyPr/>
                    <ns1:lstStyle/>
                    <ns1:p>
                      <ns1:endParaRPr lang="zh-TW" altLang="en-US"/>
                    </ns1:p>
                  </ns1:txBody>
                  <ns1:tcPr/>
                </ns1:tc>
                <ns1:extLst>
                  <ns1:ext uri="{0D108BD9-81ED-4DB2-BD59-A6C34878D82A}">
                    <ns2:rowId val="10005"/>
                  </ns1:ext>
                </ns1:extLst>
              </ns1:tr>
            </ns1:tbl>
          </ns1:graphicData>
        </ns1:graphic>
      </ns0:graphicFrame>
      <ns0:pic>
        <ns0:nvPicPr>
          <ns0:cNvPr id="3" name="Picture 2" descr="D:\暫借\簡報庫\ppt\images\bg_images\bg_018.jpg"/>
          <ns0:cNvPicPr>
            <ns1:picLocks noChangeAspect="1" noChangeArrowheads="1"/>
          </ns0:cNvPicPr>
          <ns0:nvPr/>
        </ns0:nvPicPr>
        <ns0:blipFill>
          <ns1:blip ns3:embed="rId3">
            <ns1:extLst>
              <ns1:ext uri="{28A0092B-C50C-407E-A947-70E740481C1C}">
                <ns4:useLocalDpi val="0"/>
              </ns1:ext>
            </ns1:extLst>
          </ns1:blip>
          <ns1:srcRect/>
          <ns1:stretch>
            <ns1:fillRect/>
          </ns1:stretch>
        </ns0:blipFill>
        <ns0:spPr bwMode="auto">
          <ns1:xfrm>
            <ns1:off x="0" y="0"/>
            <ns1:ext cx="9144000" cy="685800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</ns0:pic>
      <ns0:pic>
        <ns0:nvPicPr>
          <ns0:cNvPr id="4" name="Picture 4" descr="D:\暫借\簡報庫\ppt\images\bg_images\bg_018.jpg"/>
          <ns0:cNvPicPr>
            <ns1:picLocks noChangeAspect="1" noChangeArrowheads="1"/>
          </ns0:cNvPicPr>
          <ns0:nvPr/>
        </ns0:nvPicPr>
        <ns0:blipFill>
          <ns1:blip ns3:embed="rId4">
            <ns1:extLst>
              <ns1:ext uri="{28A0092B-C50C-407E-A947-70E740481C1C}">
                <ns4:useLocalDpi val="0"/>
              </ns1:ext>
            </ns1:extLst>
          </ns1:blip>
          <ns1:srcRect/>
          <ns1:stretch>
            <ns1:fillRect/>
          </ns1:stretch>
        </ns0:blipFill>
        <ns0:spPr bwMode="auto">
          <ns1:xfrm>
            <ns1:off x="0" y="0"/>
            <ns1:ext cx="9144000" cy="685800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</ns0:pic>
      <ns0:pic>
        <ns0:nvPicPr>
          <ns0:cNvPr id="5" name="Picture 5" descr="D:\暫借\簡報庫\ppt\images\bg_images\bg_018.jpg"/>
          <ns0:cNvPicPr>
            <ns1:picLocks noChangeAspect="1" noChangeArrowheads="1"/>
          </ns0:cNvPicPr>
          <ns0:nvPr/>
        </ns0:nvPicPr>
        <ns0:blipFill>
          <ns1:blip ns3:embed="rId5">
            <ns1:extLst>
              <ns1:ext uri="{28A0092B-C50C-407E-A947-70E740481C1C}">
                <ns4:useLocalDpi val="0"/>
              </ns1:ext>
            </ns1:extLst>
          </ns1:blip>
          <ns1:srcRect/>
          <ns1:stretch>
            <ns1:fillRect/>
          </ns1:stretch>
        </ns0:blipFill>
        <ns0:spPr bwMode="auto">
          <ns1:xfrm>
            <ns1:off x="0" y="0"/>
            <ns1:ext cx="9144000" cy="685800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</ns0:pic>
      <ns0:sp>
        <ns0:nvSpPr>
          <ns0:cNvPr id="6" name="Rectangle 1"/>
          <ns0:cNvSpPr>
            <ns1:spLocks noChangeArrowheads="1"/>
          </ns0:cNvSpPr>
          <ns0:nvPr/>
        </ns0:nvSpPr>
        <ns0:spPr bwMode="auto">
          <ns1:xfrm>
            <ns1:off x="250825" y="3429000"/>
            <ns1:ext cx="8640000" cy="2808287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4:hiddenFill>
                <ns1:solidFill>
                  <ns1:srgbClr val="FFFFFF"/>
                </ns1:solidFill>
              </ns4:hiddenFill>
            </ns1:ext>
            <ns1:ext uri="{91240B29-F687-4F45-9708-019B960494DF}">
              <ns4:hiddenLine w="9525">
                <ns1:solidFill>
                  <ns1:srgbClr val="000000"/>
                </ns1:solidFill>
                <ns1:miter lim="800000"/>
                <ns1:headEnd/>
                <ns1:tailEnd/>
              </ns4:hiddenLine>
            </ns1:ext>
          </ns1:extLst>
        </ns0:spPr>
        <ns0:txBody>
          <ns1:bodyPr lIns="0" tIns="0" rIns="0" bIns="0" anchor="ctr"/>
          <ns1:lstStyle>
            <ns1:lvl1pPr marL="1428750" indent="-1428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1pPr>
            <ns1:lvl2pPr marL="742950" indent="-285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2pPr>
            <ns1:lvl3pPr marL="11430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3pPr>
            <ns1:lvl4pPr marL="16002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4pPr>
            <ns1:lvl5pPr marL="20574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5pPr>
            <ns1:lvl6pPr marL="25146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6pPr>
            <ns1:lvl7pPr marL="29718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7pPr>
            <ns1:lvl8pPr marL="34290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8pPr>
            <ns1:lvl9pPr marL="38862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9pPr>
          </ns1:lstStyle>
          <ns1:p>
            <ns1:pPr marL="1407600" algn="just">
              <ns1:lnSpc>
                <ns1:spcPct val="100000"/>
              </ns1:lnSpc>
            </ns1:pPr>
            <ns1:r>
              <ns1:rPr lang="zh-TW" altLang="en-US" dirty="0">
                <ns1:latin typeface="Arial" pitchFamily="34" charset="0"/>
                <ns1:cs typeface="Arial" pitchFamily="34" charset="0"/>
              </ns1:rPr>
              <ns1:t/>
            </ns1:r>
            <ns1:r>
              <ns1:rPr lang="zh-TW" altLang="en-US" dirty="0" smtClean="0">
                <ns1:latin typeface="Arial" pitchFamily="34" charset="0"/>
                <ns1:cs typeface="Arial" pitchFamily="34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en-US" altLang="zh-TW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lang="en-US" altLang="zh-TW" dirty="0">
              <ns1:cs typeface="Times New Roman" panose="02020603050405020304" pitchFamily="18" charset="0"/>
            </ns1:endParaRPr>
          </ns1:p>
          <ns1:p>
            <ns1:pPr marL="1407600" algn="just"/>
            <ns1:r>
              <ns1:rPr lang="zh-TW" altLang="en-US" spc="-100" dirty="0">
                <ns1:cs typeface="Times New Roman" panose="02020603050405020304" pitchFamily="18" charset="0"/>
              </ns1:rPr>
              <ns1:t/>
            </ns1:r>
            <ns1:r>
              <ns1:rPr lang="zh-TW" altLang="en-US" spc="-100" dirty="0" smtClean="0">
                <ns1:cs typeface="Times New Roman" panose="02020603050405020304" pitchFamily="18" charset="0"/>
              </ns1:rPr>
              <ns1:t/>
            </ns1:r>
            <ns1:r>
              <ns1:rPr lang="zh-TW" altLang="en-US" spc="-100" dirty="0">
                <ns1:cs typeface="Times New Roman" panose="02020603050405020304" pitchFamily="18" charset="0"/>
              </ns1:rPr>
              <ns1:t/>
            </ns1:r>
            <ns1:r>
              <ns1:rPr lang="zh-TW" altLang="en-US" spc="-100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en-US" altLang="zh-TW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r>
              <ns1:rPr lang="en-US" altLang="zh-TW" spc="-100" dirty="0">
                <ns1:cs typeface="Times New Roman" panose="02020603050405020304" pitchFamily="18" charset="0"/>
              </ns1:rPr>
              <ns1:t/>
            </ns1:r>
            <ns1:endParaRPr lang="en-US" altLang="zh-TW" dirty="0">
              <ns1:cs typeface="Times New Roman" panose="02020603050405020304" pitchFamily="18" charset="0"/>
            </ns1:endParaRPr>
          </ns1:p>
          <ns1:p>
            <ns1:pPr marL="1406525" algn="just">
              <ns1:lnSpc>
                <ns1:spcPct val="100000"/>
              </ns1:lnSpc>
            </ns1:pP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r>
              <ns1:rPr lang="en-US" altLang="zh-TW" dirty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lang="en-US" altLang="zh-TW" dirty="0">
              <ns1:cs typeface="Times New Roman" panose="02020603050405020304" pitchFamily="18" charset="0"/>
            </ns1:endParaRPr>
          </ns1:p>
          <ns1:p>
            <ns1:pPr marL="1406525" algn="just">
              <ns1:lnSpc>
                <ns1:spcPct val="100000"/>
              </ns1:lnSpc>
            </ns1:pP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endParaRPr lang="en-US" altLang="zh-TW" dirty="0">
              <ns1:cs typeface="Times New Roman" panose="02020603050405020304" pitchFamily="18" charset="0"/>
            </ns1:endParaRPr>
          </ns1:p>
          <ns1:p>
            <ns1:pPr marL="1368425" indent="0" algn="just">
              <ns1:lnSpc>
                <ns1:spcPct val="100000"/>
              </ns1:lnSpc>
            </ns1:pP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r>
              <ns1:rPr lang="en-US" altLang="zh-TW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endParaRPr lang="en-US" altLang="zh-TW" dirty="0">
              <ns1:cs typeface="Times New Roman" panose="02020603050405020304" pitchFamily="18" charset="0"/>
            </ns1:endParaRPr>
          </ns1:p>
        </ns0:txBody>
      </ns0:sp>
      <ns0:sp>
        <ns0:nvSpPr>
          <ns0:cNvPr id="7" name="Rectangle 8"/>
          <ns0:cNvSpPr>
            <ns1:spLocks noChangeArrowheads="1"/>
          </ns0:cNvSpPr>
          <ns0:nvPr/>
        </ns0:nvSpPr>
        <ns0:spPr bwMode="auto">
          <ns1:xfrm>
            <ns1:off x="3024188" y="260351"/>
            <ns1:ext cx="5868987" cy="3168649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  <ns1:effectLst/>
        </ns0:spPr>
        <ns0:txBody>
          <ns1:bodyPr lIns="0" tIns="0" rIns="0" bIns="0"/>
          <ns1:lstStyle/>
          <ns1:p>
            <ns1:pPr algn="dist">
              <ns1:lnSpc>
                <ns1:spcPts val="8800"/>
              </ns1:lnSpc>
              <ns1:defRPr/>
            </ns1:pPr>
            <ns1:r>
              <ns1:rPr lang="zh-TW" altLang="en-US" sz="7200" dirty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en-US" altLang="zh-TW" sz="7200" dirty="0" smtClean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  <ns1:p>
            <ns1:pPr algn="dist">
              <ns1:lnSpc>
                <ns1:spcPts val="8800"/>
              </ns1:lnSpc>
              <ns1:defRPr/>
            </ns1:pPr>
            <ns1:r>
              <ns1:rPr lang="zh-TW" altLang="en-US" sz="66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en-US" altLang="zh-TW" sz="6600" dirty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  <ns1:p>
            <ns1:pPr algn="dist">
              <ns1:lnSpc>
                <ns1:spcPts val="8800"/>
              </ns1:lnSpc>
              <ns1:defRPr/>
            </ns1:pPr>
            <ns1:r>
              <ns1:rPr lang="zh-TW" altLang="en-US" sz="7200" dirty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zh-TW" altLang="en-US" sz="7200" dirty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</ns0:txBody>
      </ns0:sp>
      <ns0:sp>
        <ns0:nvSpPr>
          <ns0:cNvPr id="8" name="投影片編號版面配置區 1"/>
          <ns0:cNvSpPr>
            <ns1:spLocks noGrp="1"/>
          </ns0:cNvSpPr>
          <ns0:nvPr>
            <ns0:ph type="sldNum" sz="quarter" idx="4294967295"/>
          </ns0:nvPr>
        </ns0:nvSpPr>
        <ns0:spPr>
          <ns1:xfrm>
            <ns1:off x="7010400" y="6238875"/>
            <ns1:ext cx="2133600" cy="476250"/>
          </ns1:xfrm>
        </ns0:spPr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  <ns0:pic>
        <ns0:nvPicPr>
          <ns0:cNvPr id="9" name="圖片 4"/>
          <ns0:cNvPicPr>
            <ns1:picLocks noChangeAspect="1"/>
          </ns0:cNvPicPr>
          <ns0:nvPr/>
        </ns0:nvPicPr>
        <ns0:blipFill>
          <ns1:blip ns3:embed="rId6">
            <ns1:extLst>
              <ns1:ext uri="{28A0092B-C50C-407E-A947-70E740481C1C}">
                <ns4:useLocalDpi val="0"/>
              </ns1:ext>
            </ns1:extLst>
          </ns1:blip>
          <ns1:stretch>
            <ns1:fillRect/>
          </ns1:stretch>
        </ns0:blipFill>
        <ns0:spPr>
          <ns1:xfrm>
            <ns1:off x="287784" y="332656"/>
            <ns1:ext cx="2339999" cy="3060000"/>
          </ns1:xfrm>
          <ns1:prstGeom prst="rect">
            <ns1:avLst/>
          </ns1:prstGeom>
        </ns0:spPr>
      </ns0:pic>
    </ns0:spTree>
    <ns0:extLst>
      <ns0:ext uri="{BB962C8B-B14F-4D97-AF65-F5344CB8AC3E}">
        <ns5:creationId val="1832409407"/>
      </ns0:ext>
    </ns0:extLst>
  </ns0:cSld>
  <ns0:clrMapOvr>
    <ns1:masterClrMapping/>
  </ns0:clrMapOvr>
  <ns0:transition/>
</ns0:sldLayout>
</file>

<file path=ppt/slideLayouts/slideLayout30.xml><?xml version="1.0" encoding="utf-8"?>
<ns0:sldLayout xmlns:ns0="http://schemas.openxmlformats.org/presentationml/2006/main" xmlns:ns1="http://schemas.openxmlformats.org/drawingml/2006/main" xmlns:ns2="http://schemas.microsoft.com/office/drawing/2010/main" xmlns:ns3="http://schemas.microsoft.com/office/powerpoint/2010/main" preserve="1" userDrawn="1">
  <ns0:cSld name="版型22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Box 2"/>
          <ns0:cNvSpPr txBox="1">
            <ns1:spLocks noChangeArrowheads="1"/>
          </ns0:cNvSpPr>
          <ns0:nvPr/>
        </ns0:nvSpPr>
        <ns0:spPr bwMode="auto">
          <ns1:xfrm>
            <ns1:off x="251520" y="116632"/>
            <ns1:ext cx="8640960" cy="6177342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chemeClr val="accent1"/>
                </ns1:solidFill>
              </ns2:hiddenFill>
            </ns1:ext>
            <ns1:ext uri="{91240B29-F687-4F45-9708-019B960494DF}">
              <ns2:hiddenLine w="9525">
                <ns1:solidFill>
                  <ns1:schemeClr val="tx1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18000" tIns="10800" rIns="18000" bIns="10800">
            <ns1:spAutoFit/>
          </ns1:bodyPr>
          <ns1:lstStyle>
            <ns1:lvl1pPr marL="514350" indent="-5143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1pPr>
            <ns1:lvl2pPr marL="742950" indent="-2857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2pPr>
            <ns1:lvl3pPr marL="11430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3pPr>
            <ns1:lvl4pPr marL="16002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4pPr>
            <ns1:lvl5pPr marL="20574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5pPr>
            <ns1:lvl6pPr marL="25146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6pPr>
            <ns1:lvl7pPr marL="29718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7pPr>
            <ns1:lvl8pPr marL="34290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8pPr>
            <ns1:lvl9pPr marL="38862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9pPr>
          </ns1:lstStyle>
          <ns1:p>
            <ns1:pPr marL="536575" indent="-536575" algn="just">
              <ns1:lnSpc>
                <ns1:spcPts val="4800"/>
              </ns1:lnSpc>
              <ns1:buClr>
                <ns1:srgbClr val="FF0000"/>
              </ns1:buClr>
              <ns1:buSzPct val="120000"/>
              <ns1:defRPr/>
            </ns1:pPr>
            <ns1:r>
              <ns1:rPr lang="en-US" altLang="zh-TW" b="0" dirty="0">
                <ns1:solidFill>
                  <ns1:srgbClr val="FF00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u="sng" dirty="0">
              <ns1:solidFill>
                <ns1:srgbClr val="FFFF00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algn="just">
              <ns1:lnSpc>
                <ns1:spcPts val="4800"/>
              </ns1:lnSpc>
              <ns1:buClr>
                <ns1:schemeClr val="bg1"/>
              </ns1:buClr>
              <ns1:buSzPct val="120000"/>
              <ns1:defRPr/>
            </ns1:pPr>
            <ns1:r>
              <ns1:rPr lang="en-US" altLang="en-US" sz="4400" b="0" dirty="0" smtClean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 smtClean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algn="just">
              <ns1:lnSpc>
                <ns1:spcPts val="4800"/>
              </ns1:lnSpc>
              <ns1:buClr>
                <ns1:schemeClr val="bg1"/>
              </ns1:buClr>
              <ns1:buSzPct val="120000"/>
              <ns1:defRPr/>
            </ns1:pPr>
            <ns1:r>
              <ns1:rPr lang="en-US" altLang="en-US" b="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algn="just">
              <ns1:lnSpc>
                <ns1:spcPts val="4800"/>
              </ns1:lnSpc>
              <ns1:buClr>
                <ns1:schemeClr val="bg1"/>
              </ns1:buClr>
              <ns1:buSzPct val="120000"/>
              <ns1:defRPr/>
            </ns1:pPr>
            <ns1:r>
              <ns1:rPr lang="en-US" altLang="en-US" b="0" dirty="0" smtClean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 smtClean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algn="just">
              <ns1:lnSpc>
                <ns1:spcPts val="4800"/>
              </ns1:lnSpc>
              <ns1:buClr>
                <ns1:schemeClr val="bg1"/>
              </ns1:buClr>
              <ns1:buSzPct val="120000"/>
              <ns1:defRPr/>
            </ns1:pPr>
            <ns1:r>
              <ns1:rPr lang="en-US" altLang="en-US" b="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322566658"/>
      </ns0:ext>
    </ns0:extLst>
  </ns0:cSld>
  <ns0:clrMapOvr>
    <ns1:masterClrMapping/>
  </ns0:clrMapOvr>
  <ns0:transition/>
</ns0:sldLayout>
</file>

<file path=ppt/slideLayouts/slideLayout31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0/main" xmlns:ns4="http://schemas.microsoft.com/office/powerpoint/2010/main" type="obj" preserve="1">
  <ns0:cSld name="版型23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ext Box 4"/>
          <ns0:cNvSpPr txBox="1">
            <ns1:spLocks noChangeArrowheads="1"/>
          </ns0:cNvSpPr>
          <ns0:nvPr/>
        </ns0:nvSpPr>
        <ns0:spPr bwMode="auto">
          <ns1:xfrm>
            <ns1:off x="0" y="-27384"/>
            <ns1:ext cx="9144000" cy="707886"/>
          </ns1:xfrm>
          <ns1:prstGeom prst="rect">
            <ns1:avLst/>
          </ns1:prstGeom>
          <ns1:solidFill>
            <ns1:srgbClr val="FFFF00"/>
          </ns1:solidFill>
          <ns1:ln w="12700" cap="sq">
            <ns1:solidFill>
              <ns1:srgbClr val="000000"/>
            </ns1:solidFill>
            <ns1:miter lim="800000"/>
            <ns1:headEnd type="none" w="sm" len="sm"/>
            <ns1:tailEnd type="none" w="sm" len="sm"/>
          </ns1:ln>
          <ns1:extLst/>
        </ns0:spPr>
        <ns0:txBody>
          <ns1:bodyPr wrap="square">
            <ns1:spAutoFit/>
          </ns1:bodyPr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9pPr>
          </ns1:lstStyle>
          <ns1:p>
            <ns1:pPr algn="ctr">
              <ns1:spcBef>
                <ns1:spcPct val="0"/>
              </ns1:spcBef>
              <ns1:buNone/>
            </ns1:pPr>
            <ns1:r>
              <ns1:rPr lang="en-US" altLang="zh-TW" sz="4000" b="1" dirty="0">
                <ns1:solidFill>
                  <ns1:srgbClr val="0000FF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b="1" dirty="0">
                <ns1:solidFill>
                  <ns1:srgbClr val="0000FF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b="1" dirty="0" smtClean="0">
                <ns1:solidFill>
                  <ns1:srgbClr val="0000FF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zh-TW" altLang="en-US" sz="4000" b="1" dirty="0">
              <ns1:solidFill>
                <ns1:srgbClr val="0000FF"/>
              </ns1:solidFill>
              <ns1:latin typeface="Times New Roman" panose="02020603050405020304" pitchFamily="18" charset="0"/>
              <ns1:ea typeface="標楷體" panose="03000509000000000000" pitchFamily="65" charset="-120"/>
              <ns1:cs typeface="Times New Roman" panose="02020603050405020304" pitchFamily="18" charset="0"/>
            </ns1:endParaRPr>
          </ns1:p>
        </ns0:txBody>
      </ns0:sp>
      <ns0:pic>
        <ns0:nvPicPr>
          <ns0:cNvPr id="3" name="圖片 47" descr="Z:\08-對外展示相關\1-26展示\105輪型戰車3D圖(已加上機槍)\1100426-D1模擬圖\D1_20210326-1.JPG"/>
          <ns0:cNvPicPr/>
          <ns0:nvPr/>
        </ns0:nvPicPr>
        <ns0:blipFill>
          <ns1:blip ns2:embed="rId2" cstate="print">
            <ns1:extLst>
              <ns1:ext uri="{BEBA8EAE-BF5A-486C-A8C5-ECC9F3942E4B}">
                <ns3:imgProps>
                  <ns3:imgLayer ns2:embed="rId3">
                    <ns3:imgEffect>
                      <ns3:saturation sat="58000"/>
                    </ns3:imgEffect>
                  </ns3:imgLayer>
                </ns3:imgProps>
              </ns1:ext>
              <ns1:ext uri="{28A0092B-C50C-407E-A947-70E740481C1C}">
                <ns3:useLocalDpi val="0"/>
              </ns1:ext>
            </ns1:extLst>
          </ns1:blip>
          <ns1:srcRect/>
          <ns1:stretch>
            <ns1:fillRect/>
          </ns1:stretch>
        </ns0:blipFill>
        <ns0:spPr bwMode="auto">
          <ns1:xfrm>
            <ns1:off x="1331640" y="1013098"/>
            <ns1:ext cx="5805170" cy="4485640"/>
          </ns1:xfrm>
          <ns1:prstGeom prst="rect">
            <ns1:avLst/>
          </ns1:prstGeom>
          <ns1:noFill/>
          <ns1:ln>
            <ns1:noFill/>
          </ns1:ln>
        </ns0:spPr>
      </ns0:pic>
      <ns0:sp>
        <ns0:nvSpPr>
          <ns0:cNvPr id="4" name="文字方塊 2"/>
          <ns0:cNvSpPr txBox="1">
            <ns1:spLocks noChangeArrowheads="1"/>
          </ns0:cNvSpPr>
          <ns0:nvPr/>
        </ns0:nvSpPr>
        <ns0:spPr bwMode="auto">
          <ns1:xfrm>
            <ns1:off x="0" y="434579"/>
            <ns1:ext cx="4721860" cy="2333625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</ns0:txBody>
      </ns0:sp>
      <ns0:cxnSp>
        <ns0:nvCxnSpPr>
          <ns0:cNvPr id="5" name="直線單箭頭接點 49"/>
          <ns0:cNvCxnSpPr/>
          <ns0:nvPr/>
        </ns0:nvCxnSpPr>
        <ns0:spPr>
          <ns1:xfrm>
            <ns1:off x="2209800" y="2377679"/>
            <ns1:ext cx="1642120" cy="335519"/>
          </ns1:xfrm>
          <ns1:prstGeom prst="straightConnector1">
            <ns1:avLst/>
          </ns1:prstGeom>
          <ns1:ln w="28575">
            <ns1:solidFill>
              <ns1:srgbClr val="FF0000"/>
            </ns1:solidFill>
            <ns1:tailEnd type="triangle" w="lg" len="lg"/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6" name="文字方塊 2"/>
          <ns0:cNvSpPr txBox="1">
            <ns1:spLocks noChangeArrowheads="1"/>
          </ns0:cNvSpPr>
          <ns0:nvPr/>
        </ns0:nvSpPr>
        <ns0:spPr bwMode="auto">
          <ns1:xfrm>
            <ns1:off x="5950585" y="434579"/>
            <ns1:ext cx="3193415" cy="1635760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</ns0:txBody>
      </ns0:sp>
      <ns0:cxnSp>
        <ns0:nvCxnSpPr>
          <ns0:cNvPr id="7" name="直線單箭頭接點 51"/>
          <ns0:cNvCxnSpPr/>
          <ns0:nvPr/>
        </ns0:nvCxnSpPr>
        <ns0:spPr>
          <ns1:xfrm flipH="1">
            <ns1:off x="4988178" y="1499452"/>
            <ns1:ext cx="962408" cy="872046"/>
          </ns1:xfrm>
          <ns1:prstGeom prst="straightConnector1">
            <ns1:avLst/>
          </ns1:prstGeom>
          <ns1:ln w="28575">
            <ns1:solidFill>
              <ns1:srgbClr val="FF0000"/>
            </ns1:solidFill>
            <ns1:tailEnd type="triangle" w="lg" len="lg"/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8" name="文字方塊 2"/>
          <ns0:cNvSpPr txBox="1">
            <ns1:spLocks noChangeArrowheads="1"/>
          </ns0:cNvSpPr>
          <ns0:nvPr/>
        </ns0:nvSpPr>
        <ns0:spPr bwMode="auto">
          <ns1:xfrm>
            <ns1:off x="31115" y="2713198"/>
            <ns1:ext cx="2329815" cy="1647825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 smtClean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</ns0:txBody>
      </ns0:sp>
      <ns0:cxnSp>
        <ns0:nvCxnSpPr>
          <ns0:cNvPr id="9" name="直線單箭頭接點 53"/>
          <ns0:cNvCxnSpPr/>
          <ns0:nvPr/>
        </ns0:nvCxnSpPr>
        <ns0:spPr>
          <ns1:xfrm flipV="1">
            <ns1:off x="2360930" y="3799048"/>
            <ns1:ext cx="639445" cy="62000"/>
          </ns1:xfrm>
          <ns1:prstGeom prst="straightConnector1">
            <ns1:avLst/>
          </ns1:prstGeom>
          <ns1:ln w="28575">
            <ns1:solidFill>
              <ns1:srgbClr val="FF0000"/>
            </ns1:solidFill>
            <ns1:tailEnd type="triangle" w="lg" len="lg"/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0" name="文字方塊 2"/>
          <ns0:cNvSpPr txBox="1">
            <ns1:spLocks noChangeArrowheads="1"/>
          </ns0:cNvSpPr>
          <ns0:nvPr/>
        </ns0:nvSpPr>
        <ns0:spPr bwMode="auto">
          <ns1:xfrm>
            <ns1:off x="6423977" y="2444100"/>
            <ns1:ext cx="2756535" cy="2065020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 smtClean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</ns0:txBody>
      </ns0:sp>
      <ns0:cxnSp>
        <ns0:nvCxnSpPr>
          <ns0:cNvPr id="11" name="直線單箭頭接點 55"/>
          <ns0:cNvCxnSpPr/>
          <ns0:nvPr/>
        </ns0:nvCxnSpPr>
        <ns0:spPr>
          <ns1:xfrm flipH="1" flipV="1">
            <ns1:off x="4939665" y="2963070"/>
            <ns1:ext cx="1456055" cy="446405"/>
          </ns1:xfrm>
          <ns1:prstGeom prst="straightConnector1">
            <ns1:avLst/>
          </ns1:prstGeom>
          <ns1:ln w="28575">
            <ns1:solidFill>
              <ns1:srgbClr val="FF0000"/>
            </ns1:solidFill>
            <ns1:tailEnd type="triangle" w="lg" len="lg"/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2" name="文字方塊 2"/>
          <ns0:cNvSpPr txBox="1">
            <ns1:spLocks noChangeArrowheads="1"/>
          </ns0:cNvSpPr>
          <ns0:nvPr/>
        </ns0:nvSpPr>
        <ns0:spPr bwMode="auto">
          <ns1:xfrm>
            <ns1:off x="5412656" y="4782458"/>
            <ns1:ext cx="3370580" cy="1432560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lnSpc>
                <ns1:spcPts val="3000"/>
              </ns1:lnSpc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</ns0:txBody>
      </ns0:sp>
      <ns0:cxnSp>
        <ns0:nvCxnSpPr>
          <ns0:cNvPr id="13" name="直線單箭頭接點 57"/>
          <ns0:cNvCxnSpPr/>
          <ns0:nvPr/>
        </ns0:nvCxnSpPr>
        <ns0:spPr>
          <ns1:xfrm flipH="1" flipV="1">
            <ns1:off x="4936406" y="4782458"/>
            <ns1:ext cx="467360" cy="396240"/>
          </ns1:xfrm>
          <ns1:prstGeom prst="straightConnector1">
            <ns1:avLst/>
          </ns1:prstGeom>
          <ns1:ln w="28575">
            <ns1:solidFill>
              <ns1:srgbClr val="FF0000"/>
            </ns1:solidFill>
            <ns1:tailEnd type="triangle" w="lg" len="lg"/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sp>
        <ns0:nvSpPr>
          <ns0:cNvPr id="14" name="文字方塊 2"/>
          <ns0:cNvSpPr txBox="1">
            <ns1:spLocks noChangeArrowheads="1"/>
          </ns0:cNvSpPr>
          <ns0:nvPr/>
        </ns0:nvSpPr>
        <ns0:spPr bwMode="auto">
          <ns1:xfrm>
            <ns1:off x="31115" y="4903552"/>
            <ns1:ext cx="3589020" cy="1514475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00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00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00"/>
              </ns1:solidFill>
              <ns1:latin typeface="Calibri"/>
              <ns1:cs typeface="Times New Roman"/>
            </ns1:endParaRPr>
          </ns1:p>
        </ns0:txBody>
      </ns0:sp>
      <ns0:sp>
        <ns0:nvSpPr>
          <ns0:cNvPr id="15" name="文字方塊 14"/>
          <ns0:cNvSpPr txBox="1"/>
          <ns0:nvPr/>
        </ns0:nvSpPr>
        <ns0:spPr>
          <ns1:xfrm>
            <ns1:off x="3398" y="679996"/>
            <ns1:ext cx="1728192" cy="261610"/>
          </ns1:xfrm>
          <ns1:prstGeom prst="rect">
            <ns1:avLst/>
          </ns1:prstGeom>
          <ns1:solidFill>
            <ns1:schemeClr val="bg1"/>
          </ns1:solidFill>
        </ns0:spPr>
        <ns0:txBody>
          <ns1:bodyPr wrap="square" rtlCol="0">
            <ns1:spAutoFit/>
          </ns1:bodyPr>
          <ns1:lstStyle/>
          <ns1:p>
            <ns1:r>
              <ns1:rPr lang="zh-TW" altLang="en-US" sz="1000" dirty="0" smtClean="0">
                <ns1:latin typeface="Times New Roman" pitchFamily="18" charset="0"/>
                <ns1:ea typeface="標楷體" pitchFamily="65" charset="-120"/>
              </ns1:rPr>
              <ns1:t/>
            </ns1:r>
            <ns1:r>
              <ns1:rPr lang="zh-TW" altLang="en-US" sz="1100" dirty="0">
                <ns1:latin typeface="Times New Roman" pitchFamily="18" charset="0"/>
                <ns1:ea typeface="標楷體" pitchFamily="65" charset="-120"/>
              </ns1:rPr>
              <ns1:t/>
            </ns1:r>
          </ns1:p>
        </ns0:txBody>
      </ns0:sp>
    </ns0:spTree>
    <ns0:extLst>
      <ns0:ext uri="{BB962C8B-B14F-4D97-AF65-F5344CB8AC3E}">
        <ns4:creationId val="2291193297"/>
      </ns0:ext>
    </ns0:extLst>
  </ns0:cSld>
  <ns0:clrMapOvr>
    <ns1:masterClrMapping/>
  </ns0:clrMapOvr>
  <ns0:transition/>
</ns0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slideLayout" Target="../slideLayouts/slideLayout2.xml" /><ns0:Relationship Id="rId7" Type="http://schemas.openxmlformats.org/officeDocument/2006/relationships/slideLayout" Target="../slideLayouts/slideLayout7.xml" /><ns0:Relationship Id="rId8" Type="http://schemas.openxmlformats.org/officeDocument/2006/relationships/slideLayout" Target="../slideLayouts/slideLayout8.xml" /><ns0:Relationship Id="rId9" Type="http://schemas.openxmlformats.org/officeDocument/2006/relationships/slideLayout" Target="../slideLayouts/slideLayout9.xml" /><ns0:Relationship Id="rId14" Type="http://schemas.openxmlformats.org/officeDocument/2006/relationships/slideLayout" Target="../slideLayouts/slideLayout14.xml" /><ns0:Relationship Id="rId15" Type="http://schemas.openxmlformats.org/officeDocument/2006/relationships/theme" Target="../theme/theme1.xml" /><ns0:Relationship Id="rId16" Type="http://schemas.openxmlformats.org/officeDocument/2006/relationships/slideLayout" Target="../slideLayouts/slideLayout15.xml" /><ns0:Relationship Id="rId17" Type="http://schemas.openxmlformats.org/officeDocument/2006/relationships/slideLayout" Target="../slideLayouts/slideLayout16.xml" /><ns0:Relationship Id="rId18" Type="http://schemas.openxmlformats.org/officeDocument/2006/relationships/slideLayout" Target="../slideLayouts/slideLayout17.xml" /><ns0:Relationship Id="rId19" Type="http://schemas.openxmlformats.org/officeDocument/2006/relationships/slideLayout" Target="../slideLayouts/slideLayout18.xml" /><ns0:Relationship Id="rId20" Type="http://schemas.openxmlformats.org/officeDocument/2006/relationships/slideLayout" Target="../slideLayouts/slideLayout19.xml" /><ns0:Relationship Id="rId21" Type="http://schemas.openxmlformats.org/officeDocument/2006/relationships/slideLayout" Target="../slideLayouts/slideLayout20.xml" /><ns0:Relationship Id="rId22" Type="http://schemas.openxmlformats.org/officeDocument/2006/relationships/slideLayout" Target="../slideLayouts/slideLayout21.xml" /><ns0:Relationship Id="rId23" Type="http://schemas.openxmlformats.org/officeDocument/2006/relationships/slideLayout" Target="../slideLayouts/slideLayout22.xml" /><ns0:Relationship Id="rId24" Type="http://schemas.openxmlformats.org/officeDocument/2006/relationships/slideLayout" Target="../slideLayouts/slideLayout23.xml" /><ns0:Relationship Id="rId25" Type="http://schemas.openxmlformats.org/officeDocument/2006/relationships/slideLayout" Target="../slideLayouts/slideLayout24.xml" /><ns0:Relationship Id="rId26" Type="http://schemas.openxmlformats.org/officeDocument/2006/relationships/slideLayout" Target="../slideLayouts/slideLayout25.xml" /><ns0:Relationship Id="rId27" Type="http://schemas.openxmlformats.org/officeDocument/2006/relationships/slideLayout" Target="../slideLayouts/slideLayout26.xml" /><ns0:Relationship Id="rId28" Type="http://schemas.openxmlformats.org/officeDocument/2006/relationships/slideLayout" Target="../slideLayouts/slideLayout27.xml" /><ns0:Relationship Id="rId29" Type="http://schemas.openxmlformats.org/officeDocument/2006/relationships/slideLayout" Target="../slideLayouts/slideLayout28.xml" /><ns0:Relationship Id="rId30" Type="http://schemas.openxmlformats.org/officeDocument/2006/relationships/slideLayout" Target="../slideLayouts/slideLayout29.xml" /><ns0:Relationship Id="rId31" Type="http://schemas.openxmlformats.org/officeDocument/2006/relationships/slideLayout" Target="../slideLayouts/slideLayout30.xml" /><ns0:Relationship Id="rId32" Type="http://schemas.openxmlformats.org/officeDocument/2006/relationships/slideLayout" Target="../slideLayouts/slideLayout31.xml" /></ns0: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microsoft.com/office/drawing/2010/main" xmlns:ns3="http://schemas.openxmlformats.org/officeDocument/2006/relationships" preserve="1">
  <ns0:cSld>
    <ns0:bg>
      <ns0:bgPr shadeToTitle="1">
        <ns1:gradFill rotWithShape="0">
          <ns1:gsLst>
            <ns1:gs pos="0">
              <ns1:srgbClr val="0000CC"/>
            </ns1:gs>
            <ns1:gs pos="100000">
              <ns1:schemeClr val="tx1"/>
            </ns1:gs>
          </ns1:gsLst>
          <ns1:path path="shape">
            <ns1:fillToRect l="50000" t="50000" r="50000" b="50000"/>
          </ns1:path>
        </ns1:gradFill>
        <ns1:effectLst/>
      </ns0:bgPr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026" name="Rectangle 2"/>
          <ns0:cNvSpPr>
            <ns1:spLocks noGrp="1" noChangeArrowheads="1"/>
          </ns0:cNvSpPr>
          <ns0:nvPr>
            <ns0:ph type="title"/>
          </ns0:nvPr>
        </ns0:nvSpPr>
        <ns0:spPr bwMode="auto">
          <ns1:xfrm>
            <ns1:off x="457200" y="274638"/>
            <ns1:ext cx="8229600" cy="114300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vert="horz" wrap="square" lIns="91440" tIns="45720" rIns="91440" bIns="45720" numCol="1" anchor="ctr" anchorCtr="0" compatLnSpc="1">
            <ns1:prstTxWarp prst="textNoShape">
              <ns1:avLst/>
            </ns1:prstTxWarp>
          </ns1:bodyPr>
          <ns1:lstStyle/>
          <ns1:p>
            <ns1:pPr lvl="0"/>
            <ns1:r>
              <ns1:rPr lang="zh-TW" altLang="en-US" smtClean="0"/>
              <ns1:t>按一下以編輯母片標題樣式</ns1:t>
            </ns1:r>
          </ns1:p>
        </ns0:txBody>
      </ns0:sp>
      <ns0:sp>
        <ns0:nvSpPr>
          <ns0:cNvPr id="1027" name="Rectangle 3"/>
          <ns0:cNvSpPr>
            <ns1:spLocks noGrp="1" noChangeArrowheads="1"/>
          </ns0:cNvSpPr>
          <ns0:nvPr>
            <ns0:ph type="body" idx="1"/>
          </ns0:nvPr>
        </ns0:nvSpPr>
        <ns0:spPr bwMode="auto">
          <ns1:xfrm>
            <ns1:off x="457200" y="1600200"/>
            <ns1:ext cx="8229600" cy="4525963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vert="horz" wrap="square" lIns="91440" tIns="45720" rIns="91440" bIns="45720" numCol="1" anchor="t" anchorCtr="0" compatLnSpc="1">
            <ns1:prstTxWarp prst="textNoShape">
              <ns1:avLst/>
            </ns1:prstTxWarp>
          </ns1:bodyPr>
          <ns1:lstStyle/>
          <ns1:p>
            <ns1:pPr lvl="0"/>
            <ns1:r>
              <ns1:rPr lang="zh-TW" altLang="en-US" smtClean="0"/>
              <ns1:t>按一下以編輯母片</ns1:t>
            </ns1:r>
          </ns1:p>
          <ns1:p>
            <ns1:pPr lvl="1"/>
            <ns1:r>
              <ns1:rPr lang="zh-TW" altLang="en-US" smtClean="0"/>
              <ns1:t>第二層</ns1:t>
            </ns1:r>
          </ns1:p>
          <ns1:p>
            <ns1:pPr lvl="2"/>
            <ns1:r>
              <ns1:rPr lang="zh-TW" altLang="en-US" smtClean="0"/>
              <ns1:t>第三層</ns1:t>
            </ns1:r>
          </ns1:p>
          <ns1:p>
            <ns1:pPr lvl="3"/>
            <ns1:r>
              <ns1:rPr lang="zh-TW" altLang="en-US" smtClean="0"/>
              <ns1:t>第四層</ns1:t>
            </ns1:r>
          </ns1:p>
          <ns1:p>
            <ns1:pPr lvl="4"/>
            <ns1:r>
              <ns1:rPr lang="zh-TW" altLang="en-US" smtClean="0"/>
              <ns1:t>第五層</ns1:t>
            </ns1:r>
          </ns1:p>
        </ns0:txBody>
      </ns0:sp>
      <ns0:sp>
        <ns0:nvSpPr>
          <ns0:cNvPr id="2684932" name="Rectangle 4"/>
          <ns0:cNvSpPr>
            <ns1:spLocks noGrp="1" noChangeArrowheads="1"/>
          </ns0:cNvSpPr>
          <ns0:nvPr>
            <ns0:ph type="dt" sz="half" idx="2"/>
          </ns0:nvPr>
        </ns0:nvSpPr>
        <ns0:spPr bwMode="auto">
          <ns1:xfrm>
            <ns1:off x="457200" y="6245225"/>
            <ns1:ext cx="2133600" cy="476250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  <ns1:effectLst/>
        </ns0:spPr>
        <ns0:txBody>
          <ns1:bodyPr vert="horz" wrap="square" lIns="91440" tIns="45720" rIns="91440" bIns="45720" numCol="1" anchor="t" anchorCtr="0" compatLnSpc="1">
            <ns1:prstTxWarp prst="textNoShape">
              <ns1:avLst/>
            </ns1:prstTxWarp>
          </ns1:bodyPr>
          <ns1:lstStyle>
            <ns1:lvl1pPr eaLnBrk="1" hangingPunct="1">
              <ns1:defRPr kumimoji="1" sz="1400">
                <ns1:solidFill>
                  <ns1:srgbClr val="000000"/>
                </ns1:solidFill>
                <ns1:latin typeface="Arial" pitchFamily="34" charset="0"/>
                <ns1:ea typeface="新細明體" pitchFamily="18" charset="-120"/>
              </ns1:defRPr>
            </ns1:lvl1pPr>
          </ns1:lstStyle>
          <ns1:p>
            <ns1:pPr>
              <ns1:defRPr/>
            </ns1:pPr>
            <ns1:fld id="{75881CBC-3CC9-48CC-B4D0-6AEFD03E6F38}" type="datetime1">
              <ns1:rPr lang="zh-TW" altLang="en-US" smtClean="0"/>
              <ns1:t>2026/3/24</ns1:t>
            </ns1:fld>
            <ns1:endParaRPr lang="en-US" altLang="zh-TW"/>
          </ns1:p>
        </ns0:txBody>
      </ns0:sp>
      <ns0:sp>
        <ns0:nvSpPr>
          <ns0:cNvPr id="2684933" name="Rectangle 5"/>
          <ns0:cNvSpPr>
            <ns1:spLocks noGrp="1" noChangeArrowheads="1"/>
          </ns0:cNvSpPr>
          <ns0:nvPr>
            <ns0:ph type="ftr" sz="quarter" idx="3"/>
          </ns0:nvPr>
        </ns0:nvSpPr>
        <ns0:spPr bwMode="auto">
          <ns1:xfrm>
            <ns1:off x="3116263" y="6597650"/>
            <ns1:ext cx="2895600" cy="476250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  <ns1:effectLst/>
        </ns0:spPr>
        <ns0:txBody>
          <ns1:bodyPr vert="horz" wrap="square" lIns="91440" tIns="45720" rIns="91440" bIns="45720" numCol="1" anchor="t" anchorCtr="0" compatLnSpc="1">
            <ns1:prstTxWarp prst="textNoShape">
              <ns1:avLst/>
            </ns1:prstTxWarp>
          </ns1:bodyPr>
          <ns1:lstStyle>
            <ns1:lvl1pPr algn="ctr" eaLnBrk="1" hangingPunct="1">
              <ns1:defRPr sz="1400" b="1">
                <ns1:solidFill>
                  <ns1:srgbClr val="FFFFFF"/>
                </ns1:solidFill>
                <ns1:latin typeface="Times New Roman" pitchFamily="18" charset="0"/>
                <ns1:ea typeface="標楷體" pitchFamily="65" charset="-120"/>
              </ns1:defRPr>
            </ns1:lvl1pPr>
          </ns1:lstStyle>
          <ns1:p>
            <ns1:pPr>
              <ns1:defRPr/>
            </ns1:pPr>
            <ns1:endParaRPr lang="en-US" altLang="zh-TW"/>
          </ns1:p>
        </ns0:txBody>
      </ns0:sp>
      <ns0:sp>
        <ns0:nvSpPr>
          <ns0:cNvPr id="1031" name="Rectangle 7"/>
          <ns0:cNvSpPr>
            <ns1:spLocks noGrp="1" noChangeArrowheads="1"/>
          </ns0:cNvSpPr>
          <ns0:nvPr>
            <ns0:ph type="sldNum" sz="quarter" idx="4"/>
          </ns0:nvPr>
        </ns0:nvSpPr>
        <ns0:spPr bwMode="auto">
          <ns1:xfrm>
            <ns1:off x="6551613" y="6238875"/>
            <ns1:ext cx="2133600" cy="476250"/>
          </ns1:xfrm>
          <ns1:prstGeom prst="rect">
            <ns1:avLst/>
          </ns1:prstGeom>
          <ns1:noFill/>
          <ns1:ln>
            <ns1:noFill/>
          </ns1:ln>
          <ns1:effectLst/>
          <ns1:extLst>
            <ns1:ext uri="{909E8E84-426E-40DD-AFC4-6F175D3DCCD1}">
              <ns2:hiddenFill>
                <ns1:solidFill>
                  <ns1:schemeClr val="accent1"/>
                </ns1:solidFill>
              </ns2:hiddenFill>
            </ns1:ext>
            <ns1:ext uri="{91240B29-F687-4F45-9708-019B960494DF}">
              <ns2:hiddenLine w="9525">
                <ns1:solidFill>
                  <ns1:schemeClr val="tx1"/>
                </ns1:solidFill>
                <ns1:miter lim="800000"/>
                <ns1:headEnd/>
                <ns1:tailEnd/>
              </ns2:hiddenLine>
            </ns1:ext>
            <ns1:ext uri="{AF507438-7753-43E0-B8FC-AC1667EBCBE1}">
              <ns2:hiddenEffects>
                <ns1:effectLst>
                  <ns1:outerShdw dist="35921" dir="2700000" algn="ctr" rotWithShape="0">
                    <ns1:schemeClr val="bg2"/>
                  </ns1:outerShdw>
                </ns1:effectLst>
              </ns2:hiddenEffects>
            </ns1:ext>
          </ns1:extLst>
        </ns0:spPr>
        <ns0:txBody>
          <ns1:bodyPr vert="horz" wrap="square" lIns="91440" tIns="45720" rIns="91440" bIns="45720" numCol="1" anchor="t" anchorCtr="0" compatLnSpc="1">
            <ns1:prstTxWarp prst="textNoShape">
              <ns1:avLst/>
            </ns1:prstTxWarp>
          </ns1:bodyPr>
          <ns1:lstStyle>
            <ns1:lvl1pPr algn="r">
              <ns1:defRPr kumimoji="0" sz="1400">
                <ns1:solidFill>
                  <ns1:srgbClr val="000000"/>
                </ns1:solidFill>
                <ns1:latin typeface="Arial" charset="0"/>
              </ns1:defRPr>
            </ns1:lvl1pPr>
          </ns1:lstStyle>
          <ns1:p>
            <ns1:pPr>
              <ns1:defRPr/>
            </ns1:pPr>
            <ns1:fld id="{DAFCD010-7221-444E-83B6-2A684E19DE56}" type="slidenum">
              <ns1:rPr lang="zh-TW" altLang="en-US"/>
              <ns1:pPr>
                <ns1:defRPr/>
              </ns1:pPr>
              <ns1:t>‹#›</ns1:t>
            </ns1:fld>
            <ns1:endParaRPr lang="en-US" altLang="zh-TW"/>
          </ns1:p>
        </ns0:txBody>
      </ns0:sp>
      <ns0:sp>
        <ns0:nvSpPr>
          <ns0:cNvPr id="7" name="Rectangle 6"/>
          <ns0:cNvSpPr txBox="1">
            <ns1:spLocks noChangeArrowheads="1"/>
          </ns0:cNvSpPr>
          <ns0:nvPr userDrawn="1"/>
        </ns0:nvSpPr>
        <ns0:spPr>
          <ns1:xfrm>
            <ns1:off x="7029450" y="6534150"/>
            <ns1:ext cx="2133600" cy="476250"/>
          </ns1:xfrm>
          <ns1:prstGeom prst="rect">
            <ns1:avLst/>
          </ns1:prstGeom>
        </ns0:spPr>
        <ns0:txBody>
          <ns1:bodyPr/>
          <ns1:lstStyle>
            <ns1:lvl1pPr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1pPr>
            <ns1:lvl2pPr marL="742950" indent="-28575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2pPr>
            <ns1:lvl3pPr marL="11430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3pPr>
            <ns1:lvl4pPr marL="16002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4pPr>
            <ns1:lvl5pPr marL="20574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5pPr>
            <ns1:lvl6pPr marL="25146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6pPr>
            <ns1:lvl7pPr marL="29718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7pPr>
            <ns1:lvl8pPr marL="34290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8pPr>
            <ns1:lvl9pPr marL="38862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9pPr>
          </ns1:lstStyle>
          <ns1:p>
            <ns1:pPr>
              <ns1:defRPr/>
            </ns1:pPr>
            <ns1:fld id="{EE5F5A5E-7A0C-4C33-9DC8-1D4E86B0FF7D}" type="slidenum">
              <ns1:rPr lang="en-US" altLang="zh-TW" smtClean="0"/>
              <ns1:pPr>
                <ns1:defRPr/>
              </ns1:pPr>
              <ns1:t>‹#›</ns1:t>
            </ns1:fld>
            <ns1:endParaRPr lang="en-US" altLang="zh-TW" smtClean="0"/>
          </ns1:p>
        </ns0:txBody>
      </ns0:sp>
      <ns0:sp>
        <ns0:nvSpPr>
          <ns0:cNvPr id="8" name="Rectangle 6"/>
          <ns0:cNvSpPr txBox="1">
            <ns1:spLocks noChangeArrowheads="1"/>
          </ns0:cNvSpPr>
          <ns0:nvPr userDrawn="1"/>
        </ns0:nvSpPr>
        <ns0:spPr bwMode="auto">
          <ns1:xfrm>
            <ns1:off x="7019925" y="6524625"/>
            <ns1:ext cx="2133600" cy="476250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  <ns1:effectLst>
            <ns1:outerShdw dist="35921" dir="2700000" algn="ctr" rotWithShape="0">
              <ns1:schemeClr val="tx1"/>
            </ns1:outerShdw>
          </ns1:effectLst>
        </ns0:spPr>
        <ns0:txBody>
          <ns1:bodyPr/>
          <ns1:lstStyle>
            <ns1:lvl1pPr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1pPr>
            <ns1:lvl2pPr marL="742950" indent="-28575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2pPr>
            <ns1:lvl3pPr marL="11430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3pPr>
            <ns1:lvl4pPr marL="16002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4pPr>
            <ns1:lvl5pPr marL="2057400" indent="-228600"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5pPr>
            <ns1:lvl6pPr marL="25146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6pPr>
            <ns1:lvl7pPr marL="29718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7pPr>
            <ns1:lvl8pPr marL="34290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8pPr>
            <ns1:lvl9pPr marL="3886200" indent="-228600" eaLnBrk="0" fontAlgn="base" hangingPunct="0">
              <ns1:spcBef>
                <ns1:spcPct val="0"/>
              </ns1:spcBef>
              <ns1:spcAft>
                <ns1:spcPct val="0"/>
              </ns1:spcAft>
              <ns1:defRPr kumimoji="1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9pPr>
          </ns1:lstStyle>
          <ns1:p>
            <ns1:pPr algn="r" eaLnBrk="1" hangingPunct="1">
              <ns1:defRPr/>
            </ns1:pPr>
            <ns1:fld id="{06C2DD8A-CBFD-4109-A8C0-B0C780A105A9}" type="slidenum">
              <ns1:rPr lang="en-US" altLang="zh-TW" smtClean="0">
                <ns1:solidFill>
                  <ns1:srgbClr val="FFFFFF"/>
                </ns1:solidFill>
                <ns1:ea typeface="標楷體" pitchFamily="65" charset="-120"/>
              </ns1:rPr>
              <ns1:pPr algn="r" eaLnBrk="1" hangingPunct="1">
                <ns1:defRPr/>
              </ns1:pPr>
              <ns1:t>‹#›</ns1:t>
            </ns1:fld>
            <ns1:endParaRPr lang="en-US" altLang="zh-TW" smtClean="0">
              <ns1:solidFill>
                <ns1:srgbClr val="FFFFFF"/>
              </ns1:solidFill>
              <ns1:ea typeface="標楷體" pitchFamily="65" charset="-120"/>
            </ns1:endParaRPr>
          </ns1:p>
        </ns0:txBody>
      </ns0:sp>
      <ns0:sp>
        <ns0:nvSpPr>
          <ns0:cNvPr id="9" name="文字方塊 8"/>
          <ns0:cNvSpPr txBox="1"/>
          <ns0:nvPr userDrawn="1"/>
        </ns0:nvSpPr>
        <ns0:spPr>
          <ns1:xfrm>
            <ns1:off x="3563888" y="0"/>
            <ns1:ext cx="2016224" cy="276999"/>
          </ns1:xfrm>
          <ns1:prstGeom prst="rect">
            <ns1:avLst/>
          </ns1:prstGeom>
          <ns1:noFill/>
        </ns0:spPr>
        <ns0:txBody>
          <ns1:bodyPr wrap="square" rtlCol="0">
            <ns1:spAutoFit/>
          </ns1:bodyPr>
          <ns1:lstStyle>
            <ns1:defPPr>
              <ns1:defRPr lang="zh-TW"/>
            </ns1:defPPr>
            <ns1:lvl1pPr>
              <ns1:defRPr sz="1000">
                <ns1:solidFill>
                  <ns1:srgbClr val="FFFFFF"/>
                </ns1:solidFill>
                <ns1:latin typeface="Times New Roman" pitchFamily="18" charset="0"/>
                <ns1:ea typeface="標楷體" pitchFamily="65" charset="-120"/>
              </ns1:defRPr>
            </ns1:lvl1pPr>
          </ns1:lstStyle>
          <ns1:p>
            <ns1:pPr algn="ctr"/>
            <ns1:r>
              <ns1:rPr lang="zh-TW" altLang="en-US" sz="1200" dirty="0"/>
              <ns1:t>無（本件屬一般公務資訊）</ns1:t>
            </ns1:r>
          </ns1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509981" ns3:id="rId1"/>
    <ns0:sldLayoutId id="2147509982" ns3:id="rId2"/>
    <ns0:sldLayoutId id="2147509987" ns3:id="rId7"/>
    <ns0:sldLayoutId id="2147509994" ns3:id="rId8"/>
    <ns0:sldLayoutId id="2147509993" ns3:id="rId9"/>
    <ns0:sldLayoutId id="2147509992" ns3:id="rId14"/>
    <ns0:sldLayoutId id="2147509995" ns3:id="rId16"/>
    <ns0:sldLayoutId id="2147509996" ns3:id="rId17"/>
    <ns0:sldLayoutId id="2147509997" ns3:id="rId18"/>
    <ns0:sldLayoutId id="2147509998" ns3:id="rId19"/>
    <ns0:sldLayoutId id="2147509999" ns3:id="rId20"/>
    <ns0:sldLayoutId id="2147510000" ns3:id="rId21"/>
    <ns0:sldLayoutId id="2147510001" ns3:id="rId22"/>
    <ns0:sldLayoutId id="2147510002" ns3:id="rId23"/>
    <ns0:sldLayoutId id="2147510003" ns3:id="rId24"/>
    <ns0:sldLayoutId id="2147510004" ns3:id="rId25"/>
    <ns0:sldLayoutId id="2147510005" ns3:id="rId26"/>
    <ns0:sldLayoutId id="2147510006" ns3:id="rId27"/>
    <ns0:sldLayoutId id="2147510007" ns3:id="rId28"/>
    <ns0:sldLayoutId id="2147510008" ns3:id="rId29"/>
    <ns0:sldLayoutId id="2147510009" ns3:id="rId30"/>
    <ns0:sldLayoutId id="2147510010" ns3:id="rId31"/>
    <ns0:sldLayoutId id="2147510011" ns3:id="rId32"/>
  </ns0:sldLayoutIdLst>
  <ns0:transition/>
  <ns0:hf hdr="0" ftr="0" dt="0"/>
  <ns0:txStyles>
    <ns0:titleStyle>
      <ns1:lvl1pPr algn="ctr" rtl="0" eaLnBrk="0" fontAlgn="base" hangingPunct="0">
        <ns1:spcBef>
          <ns1:spcPct val="0"/>
        </ns1:spcBef>
        <ns1:spcAft>
          <ns1:spcPct val="0"/>
        </ns1:spcAft>
        <ns1:defRPr kumimoji="1" sz="4400">
          <ns1:solidFill>
            <ns1:srgbClr val="FFFF00"/>
          </ns1:solidFill>
          <ns1:latin typeface="標楷體" panose="03000509000000000000" pitchFamily="65" charset="-120"/>
          <ns1:ea typeface="標楷體" panose="03000509000000000000" pitchFamily="65" charset="-120"/>
          <ns1:cs typeface="+mj-cs"/>
        </ns1:defRPr>
      </ns1:lvl1pPr>
      <ns1:lvl2pPr algn="ctr" rtl="0" eaLnBrk="0" fontAlgn="base" hangingPunct="0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2pPr>
      <ns1:lvl3pPr algn="ctr" rtl="0" eaLnBrk="0" fontAlgn="base" hangingPunct="0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3pPr>
      <ns1:lvl4pPr algn="ctr" rtl="0" eaLnBrk="0" fontAlgn="base" hangingPunct="0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4pPr>
      <ns1:lvl5pPr algn="ctr" rtl="0" eaLnBrk="0" fontAlgn="base" hangingPunct="0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5pPr>
      <ns1:lvl6pPr marL="457200" algn="ctr" rtl="0" fontAlgn="base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6pPr>
      <ns1:lvl7pPr marL="914400" algn="ctr" rtl="0" fontAlgn="base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7pPr>
      <ns1:lvl8pPr marL="1371600" algn="ctr" rtl="0" fontAlgn="base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8pPr>
      <ns1:lvl9pPr marL="1828800" algn="ctr" rtl="0" fontAlgn="base">
        <ns1:spcBef>
          <ns1:spcPct val="0"/>
        </ns1:spcBef>
        <ns1:spcAft>
          <ns1:spcPct val="0"/>
        </ns1:spcAft>
        <ns1:defRPr kumimoji="1" sz="4400">
          <ns1:solidFill>
            <ns1:schemeClr val="tx2"/>
          </ns1:solidFill>
          <ns1:latin typeface="Arial" charset="0"/>
          <ns1:ea typeface="新細明體" pitchFamily="18" charset="-120"/>
        </ns1:defRPr>
      </ns1:lvl9pPr>
    </ns0:titleStyle>
    <ns0:bodyStyle>
      <ns1:lvl1pPr marL="342900" indent="-342900" algn="l" rtl="0" eaLnBrk="0" fontAlgn="base" hangingPunct="0">
        <ns1:spcBef>
          <ns1:spcPct val="20000"/>
        </ns1:spcBef>
        <ns1:spcAft>
          <ns1:spcPct val="0"/>
        </ns1:spcAft>
        <ns1:buChar char="•"/>
        <ns1:defRPr kumimoji="1" sz="3200">
          <ns1:solidFill>
            <ns1:srgbClr val="FFFF00"/>
          </ns1:solidFill>
          <ns1:latin typeface="標楷體" panose="03000509000000000000" pitchFamily="65" charset="-120"/>
          <ns1:ea typeface="標楷體" panose="03000509000000000000" pitchFamily="65" charset="-120"/>
          <ns1:cs typeface="+mn-cs"/>
        </ns1:defRPr>
      </ns1:lvl1pPr>
      <ns1:lvl2pPr marL="742950" indent="-285750" algn="l" rtl="0" eaLnBrk="0" fontAlgn="base" hangingPunct="0">
        <ns1:spcBef>
          <ns1:spcPct val="20000"/>
        </ns1:spcBef>
        <ns1:spcAft>
          <ns1:spcPct val="0"/>
        </ns1:spcAft>
        <ns1:buChar char="–"/>
        <ns1:defRPr kumimoji="1" sz="2800">
          <ns1:solidFill>
            <ns1:srgbClr val="FFFF00"/>
          </ns1:solidFill>
          <ns1:latin typeface="標楷體" panose="03000509000000000000" pitchFamily="65" charset="-120"/>
          <ns1:ea typeface="標楷體" panose="03000509000000000000" pitchFamily="65" charset="-120"/>
        </ns1:defRPr>
      </ns1:lvl2pPr>
      <ns1:lvl3pPr marL="1143000" indent="-228600" algn="l" rtl="0" eaLnBrk="0" fontAlgn="base" hangingPunct="0">
        <ns1:spcBef>
          <ns1:spcPct val="20000"/>
        </ns1:spcBef>
        <ns1:spcAft>
          <ns1:spcPct val="0"/>
        </ns1:spcAft>
        <ns1:buChar char="•"/>
        <ns1:defRPr kumimoji="1" sz="2400">
          <ns1:solidFill>
            <ns1:srgbClr val="FFFF00"/>
          </ns1:solidFill>
          <ns1:latin typeface="標楷體" panose="03000509000000000000" pitchFamily="65" charset="-120"/>
          <ns1:ea typeface="標楷體" panose="03000509000000000000" pitchFamily="65" charset="-120"/>
        </ns1:defRPr>
      </ns1:lvl3pPr>
      <ns1:lvl4pPr marL="1600200" indent="-228600" algn="l" rtl="0" eaLnBrk="0" fontAlgn="base" hangingPunct="0">
        <ns1:spcBef>
          <ns1:spcPct val="20000"/>
        </ns1:spcBef>
        <ns1:spcAft>
          <ns1:spcPct val="0"/>
        </ns1:spcAft>
        <ns1:buChar char="–"/>
        <ns1:defRPr kumimoji="1" sz="2000">
          <ns1:solidFill>
            <ns1:srgbClr val="FFFF00"/>
          </ns1:solidFill>
          <ns1:latin typeface="標楷體" panose="03000509000000000000" pitchFamily="65" charset="-120"/>
          <ns1:ea typeface="標楷體" panose="03000509000000000000" pitchFamily="65" charset="-120"/>
        </ns1:defRPr>
      </ns1:lvl4pPr>
      <ns1:lvl5pPr marL="2057400" indent="-228600" algn="l" rtl="0" eaLnBrk="0" fontAlgn="base" hangingPunct="0">
        <ns1:spcBef>
          <ns1:spcPct val="20000"/>
        </ns1:spcBef>
        <ns1:spcAft>
          <ns1:spcPct val="0"/>
        </ns1:spcAft>
        <ns1:buChar char="»"/>
        <ns1:defRPr kumimoji="1" sz="2000">
          <ns1:solidFill>
            <ns1:srgbClr val="FFFF00"/>
          </ns1:solidFill>
          <ns1:latin typeface="標楷體" panose="03000509000000000000" pitchFamily="65" charset="-120"/>
          <ns1:ea typeface="標楷體" panose="03000509000000000000" pitchFamily="65" charset="-120"/>
        </ns1:defRPr>
      </ns1:lvl5pPr>
      <ns1:lvl6pPr marL="2514600" indent="-228600" algn="l" rtl="0" fontAlgn="base">
        <ns1:spcBef>
          <ns1:spcPct val="20000"/>
        </ns1:spcBef>
        <ns1:spcAft>
          <ns1:spcPct val="0"/>
        </ns1:spcAft>
        <ns1:buChar char="»"/>
        <ns1:defRPr kumimoji="1" sz="2000">
          <ns1:solidFill>
            <ns1:schemeClr val="tx1"/>
          </ns1:solidFill>
          <ns1:latin typeface="+mn-lt"/>
          <ns1:ea typeface="+mn-ea"/>
        </ns1:defRPr>
      </ns1:lvl6pPr>
      <ns1:lvl7pPr marL="2971800" indent="-228600" algn="l" rtl="0" fontAlgn="base">
        <ns1:spcBef>
          <ns1:spcPct val="20000"/>
        </ns1:spcBef>
        <ns1:spcAft>
          <ns1:spcPct val="0"/>
        </ns1:spcAft>
        <ns1:buChar char="»"/>
        <ns1:defRPr kumimoji="1" sz="2000">
          <ns1:solidFill>
            <ns1:schemeClr val="tx1"/>
          </ns1:solidFill>
          <ns1:latin typeface="+mn-lt"/>
          <ns1:ea typeface="+mn-ea"/>
        </ns1:defRPr>
      </ns1:lvl7pPr>
      <ns1:lvl8pPr marL="3429000" indent="-228600" algn="l" rtl="0" fontAlgn="base">
        <ns1:spcBef>
          <ns1:spcPct val="20000"/>
        </ns1:spcBef>
        <ns1:spcAft>
          <ns1:spcPct val="0"/>
        </ns1:spcAft>
        <ns1:buChar char="»"/>
        <ns1:defRPr kumimoji="1" sz="2000">
          <ns1:solidFill>
            <ns1:schemeClr val="tx1"/>
          </ns1:solidFill>
          <ns1:latin typeface="+mn-lt"/>
          <ns1:ea typeface="+mn-ea"/>
        </ns1:defRPr>
      </ns1:lvl8pPr>
      <ns1:lvl9pPr marL="3886200" indent="-228600" algn="l" rtl="0" fontAlgn="base">
        <ns1:spcBef>
          <ns1:spcPct val="20000"/>
        </ns1:spcBef>
        <ns1:spcAft>
          <ns1:spcPct val="0"/>
        </ns1:spcAft>
        <ns1:buChar char="»"/>
        <ns1:defRPr kumimoji="1" sz="2000">
          <ns1:solidFill>
            <ns1:schemeClr val="tx1"/>
          </ns1:solidFill>
          <ns1:latin typeface="+mn-lt"/>
          <ns1:ea typeface="+mn-ea"/>
        </ns1:defRPr>
      </ns1:lvl9pPr>
    </ns0:bodyStyle>
    <ns0:otherStyle>
      <ns1:defPPr>
        <ns1:defRPr lang="zh-TW"/>
      </ns1:defPPr>
      <ns1:lvl1pPr marL="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1pPr>
      <ns1:lvl2pPr marL="457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2pPr>
      <ns1:lvl3pPr marL="914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3pPr>
      <ns1:lvl4pPr marL="1371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4pPr>
      <ns1:lvl5pPr marL="18288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5pPr>
      <ns1:lvl6pPr marL="22860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6pPr>
      <ns1:lvl7pPr marL="2743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7pPr>
      <ns1:lvl8pPr marL="3200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8pPr>
      <ns1:lvl9pPr marL="3657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9pPr>
    </ns0:otherStyle>
  </ns0:txStyles>
</ns0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5.xml" /><ns0:Relationship Id="rId2" Type="http://schemas.openxmlformats.org/officeDocument/2006/relationships/notesSlide" Target="../notesSlides/notesSlide1.xml" /></ns0:Relationships>
</file>

<file path=ppt/slides/_rels/slide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9.xml" /><ns0:Relationship Id="rId2" Type="http://schemas.openxmlformats.org/officeDocument/2006/relationships/notesSlide" Target="../notesSlides/notesSlide2.xml" /></ns0: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6.xml" /><ns0:Relationship Id="rId2" Type="http://schemas.openxmlformats.org/officeDocument/2006/relationships/notesSlide" Target="../notesSlides/notesSlide3.xml" /></ns0:Relationships>
</file>

<file path=ppt/slides/_rels/slide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4.xml" /><ns0:Relationship Id="rId2" Type="http://schemas.openxmlformats.org/officeDocument/2006/relationships/notesSlide" Target="../notesSlides/notesSlide4.xml" /></ns0: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9.xml" /><ns0:Relationship Id="rId2" Type="http://schemas.openxmlformats.org/officeDocument/2006/relationships/notesSlide" Target="../notesSlides/notesSlide5.xml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notesSlide" Target="../notesSlides/notesSlide6.xml" /></ns0:Relationships>
</file>

<file path=ppt/slides/_rels/slide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7.xml" /><ns0:Relationship Id="rId2" Type="http://schemas.openxmlformats.org/officeDocument/2006/relationships/notesSlide" Target="../notesSlides/notesSlide7.xml" /></ns0:Relationships>
</file>

<file path=ppt/slides/_rels/slide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8.xml" /><ns0:Relationship Id="rId2" Type="http://schemas.openxmlformats.org/officeDocument/2006/relationships/notesSlide" Target="../notesSlides/notesSlide8.xml" /></ns0:Relationships>
</file>

<file path=ppt/slides/_rels/slide1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8.xml" /><ns0:Relationship Id="rId2" Type="http://schemas.openxmlformats.org/officeDocument/2006/relationships/notesSlide" Target="../notesSlides/notesSlide9.xml" /></ns0: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30.xml" /><ns0:Relationship Id="rId2" Type="http://schemas.openxmlformats.org/officeDocument/2006/relationships/notesSlide" Target="../notesSlides/notesSlide10.xml" /></ns0:Relationships>
</file>

<file path=ppt/slides/_rels/slide1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9.xml" /><ns0:Relationship Id="rId2" Type="http://schemas.openxmlformats.org/officeDocument/2006/relationships/notesSlide" Target="../notesSlides/notesSlide11.xml" /></ns0:Relationships>
</file>

<file path=ppt/slides/_rels/slide1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.xml" /><ns0:Relationship Id="rId2" Type="http://schemas.openxmlformats.org/officeDocument/2006/relationships/notesSlide" Target="../notesSlides/notesSlide12.xml" /></ns0:Relationships>
</file>

<file path=ppt/slides/_rels/slide1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31.xml" /></ns0:Relationships>
</file>

<file path=ppt/slides/_rels/slide1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0.xml" /><ns0:Relationship Id="rId2" Type="http://schemas.openxmlformats.org/officeDocument/2006/relationships/notesSlide" Target="../notesSlides/notesSlide13.xml" /></ns0:Relationships>
</file>

<file path=ppt/slides/_rels/slide1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1.xml" /></ns0:Relationships>
</file>

<file path=ppt/slides/_rels/slide1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2.xml" /></ns0:Relationships>
</file>

<file path=ppt/slides/_rels/slide1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3.xml" /></ns0:Relationships>
</file>

<file path=ppt/slides/_rels/slide1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4.xml" /><ns0:Relationship Id="rId2" Type="http://schemas.openxmlformats.org/officeDocument/2006/relationships/notesSlide" Target="../notesSlides/notesSlide14.xml" /></ns0:Relationships>
</file>

<file path=ppt/slides/_rels/slide2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5.xml" /><ns0:Relationship Id="rId2" Type="http://schemas.openxmlformats.org/officeDocument/2006/relationships/notesSlide" Target="../notesSlides/notesSlide15.xml" /></ns0:Relationships>
</file>

<file path=ppt/slides/_rels/slide2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6.xml" /><ns0:Relationship Id="rId2" Type="http://schemas.openxmlformats.org/officeDocument/2006/relationships/notesSlide" Target="../notesSlides/notesSlide16.xml" /></ns0:Relationships>
</file>

<file path=ppt/slides/_rels/slide2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7.xml" /><ns0:Relationship Id="rId2" Type="http://schemas.openxmlformats.org/officeDocument/2006/relationships/notesSlide" Target="../notesSlides/notesSlide17.xml" /></ns0:Relationships>
</file>

<file path=ppt/slides/_rels/slide2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8.xml" /><ns0:Relationship Id="rId2" Type="http://schemas.openxmlformats.org/officeDocument/2006/relationships/notesSlide" Target="../notesSlides/notesSlide18.xml" /></ns0: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1746" name="矩形 3"/>
          <ns0:cNvSpPr>
            <ns1:spLocks noChangeArrowheads="1"/>
          </ns0:cNvSpPr>
          <ns0:nvPr/>
        </ns0:nvSpPr>
        <ns0:spPr bwMode="auto">
          <ns1:xfrm>
            <ns1:off x="971601" y="1268760"/>
            <ns1:ext cx="7200800" cy="3926716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>
            <ns1:spAutoFit/>
          </ns1:bodyPr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9pPr>
          </ns1:lstStyle>
          <ns1:p>
            <ns1:pPr algn="ctr">
              <ns1:lnSpc>
                <ns1:spcPts val="6500"/>
              </ns1:lnSpc>
              <ns1:spcBef>
                <ns1:spcPct val="0"/>
              </ns1:spcBef>
              <ns1:spcAft>
                <ns1:spcPts val="6000"/>
              </ns1:spcAft>
              <ns1:buFontTx/>
              <ns1:buNone/>
            </ns1:pPr>
            <ns1:r>
              <ns1:rPr lang="zh-TW" altLang="en-US" sz="8000" b="1" dirty="0">
                <ns1:solidFill>
                  <ns1:srgbClr val="FFFF00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8000" b="1" dirty="0" smtClean="0">
                <ns1:solidFill>
                  <ns1:srgbClr val="FFFF00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en-US" altLang="zh-TW" sz="8000" b="1" dirty="0" smtClean="0">
              <ns1:solidFill>
                <ns1:srgbClr val="FFFF00"/>
              </ns1:solidFill>
              <ns1:latin typeface="標楷體" panose="03000509000000000000" pitchFamily="65" charset="-120"/>
              <ns1:ea typeface="標楷體" panose="03000509000000000000" pitchFamily="65" charset="-120"/>
              <ns1:cs typeface="Times New Roman" panose="02020603050405020304" pitchFamily="18" charset="0"/>
            </ns1:endParaRPr>
          </ns1:p>
          <ns1:p>
            <ns1:pPr algn="dist">
              <ns1:lnSpc>
                <ns1:spcPts val="7200"/>
              </ns1:lnSpc>
              <ns1:spcBef>
                <ns1:spcPct val="0"/>
              </ns1:spcBef>
              <ns1:spcAft>
                <ns1:spcPts val="3000"/>
              </ns1:spcAft>
              <ns1:buFontTx/>
              <ns1:buNone/>
            </ns1:pPr>
            <ns1:r>
              <ns1:rPr lang="zh-TW" altLang="en-US" sz="7200" b="1" dirty="0" smtClean="0">
                <ns1:solidFill>
                  <ns1:srgbClr val="FFFF00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en-US" altLang="zh-TW" sz="7200" b="1" dirty="0" smtClean="0">
              <ns1:solidFill>
                <ns1:srgbClr val="FFFF00"/>
              </ns1:solidFill>
              <ns1:latin typeface="標楷體" panose="03000509000000000000" pitchFamily="65" charset="-120"/>
              <ns1:ea typeface="標楷體" panose="03000509000000000000" pitchFamily="65" charset="-120"/>
              <ns1:cs typeface="Times New Roman" panose="02020603050405020304" pitchFamily="18" charset="0"/>
            </ns1:endParaRPr>
          </ns1:p>
          <ns1:p>
            <ns1:pPr algn="dist">
              <ns1:lnSpc>
                <ns1:spcPts val="7200"/>
              </ns1:lnSpc>
              <ns1:spcBef>
                <ns1:spcPct val="0"/>
              </ns1:spcBef>
              <ns1:spcAft>
                <ns1:spcPts val="3000"/>
              </ns1:spcAft>
              <ns1:buFontTx/>
              <ns1:buNone/>
            </ns1:pPr>
            <ns1:r>
              <ns1:rPr lang="zh-TW" altLang="en-US" sz="7200" b="1" dirty="0" smtClean="0">
                <ns1:solidFill>
                  <ns1:srgbClr val="FFFF00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zh-TW" altLang="en-US" sz="7200" b="1" dirty="0">
              <ns1:solidFill>
                <ns1:srgbClr val="FFFF00"/>
              </ns1:solidFill>
              <ns1:latin typeface="標楷體" panose="03000509000000000000" pitchFamily="65" charset="-120"/>
              <ns1:ea typeface="標楷體" panose="03000509000000000000" pitchFamily="65" charset="-120"/>
              <ns1:cs typeface="Times New Roman" panose="02020603050405020304" pitchFamily="18" charset="0"/>
            </ns1:endParaRPr>
          </ns1:p>
        </ns0:txBody>
      </ns0:sp>
      <ns0:sp>
        <ns0:nvSpPr>
          <ns0:cNvPr id="31747" name="投影片編號版面配置區 1"/>
          <ns0:cNvSpPr>
            <ns1:spLocks noGrp="1"/>
          </ns0:cNvSpPr>
          <ns0:nvPr>
            <ns0:ph type="sldNum" sz="quarter" idx="12"/>
          </ns0:nvPr>
        </ns0:nvSpPr>
        <ns0:spPr>
          <ns1:noFill/>
          <ns1:ln/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panose="020B0604020202020204" pitchFamily="34" charset="0"/>
                <ns1:ea typeface="新細明體" panose="02020500000000000000" pitchFamily="18" charset="-120"/>
              </ns1:defRPr>
            </ns1:lvl9pPr>
          </ns1:lstStyle>
          <ns1:p>
            <ns1:pPr>
              <ns1:spcBef>
                <ns1:spcPct val="0"/>
              </ns1:spcBef>
              <ns1:buFontTx/>
              <ns1:buNone/>
            </ns1:pPr>
            <ns1:fld id="{AF178AD2-FE63-469B-86AD-6487D6BF20C8}" type="slidenum">
              <ns1:rPr lang="en-US" altLang="zh-TW" sz="1800" smtClean="0">
                <ns1:solidFill>
                  <ns1:srgbClr val="FFFFFF"/>
                </ns1:solidFill>
              </ns1:rPr>
              <ns1:pPr>
                <ns1:spcBef>
                  <ns1:spcPct val="0"/>
                </ns1:spcBef>
                <ns1:buFontTx/>
                <ns1:buNone/>
              </ns1:pPr>
              <ns1:t/>
            </ns1:fld>
            <ns1:endParaRPr lang="en-US" altLang="zh-TW" sz="1800" smtClean="0">
              <ns1:solidFill>
                <ns1:srgbClr val="FFFFFF"/>
              </ns1:solidFill>
            </ns1:endParaRPr>
          </ns1:p>
        </ns0:txBody>
      </ns0:sp>
    </ns0:spTree>
    <ns0:extLst>
      <ns0:ext uri="{BB962C8B-B14F-4D97-AF65-F5344CB8AC3E}">
        <ns3:creationId val="2696594434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2.xml><?xml version="1.0" encoding="utf-8"?>
<ns0:sld xmlns:ns0="http://schemas.openxmlformats.org/presentationml/2006/main" xmlns:ns1="http://schemas.openxmlformats.org/drawingml/2006/main" xmlns:ns2="http://schemas.microsoft.com/office/powerpoint/2010/main" xmlns:ns3="http://schemas.openxmlformats.org/markup-compatibility/2006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" name="文字方塊 4"/>
          <ns0:cNvSpPr txBox="1"/>
          <ns0:nvPr/>
        </ns0:nvSpPr>
        <ns0:spPr bwMode="auto">
          <ns1:xfrm>
            <ns1:off x="1008175" y="2450991"/>
            <ns1:ext cx="6984776" cy="1783982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</ns0:spPr>
        <ns0:txBody>
          <ns1:bodyPr wrap="square" lIns="91408" tIns="45704" rIns="91408" bIns="45704" rtlCol="0" anchor="ctr" anchorCtr="1">
            <ns1:spAutoFit/>
          </ns1:bodyPr>
          <ns1:lstStyle/>
          <ns1:p>
            <ns1:pPr marL="1610773" indent="-1610773" algn="just">
              <ns1:lnSpc>
                <ns1:spcPct val="140000"/>
              </ns1:lnSpc>
            </ns1:pPr>
            <ns1:r>
              <ns1:rPr lang="zh-TW" altLang="en-US" sz="8800" b="1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8800" b="1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45C4E904-7130-4612-AD11-1D03F0006C73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2:creationId val="858231694"/>
      </ns0:ext>
    </ns0:extLst>
  </ns0:cSld>
  <ns0:clrMapOvr>
    <ns1:masterClrMapping/>
  </ns0:clrMapOvr>
  <ns3:AlternateContent>
    <ns3:Choice Requires="p14">
      <ns0:transition spd="slow" ns2:dur="2000"/>
    </ns3:Choice>
    <ns3:Fallback>
      <ns0:transition spd="slow"/>
    </ns3:Fallback>
  </ns3:AlternateContent>
  <ns0:timing>
    <ns0:tnLst>
      <ns0:par>
        <ns0:cTn id="1" dur="indefinite" restart="never" nodeType="tmRoot"/>
      </ns0:par>
    </ns0:tnLst>
  </ns0:timing>
</ns0:sld>
</file>

<file path=ppt/slides/slide3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 xmlns:ns4="http://schemas.openxmlformats.org/markup-compatibility/2006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6428" name="Rectangle 1"/>
          <ns0:cNvSpPr>
            <ns1:spLocks noChangeArrowheads="1"/>
          </ns0:cNvSpPr>
          <ns0:nvPr/>
        </ns0:nvSpPr>
        <ns0:spPr bwMode="auto">
          <ns1:xfrm>
            <ns1:off x="250825" y="3429000"/>
            <ns1:ext cx="8640000" cy="2808287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0" tIns="0" rIns="0" bIns="0" anchor="ctr"/>
          <ns1:lstStyle>
            <ns1:lvl1pPr marL="1428750" indent="-1428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1pPr>
            <ns1:lvl2pPr marL="742950" indent="-285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2pPr>
            <ns1:lvl3pPr marL="11430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3pPr>
            <ns1:lvl4pPr marL="16002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4pPr>
            <ns1:lvl5pPr marL="20574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5pPr>
            <ns1:lvl6pPr marL="25146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6pPr>
            <ns1:lvl7pPr marL="29718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7pPr>
            <ns1:lvl8pPr marL="34290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8pPr>
            <ns1:lvl9pPr marL="38862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9pPr>
          </ns1:lstStyle>
          <ns1:p>
            <ns1:pPr marL="1407600" algn="just">
              <ns1:lnSpc>
                <ns1:spcPct val="100000"/>
              </ns1:lnSpc>
            </ns1:pPr>
            <ns1:r>
              <ns1:rPr kumimoji="1" lang="zh-TW" altLang="en-US" dirty="0" smtClean="0">
                <ns1:latin typeface="Arial" pitchFamily="34" charset="0"/>
                <ns1:cs typeface="Arial" pitchFamily="34" charset="0"/>
              </ns1:rPr>
              <ns1:t/>
            </ns1:r>
            <ns1:r>
              <ns1:rPr lang="zh-TW" altLang="en-US" dirty="0">
                <ns1:latin typeface="Arial" pitchFamily="34" charset="0"/>
                <ns1:cs typeface="Arial" pitchFamily="34" charset="0"/>
              </ns1:rPr>
              <ns1:t/>
            </ns1:r>
            <ns1:r>
              <ns1:rPr lang="zh-TW" altLang="en-US" dirty="0" smtClean="0">
                <ns1:latin typeface="Arial" pitchFamily="34" charset="0"/>
                <ns1:cs typeface="Arial" pitchFamily="34" charset="0"/>
              </ns1:rPr>
              <ns1:t/>
            </ns1:r>
            <ns1:r>
              <ns1:rPr lang="en-US" altLang="zh-TW" spc="-100" dirty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lang="en-US" altLang="zh-TW" dirty="0" smtClean="0">
              <ns1:cs typeface="Times New Roman" panose="02020603050405020304" pitchFamily="18" charset="0"/>
            </ns1:endParaRPr>
          </ns1:p>
          <ns1:p>
            <ns1:pPr marL="2808000" algn="just">
              <ns1:lnSpc>
                <ns1:spcPct val="100000"/>
              </ns1:lnSpc>
            </ns1:pPr>
            <ns1:r>
              <ns1:rPr lang="zh-TW" altLang="en-US" spc="-100" dirty="0" smtClean="0">
                <ns1:cs typeface="Times New Roman" panose="02020603050405020304" pitchFamily="18" charset="0"/>
              </ns1:rPr>
              <ns1:t/>
            </ns1:r>
            <ns1:r>
              <ns1:rPr lang="en-US" altLang="zh-TW" spc="-100" dirty="0" smtClean="0">
                <ns1:cs typeface="Times New Roman" panose="02020603050405020304" pitchFamily="18" charset="0"/>
              </ns1:rPr>
              <ns1:t/>
            </ns1:r>
            <ns1:r>
              <ns1:rPr lang="zh-TW" altLang="en-US" spc="-100" dirty="0" smtClean="0">
                <ns1:cs typeface="Times New Roman" panose="02020603050405020304" pitchFamily="18" charset="0"/>
              </ns1:rPr>
              <ns1:t/>
            </ns1:r>
            <ns1:endParaRPr kumimoji="1" lang="en-US" altLang="zh-TW" dirty="0" smtClean="0">
              <ns1:cs typeface="Times New Roman" panose="02020603050405020304" pitchFamily="18" charset="0"/>
            </ns1:endParaRPr>
          </ns1:p>
          <ns1:p>
            <ns1:pPr marL="1406525" algn="just">
              <ns1:lnSpc>
                <ns1:spcPct val="100000"/>
              </ns1:lnSpc>
            </ns1:pPr>
            <ns1:r>
              <ns1:rPr kumimoji="1"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lang="en-US" altLang="zh-TW" dirty="0" smtClean="0">
              <ns1:cs typeface="Times New Roman" panose="02020603050405020304" pitchFamily="18" charset="0"/>
            </ns1:endParaRPr>
          </ns1:p>
          <ns1:p>
            <ns1:pPr marL="1406525" algn="just">
              <ns1:lnSpc>
                <ns1:spcPct val="100000"/>
              </ns1:lnSpc>
            </ns1:pPr>
            <ns1:r>
              <ns1:rPr lang="en-US" altLang="zh-TW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lang="en-US" altLang="zh-TW" dirty="0" smtClean="0">
              <ns1:cs typeface="Times New Roman" panose="02020603050405020304" pitchFamily="18" charset="0"/>
            </ns1:endParaRPr>
          </ns1:p>
          <ns1:p>
            <ns1:pPr marL="1406525" algn="just">
              <ns1:lnSpc>
                <ns1:spcPct val="100000"/>
              </ns1:lnSpc>
            </ns1:pP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kumimoji="1" lang="zh-TW" altLang="en-US" dirty="0">
              <ns1:latin typeface="Arial" pitchFamily="34" charset="0"/>
              <ns1:cs typeface="Arial" pitchFamily="34" charset="0"/>
            </ns1:endParaRPr>
          </ns1:p>
        </ns0:txBody>
      </ns0:sp>
      <ns0:sp>
        <ns0:nvSpPr>
          <ns0:cNvPr id="12" name="Rectangle 8"/>
          <ns0:cNvSpPr>
            <ns1:spLocks noChangeArrowheads="1"/>
          </ns0:cNvSpPr>
          <ns0:nvPr/>
        </ns0:nvSpPr>
        <ns0:spPr bwMode="auto">
          <ns1:xfrm>
            <ns1:off x="3024188" y="210923"/>
            <ns1:ext cx="5868987" cy="3168649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  <ns1:effectLst/>
        </ns0:spPr>
        <ns0:txBody>
          <ns1:bodyPr lIns="0" tIns="0" rIns="0" bIns="0"/>
          <ns1:lstStyle/>
          <ns1:p>
            <ns1:pPr algn="dist">
              <ns1:lnSpc>
                <ns1:spcPts val="8800"/>
              </ns1:lnSpc>
              <ns1:defRPr/>
            </ns1:pP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en-US" altLang="zh-TW" sz="7200" dirty="0" smtClean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  <ns1:p>
            <ns1:pPr algn="dist">
              <ns1:lnSpc>
                <ns1:spcPts val="8800"/>
              </ns1:lnSpc>
              <ns1:defRPr/>
            </ns1:pP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r>
              <ns1:rPr lang="zh-TW" altLang="en-US" sz="7200" dirty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en-US" altLang="zh-TW" sz="7200" dirty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  <ns1:p>
            <ns1:pPr algn="dist">
              <ns1:lnSpc>
                <ns1:spcPts val="8800"/>
              </ns1:lnSpc>
              <ns1:defRPr/>
            </ns1:pP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zh-TW" altLang="en-US" sz="7200" dirty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</ns0:txBody>
      </ns0:sp>
      <ns0:sp>
        <ns0:nvSpPr>
          <ns0:cNvPr id="2" name="投影片編號版面配置區 1"/>
          <ns0:cNvSpPr>
            <ns1:spLocks noGrp="1"/>
          </ns0:cNvSpPr>
          <ns0:nvPr>
            <ns0:ph type="sldNum" sz="quarter" idx="4294967295"/>
          </ns0:nvPr>
        </ns0:nvSpPr>
        <ns0:spPr>
          <ns1:xfrm>
            <ns1:off x="7010400" y="6238875"/>
            <ns1:ext cx="2133600" cy="476250"/>
          </ns1:xfrm>
        </ns0:spPr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4173014503"/>
      </ns0:ext>
    </ns0:extLst>
  </ns0:cSld>
  <ns0:clrMapOvr>
    <ns1:masterClrMapping/>
  </ns0:clrMapOvr>
  <ns4:AlternateContent>
    <ns4:Choice Requires="p14">
      <ns0:transition spd="slow" ns3:dur="2000"/>
    </ns4:Choice>
    <ns4:Fallback>
      <ns0:transition spd="slow"/>
    </ns4:Fallback>
  </ns4:AlternateContent>
  <ns0:timing>
    <ns0:tnLst>
      <ns0:par>
        <ns0:cTn id="1" dur="indefinite" restart="never" nodeType="tmRoot"/>
      </ns0:par>
    </ns0:tnLst>
  </ns0:timing>
</ns0:sld>
</file>

<file path=ppt/slides/slide4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 xmlns:ns4="http://schemas.openxmlformats.org/markup-compatibility/2006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6428" name="Rectangle 1"/>
          <ns0:cNvSpPr>
            <ns1:spLocks noChangeArrowheads="1"/>
          </ns0:cNvSpPr>
          <ns0:nvPr/>
        </ns0:nvSpPr>
        <ns0:spPr bwMode="auto">
          <ns1:xfrm>
            <ns1:off x="241705" y="3899953"/>
            <ns1:ext cx="8640000" cy="2808287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0" tIns="0" rIns="0" bIns="0" anchor="ctr"/>
          <ns1:lstStyle>
            <ns1:lvl1pPr marL="1428750" indent="-1428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1pPr>
            <ns1:lvl2pPr marL="742950" indent="-285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2pPr>
            <ns1:lvl3pPr marL="11430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3pPr>
            <ns1:lvl4pPr marL="16002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4pPr>
            <ns1:lvl5pPr marL="20574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5pPr>
            <ns1:lvl6pPr marL="25146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6pPr>
            <ns1:lvl7pPr marL="29718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7pPr>
            <ns1:lvl8pPr marL="34290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8pPr>
            <ns1:lvl9pPr marL="38862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9pPr>
          </ns1:lstStyle>
          <ns1:p>
            <ns1:pPr marL="1407600" algn="just">
              <ns1:lnSpc>
                <ns1:spcPts val="4000"/>
              </ns1:lnSpc>
            </ns1:pPr>
            <ns1:endParaRPr lang="zh-TW" altLang="en-US" dirty="0">
              <ns1:cs typeface="Times New Roman" pitchFamily="18" charset="0"/>
            </ns1:endParaRPr>
          </ns1:p>
        </ns0:txBody>
      </ns0:sp>
      <ns0:sp>
        <ns0:nvSpPr>
          <ns0:cNvPr id="2" name="投影片編號版面配置區 1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2619416268"/>
      </ns0:ext>
    </ns0:extLst>
  </ns0:cSld>
  <ns0:clrMapOvr>
    <ns1:masterClrMapping/>
  </ns0:clrMapOvr>
  <ns4:AlternateContent>
    <ns4:Choice Requires="p14">
      <ns0:transition spd="slow" ns3:dur="2000"/>
    </ns4:Choice>
    <ns4:Fallback>
      <ns0:transition spd="slow"/>
    </ns4:Fallback>
  </ns4:AlternateContent>
  <ns0:timing>
    <ns0:tnLst>
      <ns0:par>
        <ns0:cTn id="1" dur="indefinite" restart="never" nodeType="tmRoot"/>
      </ns0:par>
    </ns0:tnLst>
  </ns0:timing>
</ns0:sld>
</file>

<file path=ppt/slides/slide5.xml><?xml version="1.0" encoding="utf-8"?>
<ns0:sld xmlns:ns0="http://schemas.openxmlformats.org/presentationml/2006/main" xmlns:ns1="http://schemas.openxmlformats.org/drawingml/2006/main" xmlns:ns2="http://schemas.microsoft.com/office/powerpoint/2010/main" xmlns:ns3="http://schemas.openxmlformats.org/markup-compatibility/2006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" name="文字方塊 4"/>
          <ns0:cNvSpPr txBox="1"/>
          <ns0:nvPr/>
        </ns0:nvSpPr>
        <ns0:spPr bwMode="auto">
          <ns1:xfrm>
            <ns1:off x="1547664" y="2330640"/>
            <ns1:ext cx="6048672" cy="1988204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</ns0:spPr>
        <ns0:txBody>
          <ns1:bodyPr wrap="square" lIns="91408" tIns="45704" rIns="91408" bIns="45704" rtlCol="0" anchor="ctr" anchorCtr="1">
            <ns1:spAutoFit/>
          </ns1:bodyPr>
          <ns1:lstStyle/>
          <ns1:p>
            <ns1:pPr marL="1610773" indent="-1610773" algn="just">
              <ns1:lnSpc>
                <ns1:spcPct val="140000"/>
              </ns1:lnSpc>
            </ns1:pPr>
            <ns1:r>
              <ns1:rPr lang="zh-TW" altLang="en-US" sz="8800" b="1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en-US" altLang="zh-TW" sz="8800" b="1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8800" b="1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8800" b="1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45C4E904-7130-4612-AD11-1D03F0006C73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2:creationId val="4061983328"/>
      </ns0:ext>
    </ns0:extLst>
  </ns0:cSld>
  <ns0:clrMapOvr>
    <ns1:masterClrMapping/>
  </ns0:clrMapOvr>
  <ns3:AlternateContent>
    <ns3:Choice Requires="p14">
      <ns0:transition spd="slow" ns2:dur="2000"/>
    </ns3:Choice>
    <ns3:Fallback>
      <ns0:transition spd="slow"/>
    </ns3:Fallback>
  </ns3:AlternateContent>
  <ns0:timing>
    <ns0:tnLst>
      <ns0:par>
        <ns0:cTn id="1" dur="indefinite" restart="never" nodeType="tmRoot"/>
      </ns0:par>
    </ns0:tnLst>
  </ns0:timing>
</ns0:sld>
</file>

<file path=ppt/slides/slide6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 xmlns:ns4="http://schemas.openxmlformats.org/markup-compatibility/2006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6428" name="Rectangle 1"/>
          <ns0:cNvSpPr>
            <ns1:spLocks noChangeArrowheads="1"/>
          </ns0:cNvSpPr>
          <ns0:nvPr/>
        </ns0:nvSpPr>
        <ns0:spPr bwMode="auto">
          <ns1:xfrm>
            <ns1:off x="250825" y="3429000"/>
            <ns1:ext cx="8640000" cy="2808287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0" tIns="0" rIns="0" bIns="0" anchor="ctr"/>
          <ns1:lstStyle>
            <ns1:lvl1pPr marL="1428750" indent="-1428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1pPr>
            <ns1:lvl2pPr marL="742950" indent="-28575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2pPr>
            <ns1:lvl3pPr marL="11430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3pPr>
            <ns1:lvl4pPr marL="16002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4pPr>
            <ns1:lvl5pPr marL="2057400" indent="-228600"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5pPr>
            <ns1:lvl6pPr marL="25146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6pPr>
            <ns1:lvl7pPr marL="29718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7pPr>
            <ns1:lvl8pPr marL="34290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8pPr>
            <ns1:lvl9pPr marL="3886200" indent="-228600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3600" b="1">
                <ns1:solidFill>
                  <ns1:schemeClr val="tx1"/>
                </ns1:solidFill>
                <ns1:latin typeface="Times New Roman" pitchFamily="18" charset="0"/>
                <ns1:ea typeface="標楷體" pitchFamily="65" charset="-120"/>
              </ns1:defRPr>
            </ns1:lvl9pPr>
          </ns1:lstStyle>
          <ns1:p>
            <ns1:pPr marL="1407600" algn="just">
              <ns1:lnSpc>
                <ns1:spcPct val="100000"/>
              </ns1:lnSpc>
            </ns1:pPr>
            <ns1:r>
              <ns1:rPr lang="zh-TW" altLang="en-US" dirty="0">
                <ns1:latin typeface="Arial" pitchFamily="34" charset="0"/>
                <ns1:cs typeface="Arial" pitchFamily="34" charset="0"/>
              </ns1:rPr>
              <ns1:t/>
            </ns1:r>
            <ns1:r>
              <ns1:rPr lang="zh-TW" altLang="en-US" dirty="0" smtClean="0">
                <ns1:latin typeface="Arial" pitchFamily="34" charset="0"/>
                <ns1:cs typeface="Arial" pitchFamily="34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en-US" altLang="zh-TW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lang="en-US" altLang="zh-TW" dirty="0">
              <ns1:cs typeface="Times New Roman" panose="02020603050405020304" pitchFamily="18" charset="0"/>
            </ns1:endParaRPr>
          </ns1:p>
          <ns1:p>
            <ns1:pPr marL="1407600" algn="just"/>
            <ns1:r>
              <ns1:rPr lang="zh-TW" altLang="en-US" spc="-100" dirty="0">
                <ns1:cs typeface="Times New Roman" panose="02020603050405020304" pitchFamily="18" charset="0"/>
              </ns1:rPr>
              <ns1:t/>
            </ns1:r>
            <ns1:r>
              <ns1:rPr lang="zh-TW" altLang="en-US" spc="-100" dirty="0" smtClean="0">
                <ns1:cs typeface="Times New Roman" panose="02020603050405020304" pitchFamily="18" charset="0"/>
              </ns1:rPr>
              <ns1:t/>
            </ns1:r>
            <ns1:r>
              <ns1:rPr lang="zh-TW" altLang="en-US" spc="-100" dirty="0">
                <ns1:cs typeface="Times New Roman" panose="02020603050405020304" pitchFamily="18" charset="0"/>
              </ns1:rPr>
              <ns1:t/>
            </ns1:r>
            <ns1:r>
              <ns1:rPr lang="zh-TW" altLang="en-US" spc="-100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en-US" altLang="zh-TW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r>
              <ns1:rPr lang="en-US" altLang="zh-TW" spc="-100" dirty="0">
                <ns1:cs typeface="Times New Roman" panose="02020603050405020304" pitchFamily="18" charset="0"/>
              </ns1:rPr>
              <ns1:t/>
            </ns1:r>
            <ns1:endParaRPr lang="en-US" altLang="zh-TW" dirty="0">
              <ns1:cs typeface="Times New Roman" panose="02020603050405020304" pitchFamily="18" charset="0"/>
            </ns1:endParaRPr>
          </ns1:p>
          <ns1:p>
            <ns1:pPr marL="1406525" algn="just">
              <ns1:lnSpc>
                <ns1:spcPct val="100000"/>
              </ns1:lnSpc>
            </ns1:pP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r>
              <ns1:rPr lang="en-US" altLang="zh-TW" dirty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endParaRPr lang="en-US" altLang="zh-TW" dirty="0">
              <ns1:cs typeface="Times New Roman" panose="02020603050405020304" pitchFamily="18" charset="0"/>
            </ns1:endParaRPr>
          </ns1:p>
          <ns1:p>
            <ns1:pPr marL="1406525" algn="just">
              <ns1:lnSpc>
                <ns1:spcPct val="100000"/>
              </ns1:lnSpc>
            </ns1:pP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endParaRPr lang="en-US" altLang="zh-TW" dirty="0">
              <ns1:cs typeface="Times New Roman" panose="02020603050405020304" pitchFamily="18" charset="0"/>
            </ns1:endParaRPr>
          </ns1:p>
          <ns1:p>
            <ns1:pPr marL="1368425" indent="0" algn="just">
              <ns1:lnSpc>
                <ns1:spcPct val="100000"/>
              </ns1:lnSpc>
            </ns1:pP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r>
              <ns1:rPr lang="en-US" altLang="zh-TW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 smtClean="0">
                <ns1:cs typeface="Times New Roman" panose="02020603050405020304" pitchFamily="18" charset="0"/>
              </ns1:rPr>
              <ns1:t/>
            </ns1:r>
            <ns1:r>
              <ns1:rPr lang="zh-TW" altLang="en-US" dirty="0">
                <ns1:cs typeface="Times New Roman" panose="02020603050405020304" pitchFamily="18" charset="0"/>
              </ns1:rPr>
              <ns1:t/>
            </ns1:r>
            <ns1:endParaRPr lang="en-US" altLang="zh-TW" dirty="0">
              <ns1:cs typeface="Times New Roman" panose="02020603050405020304" pitchFamily="18" charset="0"/>
            </ns1:endParaRPr>
          </ns1:p>
        </ns0:txBody>
      </ns0:sp>
      <ns0:sp>
        <ns0:nvSpPr>
          <ns0:cNvPr id="12" name="Rectangle 8"/>
          <ns0:cNvSpPr>
            <ns1:spLocks noChangeArrowheads="1"/>
          </ns0:cNvSpPr>
          <ns0:nvPr/>
        </ns0:nvSpPr>
        <ns0:spPr bwMode="auto">
          <ns1:xfrm>
            <ns1:off x="3024188" y="260351"/>
            <ns1:ext cx="5868987" cy="3168649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  <ns1:effectLst/>
        </ns0:spPr>
        <ns0:txBody>
          <ns1:bodyPr lIns="0" tIns="0" rIns="0" bIns="0"/>
          <ns1:lstStyle/>
          <ns1:p>
            <ns1:pPr algn="dist">
              <ns1:lnSpc>
                <ns1:spcPts val="8800"/>
              </ns1:lnSpc>
              <ns1:defRPr/>
            </ns1:pPr>
            <ns1:r>
              <ns1:rPr lang="zh-TW" altLang="en-US" sz="7200" dirty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en-US" altLang="zh-TW" sz="7200" dirty="0" smtClean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  <ns1:p>
            <ns1:pPr algn="dist">
              <ns1:lnSpc>
                <ns1:spcPts val="8800"/>
              </ns1:lnSpc>
              <ns1:defRPr/>
            </ns1:pPr>
            <ns1:r>
              <ns1:rPr lang="zh-TW" altLang="en-US" sz="66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en-US" altLang="zh-TW" sz="6600" dirty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  <ns1:p>
            <ns1:pPr algn="dist">
              <ns1:lnSpc>
                <ns1:spcPts val="8800"/>
              </ns1:lnSpc>
              <ns1:defRPr/>
            </ns1:pPr>
            <ns1:r>
              <ns1:rPr lang="zh-TW" altLang="en-US" sz="7200" dirty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r>
              <ns1:rPr lang="zh-TW" altLang="en-US" sz="7200" dirty="0" smtClean="0">
                <ns1:ln w="12700" cmpd="sng">
                  <ns1:solidFill>
                    <ns1:schemeClr val="accent6">
                      <ns1:satMod val="120000"/>
                      <ns1:shade val="80000"/>
                    </ns1:schemeClr>
                  </ns1:solidFill>
                  <ns1:prstDash val="solid"/>
                </ns1:ln>
                <ns1:solidFill>
                  <ns1:srgbClr val="002060"/>
                </ns1:solidFill>
                <ns1:effectLst>
                  <ns1:glow rad="53100">
                    <ns1:schemeClr val="accent6">
                      <ns1:satMod val="180000"/>
                      <ns1:alpha val="30000"/>
                    </ns1:schemeClr>
                  </ns1:glow>
                </ns1:effectLst>
                <ns1:latin typeface="標楷體" pitchFamily="65" charset="-120"/>
                <ns1:ea typeface="標楷體" pitchFamily="65" charset="-120"/>
                <ns1:cs typeface="Arial" pitchFamily="34" charset="0"/>
              </ns1:rPr>
              <ns1:t/>
            </ns1:r>
            <ns1:endParaRPr lang="zh-TW" altLang="en-US" sz="7200" dirty="0">
              <ns1:ln w="12700" cmpd="sng">
                <ns1:solidFill>
                  <ns1:schemeClr val="accent6">
                    <ns1:satMod val="120000"/>
                    <ns1:shade val="80000"/>
                  </ns1:schemeClr>
                </ns1:solidFill>
                <ns1:prstDash val="solid"/>
              </ns1:ln>
              <ns1:solidFill>
                <ns1:srgbClr val="002060"/>
              </ns1:solidFill>
              <ns1:effectLst>
                <ns1:glow rad="53100">
                  <ns1:schemeClr val="accent6">
                    <ns1:satMod val="180000"/>
                    <ns1:alpha val="30000"/>
                  </ns1:schemeClr>
                </ns1:glow>
              </ns1:effectLst>
              <ns1:latin typeface="標楷體" pitchFamily="65" charset="-120"/>
              <ns1:ea typeface="標楷體" pitchFamily="65" charset="-120"/>
              <ns1:cs typeface="Arial" pitchFamily="34" charset="0"/>
            </ns1:endParaRPr>
          </ns1:p>
        </ns0:txBody>
      </ns0:sp>
      <ns0:sp>
        <ns0:nvSpPr>
          <ns0:cNvPr id="2" name="投影片編號版面配置區 1"/>
          <ns0:cNvSpPr>
            <ns1:spLocks noGrp="1"/>
          </ns0:cNvSpPr>
          <ns0:nvPr>
            <ns0:ph type="sldNum" sz="quarter" idx="4294967295"/>
          </ns0:nvPr>
        </ns0:nvSpPr>
        <ns0:spPr>
          <ns1:xfrm>
            <ns1:off x="7010400" y="6238875"/>
            <ns1:ext cx="2133600" cy="476250"/>
          </ns1:xfrm>
        </ns0:spPr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209845483"/>
      </ns0:ext>
    </ns0:extLst>
  </ns0:cSld>
  <ns0:clrMapOvr>
    <ns1:masterClrMapping/>
  </ns0:clrMapOvr>
  <ns4:AlternateContent>
    <ns4:Choice Requires="p14">
      <ns0:transition spd="slow" ns3:dur="2000"/>
    </ns4:Choice>
    <ns4:Fallback>
      <ns0:transition spd="slow"/>
    </ns4:Fallback>
  </ns4:AlternateContent>
  <ns0:timing>
    <ns0:tnLst>
      <ns0:par>
        <ns0:cTn id="1" dur="indefinite" restart="never" nodeType="tmRoot"/>
      </ns0:par>
    </ns0:tnLst>
  </ns0:timing>
</ns0:sld>
</file>

<file path=ppt/slides/slide7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64514" name="Text Box 2"/>
          <ns0:cNvSpPr txBox="1">
            <ns1:spLocks noChangeArrowheads="1"/>
          </ns0:cNvSpPr>
          <ns0:nvPr/>
        </ns0:nvSpPr>
        <ns0:spPr bwMode="auto">
          <ns1:xfrm>
            <ns1:off x="1182688" y="476250"/>
            <ns1:ext cx="6913562" cy="1384300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>
            <ns1:spAutoFit/>
          </ns1:bodyPr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 eaLnBrk="1" hangingPunct="1">
              <ns1:lnSpc>
                <ns1:spcPct val="60000"/>
              </ns1:lnSpc>
              <ns1:spcBef>
                <ns1:spcPct val="50000"/>
              </ns1:spcBef>
              <ns1:buFontTx/>
              <ns1:buNone/>
            </ns1:pPr>
            <ns1:r>
              <ns1:rPr lang="zh-TW" altLang="en-US" sz="4800" dirty="0" smtClean="0">
                <ns1:solidFill>
                  <ns1:schemeClr val="bg1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800" dirty="0">
                <ns1:solidFill>
                  <ns1:schemeClr val="bg1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800" dirty="0" smtClean="0">
                <ns1:solidFill>
                  <ns1:schemeClr val="bg1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en-US" altLang="zh-TW" sz="4800" dirty="0">
              <ns1:solidFill>
                <ns1:schemeClr val="bg1"/>
              </ns1:solidFill>
              <ns1:latin typeface="標楷體" panose="03000509000000000000" pitchFamily="65" charset="-120"/>
              <ns1:ea typeface="標楷體" panose="03000509000000000000" pitchFamily="65" charset="-120"/>
              <ns1:cs typeface="Times New Roman" panose="02020603050405020304" pitchFamily="18" charset="0"/>
            </ns1:endParaRPr>
          </ns1:p>
          <ns1:p>
            <ns1:pPr algn="ctr" eaLnBrk="1" hangingPunct="1">
              <ns1:lnSpc>
                <ns1:spcPct val="60000"/>
              </ns1:lnSpc>
              <ns1:spcBef>
                <ns1:spcPct val="50000"/>
              </ns1:spcBef>
              <ns1:buFontTx/>
              <ns1:buNone/>
            </ns1:pPr>
            <ns1:r>
              <ns1:rPr lang="zh-TW" altLang="en-US" sz="4800" dirty="0" smtClean="0">
                <ns1:solidFill>
                  <ns1:schemeClr val="bg1"/>
                </ns1:solid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zh-TW" altLang="en-US" sz="4800" dirty="0">
              <ns1:solidFill>
                <ns1:schemeClr val="bg1"/>
              </ns1:solidFill>
              <ns1:latin typeface="標楷體" panose="03000509000000000000" pitchFamily="65" charset="-120"/>
              <ns1:ea typeface="標楷體" panose="03000509000000000000" pitchFamily="65" charset="-120"/>
              <ns1:cs typeface="Times New Roman" panose="02020603050405020304" pitchFamily="18" charset="0"/>
            </ns1:endParaRPr>
          </ns1:p>
        </ns0:txBody>
      </ns0:sp>
      <ns0:grpSp>
        <ns0:nvGrpSpPr>
          <ns0:cNvPr id="64515" name="Group 10"/>
          <ns0:cNvGrpSpPr>
            <ns1:grpSpLocks/>
          </ns0:cNvGrpSpPr>
          <ns0:nvPr/>
        </ns0:nvGrpSpPr>
        <ns0:grpSpPr bwMode="auto">
          <ns1:xfrm>
            <ns1:off x="1154113" y="5138738"/>
            <ns1:ext cx="6943725" cy="1495425"/>
            <ns1:chOff x="746" y="3209"/>
            <ns1:chExt cx="4373" cy="829"/>
          </ns1:xfrm>
        </ns0:grpSpPr>
        <ns0:sp>
          <ns0:nvSpPr>
            <ns0:cNvPr id="64520" name="Rectangle 11"/>
            <ns0:cNvSpPr>
              <ns1:spLocks noChangeArrowheads="1"/>
            </ns0:cNvSpPr>
            <ns0:nvPr/>
          </ns0:nvSpPr>
          <ns0:spPr bwMode="auto">
            <ns1:xfrm>
              <ns1:off x="746" y="3209"/>
              <ns1:ext cx="1462" cy="829"/>
            </ns1:xfrm>
            <ns1:prstGeom prst="rect">
              <ns1:avLst/>
            </ns1:prstGeom>
            <ns1:noFill/>
            <ns1:ln>
              <ns1:noFill/>
            </ns1:ln>
            <ns1:effectLst>
              <ns1:outerShdw dist="35921" dir="2700000" algn="ctr" rotWithShape="0">
                <ns1:schemeClr val="tx1"/>
              </ns1:outerShdw>
            </ns1:effectLst>
            <ns1:extLst>
              <ns1:ext uri="{909E8E84-426E-40DD-AFC4-6F175D3DCCD1}">
                <ns2:hiddenFill>
                  <ns1:solidFill>
                    <ns1:schemeClr val="accent1"/>
                  </ns1:solidFill>
                </ns2:hiddenFill>
              </ns1:ext>
              <ns1:ext uri="{91240B29-F687-4F45-9708-019B960494DF}">
                <ns2:hiddenLine w="9525">
                  <ns1:solidFill>
                    <ns1:schemeClr val="tx1"/>
                  </ns1:solidFill>
                  <ns1:miter lim="800000"/>
                  <ns1:headEnd/>
                  <ns1:tailEnd/>
                </ns2:hiddenLine>
              </ns1:ext>
            </ns1:extLst>
          </ns0:spPr>
          <ns0:txBody>
            <ns1:bodyPr>
              <ns1:spAutoFit/>
            </ns1:bodyPr>
            <ns1:lstStyle>
              <ns1:lvl1pPr>
                <ns1:spcBef>
                  <ns1:spcPct val="20000"/>
                </ns1:spcBef>
                <ns1:buChar char="•"/>
                <ns1:defRPr kumimoji="1" sz="32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1pPr>
              <ns1:lvl2pPr marL="742950" indent="-285750">
                <ns1:spcBef>
                  <ns1:spcPct val="20000"/>
                </ns1:spcBef>
                <ns1:buChar char="–"/>
                <ns1:defRPr kumimoji="1" sz="28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2pPr>
              <ns1:lvl3pPr marL="1143000" indent="-228600">
                <ns1:spcBef>
                  <ns1:spcPct val="20000"/>
                </ns1:spcBef>
                <ns1:buChar char="•"/>
                <ns1:defRPr kumimoji="1" sz="24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3pPr>
              <ns1:lvl4pPr marL="1600200" indent="-228600">
                <ns1:spcBef>
                  <ns1:spcPct val="20000"/>
                </ns1:spcBef>
                <ns1:buChar char="–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4pPr>
              <ns1:lvl5pPr marL="2057400" indent="-228600">
                <ns1:spcBef>
                  <ns1:spcPct val="20000"/>
                </ns1:spcBef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5pPr>
              <ns1:lvl6pPr marL="25146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6pPr>
              <ns1:lvl7pPr marL="29718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7pPr>
              <ns1:lvl8pPr marL="34290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8pPr>
              <ns1:lvl9pPr marL="38862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9pPr>
            </ns1:lstStyle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</ns1:p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zh-TW" altLang="en-US" dirty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</ns1:p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endParaRPr lang="en-US" altLang="zh-TW" dirty="0">
                <ns1:solidFill>
                  <ns1:schemeClr val="bg1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endParaRPr>
            </ns1:p>
          </ns0:txBody>
        </ns0:sp>
        <ns0:sp>
          <ns0:nvSpPr>
            <ns0:cNvPr id="64521" name="Rectangle 12"/>
            <ns0:cNvSpPr>
              <ns1:spLocks noChangeArrowheads="1"/>
            </ns0:cNvSpPr>
            <ns0:nvPr/>
          </ns0:nvSpPr>
          <ns0:spPr bwMode="auto">
            <ns1:xfrm>
              <ns1:off x="2095" y="3209"/>
              <ns1:ext cx="3024" cy="829"/>
            </ns1:xfrm>
            <ns1:prstGeom prst="rect">
              <ns1:avLst/>
            </ns1:prstGeom>
            <ns1:noFill/>
            <ns1:ln>
              <ns1:noFill/>
            </ns1:ln>
            <ns1:effectLst>
              <ns1:outerShdw dist="35921" dir="2700000" algn="ctr" rotWithShape="0">
                <ns1:schemeClr val="tx1"/>
              </ns1:outerShdw>
            </ns1:effectLst>
            <ns1:extLst>
              <ns1:ext uri="{909E8E84-426E-40DD-AFC4-6F175D3DCCD1}">
                <ns2:hiddenFill>
                  <ns1:solidFill>
                    <ns1:schemeClr val="accent1"/>
                  </ns1:solidFill>
                </ns2:hiddenFill>
              </ns1:ext>
              <ns1:ext uri="{91240B29-F687-4F45-9708-019B960494DF}">
                <ns2:hiddenLine w="9525">
                  <ns1:solidFill>
                    <ns1:schemeClr val="tx1"/>
                  </ns1:solidFill>
                  <ns1:miter lim="800000"/>
                  <ns1:headEnd/>
                  <ns1:tailEnd/>
                </ns2:hiddenLine>
              </ns1:ext>
            </ns1:extLst>
          </ns0:spPr>
          <ns0:txBody>
            <ns1:bodyPr>
              <ns1:spAutoFit/>
            </ns1:bodyPr>
            <ns1:lstStyle>
              <ns1:lvl1pPr>
                <ns1:spcBef>
                  <ns1:spcPct val="20000"/>
                </ns1:spcBef>
                <ns1:buChar char="•"/>
                <ns1:defRPr kumimoji="1" sz="32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1pPr>
              <ns1:lvl2pPr marL="742950" indent="-285750">
                <ns1:spcBef>
                  <ns1:spcPct val="20000"/>
                </ns1:spcBef>
                <ns1:buChar char="–"/>
                <ns1:defRPr kumimoji="1" sz="28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2pPr>
              <ns1:lvl3pPr marL="1143000" indent="-228600">
                <ns1:spcBef>
                  <ns1:spcPct val="20000"/>
                </ns1:spcBef>
                <ns1:buChar char="•"/>
                <ns1:defRPr kumimoji="1" sz="24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3pPr>
              <ns1:lvl4pPr marL="1600200" indent="-228600">
                <ns1:spcBef>
                  <ns1:spcPct val="20000"/>
                </ns1:spcBef>
                <ns1:buChar char="–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4pPr>
              <ns1:lvl5pPr marL="2057400" indent="-228600">
                <ns1:spcBef>
                  <ns1:spcPct val="20000"/>
                </ns1:spcBef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5pPr>
              <ns1:lvl6pPr marL="25146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6pPr>
              <ns1:lvl7pPr marL="29718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7pPr>
              <ns1:lvl8pPr marL="34290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8pPr>
              <ns1:lvl9pPr marL="3886200" indent="-228600" eaLnBrk="0" fontAlgn="base" hangingPunct="0">
                <ns1:spcBef>
                  <ns1:spcPct val="20000"/>
                </ns1:spcBef>
                <ns1:spcAft>
                  <ns1:spcPct val="0"/>
                </ns1:spcAft>
                <ns1:buChar char="»"/>
                <ns1:defRPr kumimoji="1" sz="2000">
                  <ns1:solidFill>
                    <ns1:schemeClr val="tx1"/>
                  </ns1:solidFill>
                  <ns1:latin typeface="Arial" charset="0"/>
                  <ns1:ea typeface="新細明體" charset="-120"/>
                </ns1:defRPr>
              </ns1:lvl9pPr>
            </ns1:lstStyle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en-US" altLang="zh-TW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en-US" altLang="zh-TW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en-US" altLang="zh-TW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endParaRPr lang="zh-TW" altLang="en-US" dirty="0">
                <ns1:solidFill>
                  <ns1:schemeClr val="bg1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endParaRPr>
            </ns1:p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zh-TW" altLang="en-US" dirty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r>
                <ns1:rPr lang="zh-TW" altLang="en-US" dirty="0" smtClean="0">
                  <ns1:solidFill>
                    <ns1:schemeClr val="bg1"/>
                  </ns1:solidFill>
                  <ns1:latin typeface="Times New Roman" panose="02020603050405020304" pitchFamily="18" charset="0"/>
                  <ns1:ea typeface="標楷體" panose="03000509000000000000" pitchFamily="65" charset="-120"/>
                  <ns1:cs typeface="Times New Roman" panose="02020603050405020304" pitchFamily="18" charset="0"/>
                </ns1:rPr>
                <ns1:t/>
              </ns1:r>
              <ns1:endParaRPr lang="en-US" altLang="zh-TW" dirty="0" smtClean="0">
                <ns1:solidFill>
                  <ns1:schemeClr val="bg1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endParaRPr>
            </ns1:p>
            <ns1:p>
              <ns1:pPr algn="dist" eaLnBrk="1" hangingPunct="1">
                <ns1:lnSpc>
                  <ns1:spcPct val="95000"/>
                </ns1:lnSpc>
                <ns1:spcBef>
                  <ns1:spcPct val="0"/>
                </ns1:spcBef>
                <ns1:buFontTx/>
                <ns1:buNone/>
              </ns1:pPr>
              <ns1:r>
                <ns1:rPr lang="zh-TW" altLang="en-US" dirty="0">
                  <ns1:solidFill>
                    <ns1:schemeClr val="bg1"/>
                  </ns1:solidFill>
                  <ns1:latin typeface="標楷體" pitchFamily="65" charset="-120"/>
                  <ns1:ea typeface="標楷體" pitchFamily="65" charset="-120"/>
                </ns1:rPr>
                <ns1:t/>
              </ns1:r>
              <ns1:endParaRPr lang="en-US" altLang="zh-TW" dirty="0">
                <ns1:solidFill>
                  <ns1:schemeClr val="bg1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endParaRPr>
            </ns1:p>
          </ns0:txBody>
        </ns0:sp>
      </ns0:grpSp>
      <ns0:sp>
        <ns0:nvSpPr>
          <ns0:cNvPr id="2" name="投影片編號版面配置區 1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745342814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8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71010" name="Rectangle 3"/>
          <ns0:cNvSpPr>
            <ns1:spLocks noChangeArrowheads="1"/>
          </ns0:cNvSpPr>
          <ns0:nvPr/>
        </ns0:nvSpPr>
        <ns0:spPr bwMode="auto">
          <ns1:xfrm>
            <ns1:off x="0" y="2755900"/>
            <ns1:ext cx="9143999" cy="120015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92075" tIns="46038" rIns="92075" bIns="46038" anchor="ctr"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>
              <ns1:spcBef>
                <ns1:spcPct val="0"/>
              </ns1:spcBef>
              <ns1:buFontTx/>
              <ns1:buNone/>
            </ns1:pPr>
            <ns1:r>
              <ns1:rPr lang="zh-TW" altLang="en-US" sz="7200" b="1" spc="-200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zh-TW" altLang="en-US" sz="7200" b="1" spc="-200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2" name="投影片編號版面配置區 1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2908854623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9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69634" name="Rectangle 3"/>
          <ns0:cNvSpPr txBox="1">
            <ns1:spLocks noChangeArrowheads="1"/>
          </ns0:cNvSpPr>
          <ns0:nvPr/>
        </ns0:nvSpPr>
        <ns0:spPr bwMode="auto">
          <ns1:xfrm>
            <ns1:off x="2483768" y="1124744"/>
            <ns1:ext cx="4104456" cy="3323987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0" tIns="0" rIns="0" bIns="0">
            <ns1:spAutoFit/>
          </ns1:bodyPr>
          <ns1:lstStyle>
            <ns1:lvl1pPr marL="1619250" indent="-1619250"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eaLnBrk="1" hangingPunct="1">
              <ns1:lnSpc>
                <ns1:spcPct val="90000"/>
              </ns1:lnSpc>
              <ns1:spcBef>
                <ns1:spcPct val="0"/>
              </ns1:spcBef>
              <ns1:buNone/>
            </ns1:pPr>
            <ns1:r>
              <ns1:rPr lang="zh-TW" altLang="en-US" sz="4800" dirty="0">
                <ns1:solidFill>
                  <ns1:schemeClr val="bg1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800" dirty="0" smtClean="0">
                <ns1:solidFill>
                  <ns1:schemeClr val="bg1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800" dirty="0" smtClean="0">
              <ns1:solidFill>
                <ns1:schemeClr val="bg1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eaLnBrk="1" hangingPunct="1">
              <ns1:lnSpc>
                <ns1:spcPct val="90000"/>
              </ns1:lnSpc>
              <ns1:spcBef>
                <ns1:spcPct val="0"/>
              </ns1:spcBef>
              <ns1:buNone/>
            </ns1:pPr>
            <ns1:r>
              <ns1:rPr lang="zh-TW" altLang="en-US" sz="48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8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800" dirty="0" smtClean="0">
              <ns1:solidFill>
                <ns1:schemeClr val="bg1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eaLnBrk="1" hangingPunct="1">
              <ns1:lnSpc>
                <ns1:spcPct val="90000"/>
              </ns1:lnSpc>
              <ns1:spcBef>
                <ns1:spcPct val="0"/>
              </ns1:spcBef>
              <ns1:buNone/>
            </ns1:pPr>
            <ns1:r>
              <ns1:rPr lang="zh-TW" altLang="en-US" sz="48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8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eaLnBrk="1" hangingPunct="1">
              <ns1:lnSpc>
                <ns1:spcPct val="90000"/>
              </ns1:lnSpc>
              <ns1:spcBef>
                <ns1:spcPct val="0"/>
              </ns1:spcBef>
              <ns1:buFontTx/>
              <ns1:buNone/>
            </ns1:pPr>
            <ns1:r>
              <ns1:rPr lang="zh-TW" altLang="en-US" sz="48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8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8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marL="1209675" indent="-1209675" eaLnBrk="1" hangingPunct="1">
              <ns1:lnSpc>
                <ns1:spcPct val="90000"/>
              </ns1:lnSpc>
              <ns1:spcBef>
                <ns1:spcPct val="0"/>
              </ns1:spcBef>
              <ns1:buNone/>
            </ns1:pPr>
            <ns1:r>
              <ns1:rPr lang="zh-TW" altLang="en-US" sz="48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8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2" name="投影片編號版面配置區 1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2017735499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10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71010" name="Rectangle 3"/>
          <ns0:cNvSpPr>
            <ns1:spLocks noChangeArrowheads="1"/>
          </ns0:cNvSpPr>
          <ns0:nvPr/>
        </ns0:nvSpPr>
        <ns0:spPr bwMode="auto">
          <ns1:xfrm>
            <ns1:off x="0" y="2755900"/>
            <ns1:ext cx="9143999" cy="120015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92075" tIns="46038" rIns="92075" bIns="46038" anchor="ctr"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>
              <ns1:spcBef>
                <ns1:spcPct val="0"/>
              </ns1:spcBef>
              <ns1:buFontTx/>
              <ns1:buNone/>
            </ns1:pPr>
            <ns1:r>
              <ns1:rPr lang="zh-TW" altLang="en-US" sz="7200" b="1" spc="-200" dirty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7200" b="1" spc="-200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zh-TW" altLang="en-US" sz="7200" b="1" spc="-200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2160018109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11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" name="Text Box 2"/>
          <ns0:cNvSpPr txBox="1">
            <ns1:spLocks noChangeArrowheads="1"/>
          </ns0:cNvSpPr>
          <ns0:nvPr/>
        </ns0:nvSpPr>
        <ns0:spPr bwMode="auto">
          <ns1:xfrm>
            <ns1:off x="251520" y="116632"/>
            <ns1:ext cx="8640960" cy="6177342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chemeClr val="accent1"/>
                </ns1:solidFill>
              </ns2:hiddenFill>
            </ns1:ext>
            <ns1:ext uri="{91240B29-F687-4F45-9708-019B960494DF}">
              <ns2:hiddenLine w="9525">
                <ns1:solidFill>
                  <ns1:schemeClr val="tx1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18000" tIns="10800" rIns="18000" bIns="10800">
            <ns1:spAutoFit/>
          </ns1:bodyPr>
          <ns1:lstStyle>
            <ns1:lvl1pPr marL="514350" indent="-5143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1pPr>
            <ns1:lvl2pPr marL="742950" indent="-2857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2pPr>
            <ns1:lvl3pPr marL="11430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3pPr>
            <ns1:lvl4pPr marL="16002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4pPr>
            <ns1:lvl5pPr marL="20574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5pPr>
            <ns1:lvl6pPr marL="25146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6pPr>
            <ns1:lvl7pPr marL="29718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7pPr>
            <ns1:lvl8pPr marL="34290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8pPr>
            <ns1:lvl9pPr marL="38862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9pPr>
          </ns1:lstStyle>
          <ns1:p>
            <ns1:pPr marL="536575" indent="-536575" algn="just">
              <ns1:lnSpc>
                <ns1:spcPts val="4800"/>
              </ns1:lnSpc>
              <ns1:buClr>
                <ns1:srgbClr val="FF0000"/>
              </ns1:buClr>
              <ns1:buSzPct val="120000"/>
              <ns1:defRPr/>
            </ns1:pPr>
            <ns1:r>
              <ns1:rPr lang="en-US" altLang="zh-TW" b="0" dirty="0">
                <ns1:solidFill>
                  <ns1:srgbClr val="FF00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u="sng" dirty="0">
              <ns1:solidFill>
                <ns1:srgbClr val="FFFF00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algn="just">
              <ns1:lnSpc>
                <ns1:spcPts val="4800"/>
              </ns1:lnSpc>
              <ns1:buClr>
                <ns1:schemeClr val="bg1"/>
              </ns1:buClr>
              <ns1:buSzPct val="120000"/>
              <ns1:defRPr/>
            </ns1:pPr>
            <ns1:r>
              <ns1:rPr lang="en-US" altLang="en-US" sz="4400" b="0" dirty="0" smtClean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 smtClean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algn="just">
              <ns1:lnSpc>
                <ns1:spcPts val="4800"/>
              </ns1:lnSpc>
              <ns1:buClr>
                <ns1:schemeClr val="bg1"/>
              </ns1:buClr>
              <ns1:buSzPct val="120000"/>
              <ns1:defRPr/>
            </ns1:pPr>
            <ns1:r>
              <ns1:rPr lang="en-US" altLang="en-US" b="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algn="just">
              <ns1:lnSpc>
                <ns1:spcPts val="4800"/>
              </ns1:lnSpc>
              <ns1:buClr>
                <ns1:schemeClr val="bg1"/>
              </ns1:buClr>
              <ns1:buSzPct val="120000"/>
              <ns1:defRPr/>
            </ns1:pPr>
            <ns1:r>
              <ns1:rPr lang="en-US" altLang="en-US" b="0" dirty="0" smtClean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 smtClean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algn="just">
              <ns1:lnSpc>
                <ns1:spcPts val="4800"/>
              </ns1:lnSpc>
              <ns1:buClr>
                <ns1:schemeClr val="bg1"/>
              </ns1:buClr>
              <ns1:buSzPct val="120000"/>
              <ns1:defRPr/>
            </ns1:pPr>
            <ns1:r>
              <ns1:rPr lang="en-US" altLang="en-US" b="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rgbClr val="FFFFFF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301653420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12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71010" name="Rectangle 3"/>
          <ns0:cNvSpPr>
            <ns1:spLocks noChangeArrowheads="1"/>
          </ns0:cNvSpPr>
          <ns0:nvPr/>
        </ns0:nvSpPr>
        <ns0:spPr bwMode="auto">
          <ns1:xfrm>
            <ns1:off x="0" y="2755900"/>
            <ns1:ext cx="9143999" cy="120015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92075" tIns="46038" rIns="92075" bIns="46038" anchor="ctr"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>
              <ns1:spcBef>
                <ns1:spcPct val="0"/>
              </ns1:spcBef>
              <ns1:buFontTx/>
              <ns1:buNone/>
            </ns1:pPr>
            <ns1:r>
              <ns1:rPr lang="zh-TW" altLang="en-US" sz="7200" b="1" spc="-200" dirty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7200" b="1" spc="-200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zh-TW" altLang="en-US" sz="7200" b="1" spc="-200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530787119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13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6" name="Text Box 2"/>
          <ns0:cNvSpPr txBox="1">
            <ns1:spLocks noChangeArrowheads="1"/>
          </ns0:cNvSpPr>
          <ns0:nvPr/>
        </ns0:nvSpPr>
        <ns0:spPr bwMode="auto">
          <ns1:xfrm>
            <ns1:off x="251520" y="221796"/>
            <ns1:ext cx="8424936" cy="3227817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/>
        </ns0:spPr>
        <ns0:txBody>
          <ns1:bodyPr wrap="square" lIns="18000" tIns="10800" rIns="18000" bIns="10800">
            <ns1:spAutoFit/>
          </ns1:bodyPr>
          <ns1:lstStyle>
            <ns1:lvl1pPr marL="514350" indent="-5143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1pPr>
            <ns1:lvl2pPr marL="742950" indent="-2857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2pPr>
            <ns1:lvl3pPr marL="11430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3pPr>
            <ns1:lvl4pPr marL="16002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4pPr>
            <ns1:lvl5pPr marL="20574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5pPr>
            <ns1:lvl6pPr marL="25146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6pPr>
            <ns1:lvl7pPr marL="29718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7pPr>
            <ns1:lvl8pPr marL="34290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8pPr>
            <ns1:lvl9pPr marL="38862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9pPr>
          </ns1:lstStyle>
          <ns1:p>
            <ns1:pPr marL="533400" indent="-533400" algn="just">
              <ns1:lnSpc>
                <ns1:spcPts val="5000"/>
              </ns1:lnSpc>
              <ns1:buClr>
                <ns1:srgbClr val="FFFFFF"/>
              </ns1:buClr>
              <ns1:buSzPct val="120000"/>
              <ns1:defRPr/>
            </ns1:pPr>
            <ns1:r>
              <ns1:rPr lang="en-US" altLang="en-US" b="0" spc="-1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en-US" spc="-1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spc="-100" dirty="0">
              <ns1:solidFill>
                <ns1:schemeClr val="bg1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marL="1120775" indent="-555625" algn="just">
              <ns1:lnSpc>
                <ns1:spcPts val="5000"/>
              </ns1:lnSpc>
              <ns1:buClr>
                <ns1:srgbClr val="FFFFFF"/>
              </ns1:buClr>
              <ns1:buSzPct val="120000"/>
              <ns1:defRPr/>
            </ns1:pPr>
            <ns1:r>
              <ns1:rPr lang="en-US" altLang="en-US" dirty="0" smtClean="0">
                <ns1:solidFill>
                  <ns1:srgbClr val="00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  <ns0:sp>
        <ns0:nvSpPr>
          <ns0:cNvPr id="2" name="標題 1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endParaRPr lang="zh-TW" altLang="en-US"/>
          </ns1:p>
        </ns0:txBody>
      </ns0:sp>
      <ns0:sp>
        <ns0:nvSpPr>
          <ns0:cNvPr id="4" name="內容版面配置區 3"/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endParaRPr lang="zh-TW" altLang="en-US"/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>
                <ns1:latin typeface="Times New Roman" panose="02020603050405020304" pitchFamily="18" charset="0"/>
                <ns1:cs typeface="Times New Roman" panose="02020603050405020304" pitchFamily="18" charset="0"/>
              </ns1:rPr>
              <ns1:pPr>
                <ns1:defRPr/>
              </ns1:pPr>
              <ns1:t/>
            </ns1:fld>
            <ns1:endParaRPr lang="en-US" altLang="zh-TW"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</ns0:spTree>
    <ns0:extLst>
      <ns0:ext uri="{BB962C8B-B14F-4D97-AF65-F5344CB8AC3E}">
        <ns2:creationId val="1165988318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14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7" name="Text Box 4"/>
          <ns0:cNvSpPr txBox="1">
            <ns1:spLocks noChangeArrowheads="1"/>
          </ns0:cNvSpPr>
          <ns0:nvPr/>
        </ns0:nvSpPr>
        <ns0:spPr bwMode="auto">
          <ns1:xfrm>
            <ns1:off x="0" y="-27384"/>
            <ns1:ext cx="9144000" cy="707886"/>
          </ns1:xfrm>
          <ns1:prstGeom prst="rect">
            <ns1:avLst/>
          </ns1:prstGeom>
          <ns1:solidFill>
            <ns1:srgbClr val="FFFF00"/>
          </ns1:solidFill>
          <ns1:ln w="12700" cap="sq">
            <ns1:solidFill>
              <ns1:srgbClr val="000000"/>
            </ns1:solidFill>
            <ns1:miter lim="800000"/>
            <ns1:headEnd type="none" w="sm" len="sm"/>
            <ns1:tailEnd type="none" w="sm" len="sm"/>
          </ns1:ln>
          <ns1:extLst/>
        </ns0:spPr>
        <ns0:txBody>
          <ns1:bodyPr wrap="square">
            <ns1:spAutoFit/>
          </ns1:bodyPr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pitchFamily="18" charset="-120"/>
              </ns1:defRPr>
            </ns1:lvl9pPr>
          </ns1:lstStyle>
          <ns1:p>
            <ns1:pPr algn="ctr">
              <ns1:spcBef>
                <ns1:spcPct val="0"/>
              </ns1:spcBef>
              <ns1:buNone/>
            </ns1:pPr>
            <ns1:r>
              <ns1:rPr lang="en-US" altLang="zh-TW" sz="4000" b="1" dirty="0">
                <ns1:solidFill>
                  <ns1:srgbClr val="0000FF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b="1" dirty="0">
                <ns1:solidFill>
                  <ns1:srgbClr val="0000FF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b="1" dirty="0" smtClean="0">
                <ns1:solidFill>
                  <ns1:srgbClr val="0000FF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zh-TW" altLang="en-US" sz="4000" b="1" dirty="0">
              <ns1:solidFill>
                <ns1:srgbClr val="0000FF"/>
              </ns1:solidFill>
              <ns1:latin typeface="Times New Roman" panose="02020603050405020304" pitchFamily="18" charset="0"/>
              <ns1:ea typeface="標楷體" panose="03000509000000000000" pitchFamily="65" charset="-120"/>
              <ns1:cs typeface="Times New Roman" panose="02020603050405020304" pitchFamily="18" charset="0"/>
            </ns1:endParaRPr>
          </ns1:p>
        </ns0:txBody>
      </ns0:sp>
      <ns0:sp>
        <ns0:nvSpPr>
          <ns0:cNvPr id="49" name="文字方塊 2"/>
          <ns0:cNvSpPr txBox="1">
            <ns1:spLocks noChangeArrowheads="1"/>
          </ns0:cNvSpPr>
          <ns0:nvPr/>
        </ns0:nvSpPr>
        <ns0:spPr bwMode="auto">
          <ns1:xfrm>
            <ns1:off x="0" y="434579"/>
            <ns1:ext cx="4721860" cy="2333625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</ns0:txBody>
      </ns0:sp>
      <ns0:sp>
        <ns0:nvSpPr>
          <ns0:cNvPr id="51" name="文字方塊 2"/>
          <ns0:cNvSpPr txBox="1">
            <ns1:spLocks noChangeArrowheads="1"/>
          </ns0:cNvSpPr>
          <ns0:nvPr/>
        </ns0:nvSpPr>
        <ns0:spPr bwMode="auto">
          <ns1:xfrm>
            <ns1:off x="5950585" y="434579"/>
            <ns1:ext cx="3193415" cy="1635760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</ns0:txBody>
      </ns0:sp>
      <ns0:sp>
        <ns0:nvSpPr>
          <ns0:cNvPr id="53" name="文字方塊 2"/>
          <ns0:cNvSpPr txBox="1">
            <ns1:spLocks noChangeArrowheads="1"/>
          </ns0:cNvSpPr>
          <ns0:nvPr/>
        </ns0:nvSpPr>
        <ns0:spPr bwMode="auto">
          <ns1:xfrm>
            <ns1:off x="31115" y="2713198"/>
            <ns1:ext cx="2329815" cy="1647825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 smtClean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</ns0:txBody>
      </ns0:sp>
      <ns0:sp>
        <ns0:nvSpPr>
          <ns0:cNvPr id="55" name="文字方塊 2"/>
          <ns0:cNvSpPr txBox="1">
            <ns1:spLocks noChangeArrowheads="1"/>
          </ns0:cNvSpPr>
          <ns0:nvPr/>
        </ns0:nvSpPr>
        <ns0:spPr bwMode="auto">
          <ns1:xfrm>
            <ns1:off x="6423977" y="2444100"/>
            <ns1:ext cx="2756535" cy="2065020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 smtClean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</ns0:txBody>
      </ns0:sp>
      <ns0:sp>
        <ns0:nvSpPr>
          <ns0:cNvPr id="57" name="文字方塊 2"/>
          <ns0:cNvSpPr txBox="1">
            <ns1:spLocks noChangeArrowheads="1"/>
          </ns0:cNvSpPr>
          <ns0:nvPr/>
        </ns0:nvSpPr>
        <ns0:spPr bwMode="auto">
          <ns1:xfrm>
            <ns1:off x="5412656" y="4782458"/>
            <ns1:ext cx="3370580" cy="1432560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lnSpc>
                <ns1:spcPts val="3000"/>
              </ns1:lnSpc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FF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FF"/>
              </ns1:solidFill>
              <ns1:latin typeface="Calibri"/>
              <ns1:cs typeface="Times New Roman"/>
            </ns1:endParaRPr>
          </ns1:p>
        </ns0:txBody>
      </ns0:sp>
      <ns0:sp>
        <ns0:nvSpPr>
          <ns0:cNvPr id="59" name="文字方塊 2"/>
          <ns0:cNvSpPr txBox="1">
            <ns1:spLocks noChangeArrowheads="1"/>
          </ns0:cNvSpPr>
          <ns0:nvPr/>
        </ns0:nvSpPr>
        <ns0:spPr bwMode="auto">
          <ns1:xfrm>
            <ns1:off x="31115" y="4903552"/>
            <ns1:ext cx="3589020" cy="1514475"/>
          </ns1:xfrm>
          <ns1:prstGeom prst="rect">
            <ns1:avLst/>
          </ns1:prstGeom>
          <ns1:noFill/>
          <ns1:ln w="28575">
            <ns1:noFill/>
            <ns1:miter lim="800000"/>
            <ns1:headEnd/>
            <ns1:tailEnd/>
          </ns1:ln>
        </ns0:spPr>
        <ns0:txBody>
          <ns1:bodyPr rot="0" vert="horz" wrap="square" lIns="91440" tIns="45720" rIns="91440" bIns="45720" anchor="ctr" anchorCtr="0">
            <ns1:noAutofit/>
          </ns1:bodyPr>
          <ns1:lstStyle/>
          <ns1:p>
            <ns1:pPr algn="just" eaLnBrk="0" fontAlgn="base" hangingPunct="0">
              <ns1:spcBef>
                <ns1:spcPct val="0"/>
              </ns1:spcBef>
            </ns1:pP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00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00"/>
              </ns1:solidFill>
              <ns1:latin typeface="Calibri"/>
              <ns1:cs typeface="Times New Roman"/>
            </ns1:endParaRPr>
          </ns1:p>
          <ns1:p>
            <ns1:pPr marL="342900" indent="-342900" algn="just" eaLnBrk="0" fontAlgn="base" hangingPunct="0">
              <ns1:spcBef>
                <ns1:spcPct val="0"/>
              </ns1:spcBef>
              <ns1:buClr>
                <ns1:srgbClr val="0000FF"/>
              </ns1:buClr>
              <ns1:buSzPts val="1600"/>
              <ns1:buFont typeface="Wingdings"/>
              <ns1:buChar char=""/>
            </ns1:pP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r>
              <ns1:rPr kumimoji="1" lang="zh-TW" altLang="en-US" sz="2200" b="1" kern="100" dirty="0">
                <ns1:solidFill>
                  <ns1:srgbClr val="FFFF00"/>
                </ns1:solidFill>
                <ns1:latin typeface="Times New Roman"/>
                <ns1:ea typeface="標楷體"/>
                <ns1:cs typeface="Times New Roman"/>
              </ns1:rPr>
              <ns1:t/>
            </ns1:r>
            <ns1:endParaRPr kumimoji="1" lang="zh-TW" altLang="en-US" sz="1200" b="1" kern="100" dirty="0">
              <ns1:solidFill>
                <ns1:srgbClr val="FFFF00"/>
              </ns1:solidFill>
              <ns1:latin typeface="Calibri"/>
              <ns1:cs typeface="Times New Roman"/>
            </ns1:endParaRPr>
          </ns1:p>
        </ns0:txBody>
      </ns0:sp>
      <ns0:sp>
        <ns0:nvSpPr>
          <ns0:cNvPr id="15" name="文字方塊 14"/>
          <ns0:cNvSpPr txBox="1"/>
          <ns0:nvPr/>
        </ns0:nvSpPr>
        <ns0:spPr>
          <ns1:xfrm>
            <ns1:off x="3398" y="679996"/>
            <ns1:ext cx="1728192" cy="261610"/>
          </ns1:xfrm>
          <ns1:prstGeom prst="rect">
            <ns1:avLst/>
          </ns1:prstGeom>
          <ns1:solidFill>
            <ns1:schemeClr val="bg1"/>
          </ns1:solidFill>
        </ns0:spPr>
        <ns0:txBody>
          <ns1:bodyPr wrap="square" rtlCol="0">
            <ns1:spAutoFit/>
          </ns1:bodyPr>
          <ns1:lstStyle/>
          <ns1:p>
            <ns1:r>
              <ns1:rPr lang="zh-TW" altLang="en-US" sz="1000" dirty="0" smtClean="0">
                <ns1:latin typeface="Times New Roman" pitchFamily="18" charset="0"/>
                <ns1:ea typeface="標楷體" pitchFamily="65" charset="-120"/>
              </ns1:rPr>
              <ns1:t/>
            </ns1:r>
            <ns1:r>
              <ns1:rPr lang="zh-TW" altLang="en-US" sz="1100" dirty="0">
                <ns1:latin typeface="Times New Roman" pitchFamily="18" charset="0"/>
                <ns1:ea typeface="標楷體" pitchFamily="65" charset="-120"/>
              </ns1:rPr>
              <ns1:t/>
            </ns1:r>
          </ns1:p>
        </ns0:txBody>
      </ns0:sp>
    </ns0:spTree>
    <ns0:extLst>
      <ns0:ext uri="{BB962C8B-B14F-4D97-AF65-F5344CB8AC3E}">
        <ns2:creationId val="1369874704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15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" name="Text Box 2"/>
          <ns0:cNvSpPr txBox="1">
            <ns1:spLocks noChangeArrowheads="1"/>
          </ns0:cNvSpPr>
          <ns0:nvPr/>
        </ns0:nvSpPr>
        <ns0:spPr bwMode="auto">
          <ns1:xfrm>
            <ns1:off x="144016" y="128824"/>
            <ns1:ext cx="8820472" cy="4946236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chemeClr val="accent1"/>
                </ns1:solidFill>
              </ns2:hiddenFill>
            </ns1:ext>
            <ns1:ext uri="{91240B29-F687-4F45-9708-019B960494DF}">
              <ns2:hiddenLine w="9525">
                <ns1:solidFill>
                  <ns1:schemeClr val="tx1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18000" tIns="10800" rIns="18000" bIns="10800">
            <ns1:spAutoFit/>
          </ns1:bodyPr>
          <ns1:lstStyle>
            <ns1:lvl1pPr marL="514350" indent="-5143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1pPr>
            <ns1:lvl2pPr marL="742950" indent="-2857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2pPr>
            <ns1:lvl3pPr marL="11430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3pPr>
            <ns1:lvl4pPr marL="16002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4pPr>
            <ns1:lvl5pPr marL="20574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5pPr>
            <ns1:lvl6pPr marL="25146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6pPr>
            <ns1:lvl7pPr marL="29718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7pPr>
            <ns1:lvl8pPr marL="34290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8pPr>
            <ns1:lvl9pPr marL="38862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9pPr>
          </ns1:lstStyle>
          <ns1:p>
            <ns1:pPr marL="0" indent="0" algn="just">
              <ns1:buClr>
                <ns1:srgbClr val="FFFF00"/>
              </ns1:buClr>
              <ns1:buSzPct val="120000"/>
              <ns1:tabLst>
                <ns1:tab pos="895350" algn="l"/>
              </ns1:tabLst>
              <ns1:defRPr/>
            </ns1:pPr>
            <ns1:r>
              <ns1:rPr lang="en-US" altLang="en-US" b="0" spc="-100" dirty="0" smtClean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u="sng" spc="-100" dirty="0">
              <ns1:solidFill>
                <ns1:srgbClr val="FFFF00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marL="506413" indent="-506413" algn="just" eaLnBrk="1">
              <ns1:lnSpc>
                <ns1:spcPts val="4800"/>
              </ns1:lnSpc>
            </ns1:pPr>
            <ns1:r>
              <ns1:rPr lang="en-US" altLang="en-US" dirty="0" smtClean="0">
                <ns1:solidFill>
                  <ns1:srgbClr val="00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00" dirty="0" smtClean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marL="506413" indent="-506413" algn="just" eaLnBrk="1">
              <ns1:lnSpc>
                <ns1:spcPts val="4800"/>
              </ns1:lnSpc>
            </ns1:pPr>
            <ns1:r>
              <ns1:rPr lang="en-US" altLang="en-US" dirty="0">
                <ns1:solidFill>
                  <ns1:srgbClr val="00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en-US" altLang="zh-TW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en-US" altLang="zh-TW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en-US" altLang="zh-TW" b="0" spc="-100" dirty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en-US" altLang="zh-TW" b="0" spc="-100" dirty="0" smtClean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spc="-13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marL="506413" indent="-506413" algn="just" eaLnBrk="1">
              <ns1:lnSpc>
                <ns1:spcPts val="4800"/>
              </ns1:lnSpc>
            </ns1:pPr>
            <ns1:r>
              <ns1:rPr lang="en-US" altLang="en-US" dirty="0" smtClean="0">
                <ns1:solidFill>
                  <ns1:srgbClr val="00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spc="-10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zh-TW" b="0" spc="-10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latin typeface="+mn-ea"/>
                <ns1:cs typeface="Times New Roman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>
              <ns1:solidFill>
                <ns1:schemeClr val="bg1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1176900686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16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" name="Text Box 2"/>
          <ns0:cNvSpPr txBox="1">
            <ns1:spLocks noChangeArrowheads="1"/>
          </ns0:cNvSpPr>
          <ns0:nvPr/>
        </ns0:nvSpPr>
        <ns0:spPr bwMode="auto">
          <ns1:xfrm>
            <ns1:off x="222723" y="260648"/>
            <ns1:ext cx="8237709" cy="3202169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chemeClr val="accent1"/>
                </ns1:solidFill>
              </ns2:hiddenFill>
            </ns1:ext>
            <ns1:ext uri="{91240B29-F687-4F45-9708-019B960494DF}">
              <ns2:hiddenLine w="9525">
                <ns1:solidFill>
                  <ns1:schemeClr val="tx1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18000" tIns="10800" rIns="18000" bIns="10800">
            <ns1:spAutoFit/>
          </ns1:bodyPr>
          <ns1:lstStyle>
            <ns1:lvl1pPr marL="514350" indent="-5143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1pPr>
            <ns1:lvl2pPr marL="742950" indent="-2857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2pPr>
            <ns1:lvl3pPr marL="11430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3pPr>
            <ns1:lvl4pPr marL="16002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4pPr>
            <ns1:lvl5pPr marL="20574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5pPr>
            <ns1:lvl6pPr marL="25146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6pPr>
            <ns1:lvl7pPr marL="29718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7pPr>
            <ns1:lvl8pPr marL="34290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8pPr>
            <ns1:lvl9pPr marL="38862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9pPr>
          </ns1:lstStyle>
          <ns1:p>
            <ns1:pPr marL="533400" indent="-533400" algn="just">
              <ns1:lnSpc>
                <ns1:spcPts val="5200"/>
              </ns1:lnSpc>
              <ns1:buClr>
                <ns1:srgbClr val="FFFF00"/>
              </ns1:buClr>
              <ns1:buSzPct val="100000"/>
              <ns1:defRPr/>
            </ns1:pPr>
            <ns1:r>
              <ns1:rPr lang="en-US" altLang="zh-TW" b="0" dirty="0" smtClean="0">
                <ns1:solidFill>
                  <ns1:srgbClr val="FF00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u="sng" dirty="0" smtClean="0">
              <ns1:solidFill>
                <ns1:srgbClr val="FFFF00"/>
              </ns1:solidFill>
              <ns1:uFill>
                <ns1:solidFill>
                  <ns1:srgbClr val="FFFF00"/>
                </ns1:solidFill>
              </ns1:uFill>
            </ns1:endParaRPr>
          </ns1:p>
          <ns1:p>
            <ns1:pPr marL="485775" indent="-485775" algn="just">
              <ns1:lnSpc>
                <ns1:spcPts val="4900"/>
              </ns1:lnSpc>
              <ns1:buClr>
                <ns1:srgbClr val="FFFF00"/>
              </ns1:buClr>
              <ns1:buSzPct val="100000"/>
              <ns1:defRPr/>
            </ns1:pPr>
            <ns1:r>
              <ns1:rPr lang="en-US" altLang="en-US" b="0" dirty="0" smtClean="0">
                <ns1:solidFill>
                  <ns1:srgbClr val="FFFF00"/>
                </ns1:solidFill>
                <ns1:effectLst>
                  <ns1:outerShdw blurRad="38100" dist="38100" dir="2700000" algn="tl">
                    <ns1:srgbClr val="000000">
                      <ns1:alpha val="43137"/>
                    </ns1:srgbClr>
                  </ns1:outerShdw>
                </ns1:effectLst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kern="10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kern="1000" dirty="0" smtClean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u="sng" kern="10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kern="10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en-US" altLang="zh-TW" b="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kern="1000" dirty="0">
                <ns1:solidFill>
                  <ns1:srgbClr val="FFFF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dirty="0" smtClean="0">
                <ns1:solidFill>
                  <ns1:schemeClr val="bg1"/>
                </ns1:solidFill>
                <ns1:uFill>
                  <ns1:solidFill>
                    <ns1:srgbClr val="FF0000"/>
                  </ns1:solidFill>
                </ns1:u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dirty="0" smtClean="0">
              <ns1:solidFill>
                <ns1:schemeClr val="bg1"/>
              </ns1:solidFill>
              <ns1:uFill>
                <ns1:solidFill>
                  <ns1:srgbClr val="FF00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  <ns1:p>
            <ns1:pPr marL="485775" indent="-485775" algn="just">
              <ns1:lnSpc>
                <ns1:spcPts val="4900"/>
              </ns1:lnSpc>
              <ns1:buClr>
                <ns1:srgbClr val="FFFF00"/>
              </ns1:buClr>
              <ns1:buSzPct val="100000"/>
              <ns1:defRPr/>
            </ns1:pPr>
            <ns1:endParaRPr lang="en-US" altLang="zh-TW" b="0" dirty="0">
              <ns1:solidFill>
                <ns1:schemeClr val="bg1"/>
              </ns1:solidFill>
              <ns1:uFill>
                <ns1:solidFill>
                  <ns1:srgbClr val="FF0000"/>
                </ns1:solidFill>
              </ns1:u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  <ns0:sp>
        <ns0:nvSpPr>
          <ns0:cNvPr id="4" name="投影片編號版面配置區 3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r>
              <ns1:rPr lang="en-US" altLang="zh-TW" dirty="0" smtClean="0"/>
              <ns1:t/>
            </ns1:r>
            <ns1:endParaRPr lang="en-US" altLang="zh-TW" dirty="0"/>
          </ns1:p>
        </ns0:txBody>
      </ns0:sp>
    </ns0:spTree>
    <ns0:extLst>
      <ns0:ext uri="{BB962C8B-B14F-4D97-AF65-F5344CB8AC3E}">
        <ns3:creationId val="653864902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17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" name="矩形 2"/>
          <ns0:cNvSpPr/>
          <ns0:nvPr/>
        </ns0:nvSpPr>
        <ns0:spPr>
          <ns1:xfrm>
            <ns1:off x="251520" y="260648"/>
            <ns1:ext cx="8496944" cy="3170099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marL="485775" indent="-485775"/>
            <ns1:r>
              <ns1:rPr lang="en-US" altLang="zh-TW" sz="4000" dirty="0" smtClean="0">
                <ns1:solidFill>
                  <ns1:srgbClr val="FF0000"/>
                </ns1:solidFill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000" u="sng" spc="-100" dirty="0" smtClean="0">
              <ns1:solidFill>
                <ns1:srgbClr val="FFFF00"/>
              </ns1:solidFill>
              <ns1:uFill>
                <ns1:solidFill>
                  <ns1:srgbClr val="FFFF00"/>
                </ns1:solidFill>
              </ns1:uFill>
              <ns1:latin typeface="標楷體" pitchFamily="65" charset="-120"/>
              <ns1:ea typeface="標楷體" pitchFamily="65" charset="-120"/>
            </ns1:endParaRPr>
          </ns1:p>
          <ns1:p>
            <ns1:pPr marL="485775" indent="-485775" algn="just"/>
            <ns1:r>
              <ns1:rPr lang="en-US" altLang="en-US" sz="4000" spc="-100" dirty="0" smtClean="0">
                <ns1:solidFill>
                  <ns1:srgbClr val="FFFF00"/>
                </ns1:solidFill>
                <ns1:latin typeface="標楷體" panose="03000509000000000000" pitchFamily="65" charset="-120"/>
                <ns1:ea typeface="標楷體" panose="03000509000000000000" pitchFamily="65" charset="-120"/>
              </ns1:rPr>
              <ns1:t/>
            </ns1:r>
            <ns1:r>
              <ns1:rPr lang="zh-TW" altLang="en-US" sz="4000" spc="-1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spc="-1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spc="-2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0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anose="03000509000000000000" pitchFamily="65" charset="-12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4000" u="sng" spc="-4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4000" u="sng" spc="-4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en-US" altLang="zh-TW" sz="4000" spc="-2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4000" spc="-2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4" name="投影片編號版面配置區 3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 dirty="0"/>
          </ns1:p>
        </ns0:txBody>
      </ns0:sp>
    </ns0:spTree>
    <ns0:extLst>
      <ns0:ext uri="{BB962C8B-B14F-4D97-AF65-F5344CB8AC3E}">
        <ns2:creationId val="569582047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18.xml><?xml version="1.0" encoding="utf-8"?>
<ns0:sld xmlns:ns0="http://schemas.openxmlformats.org/presentationml/2006/main" xmlns:ns1="http://schemas.openxmlformats.org/drawingml/2006/main" xmlns:ns2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" name="矩形 2"/>
          <ns0:cNvSpPr/>
          <ns0:nvPr/>
        </ns0:nvSpPr>
        <ns0:spPr>
          <ns1:xfrm>
            <ns1:off x="-57720" y="29657"/>
            <ns1:ext cx="9132316" cy="6760825"/>
          </ns1:xfrm>
          <ns1:prstGeom prst="rect">
            <ns1:avLst/>
          </ns1:prstGeom>
        </ns0:spPr>
        <ns0:txBody>
          <ns1:bodyPr wrap="square">
            <ns1:spAutoFit/>
          </ns1:bodyPr>
          <ns1:lstStyle/>
          <ns1:p>
            <ns1:pPr marL="485775" indent="-485775">
              <ns1:lnSpc>
                <ns1:spcPts val="4000"/>
              </ns1:lnSpc>
            </ns1:pPr>
            <ns1:r>
              <ns1:rPr lang="en-US" altLang="zh-TW" sz="3800" dirty="0" smtClean="0">
                <ns1:solidFill>
                  <ns1:srgbClr val="FF0000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endParaRPr lang="en-US" altLang="zh-TW" sz="3800" u="sng" spc="-100" dirty="0" smtClean="0">
              <ns1:solidFill>
                <ns1:srgbClr val="FFFF00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ea typeface="標楷體" pitchFamily="65" charset="-120"/>
              <ns1:cs typeface="Times New Roman" panose="02020603050405020304" pitchFamily="18" charset="0"/>
            </ns1:endParaRPr>
          </ns1:p>
          <ns1:p>
            <ns1:pPr marL="485775" indent="-485775" algn="just">
              <ns1:lnSpc>
                <ns1:spcPts val="4000"/>
              </ns1:lnSpc>
            </ns1:pPr>
            <ns1:r>
              <ns1:rPr lang="en-US" altLang="en-US" sz="3800" spc="-100" dirty="0" smtClean="0">
                <ns1:solidFill>
                  <ns1:srgbClr val="FFFF00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chemeClr val="bg1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endParaRPr lang="en-US" altLang="zh-TW" sz="3800" spc="-100" dirty="0" smtClean="0">
              <ns1:solidFill>
                <ns1:schemeClr val="bg1"/>
              </ns1:solidFill>
              <ns1:uFill>
                <ns1:solidFill>
                  <ns1:srgbClr val="FFFF00"/>
                </ns1:solidFill>
              </ns1:uFill>
              <ns1:latin typeface="Times New Roman" panose="02020603050405020304" pitchFamily="18" charset="0"/>
              <ns1:ea typeface="標楷體" panose="03000509000000000000" pitchFamily="65" charset="-120"/>
              <ns1:cs typeface="Times New Roman" panose="02020603050405020304" pitchFamily="18" charset="0"/>
            </ns1:endParaRPr>
          </ns1:p>
          <ns1:p>
            <ns1:pPr marL="485775" indent="-485775" algn="just">
              <ns1:lnSpc>
                <ns1:spcPts val="4000"/>
              </ns1:lnSpc>
            </ns1:pPr>
            <ns1:r>
              <ns1:rPr lang="en-US" altLang="en-US" sz="3800" spc="-100" dirty="0" smtClean="0">
                <ns1:solidFill>
                  <ns1:srgbClr val="FFFF00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</ns1:p>
          <ns1:p>
            <ns1:pPr marL="485775" indent="-485775" algn="just">
              <ns1:lnSpc>
                <ns1:spcPts val="4000"/>
              </ns1:lnSpc>
            </ns1:pPr>
            <ns1:r>
              <ns1:rPr lang="en-US" altLang="en-US" sz="3800" spc="-100" dirty="0">
                <ns1:solidFill>
                  <ns1:srgbClr val="FFFF00"/>
                </ns1:solidFill>
                <ns1:latin typeface="Times New Roman" panose="02020603050405020304" pitchFamily="18" charset="0"/>
                <ns1:ea typeface="標楷體" panose="03000509000000000000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zh-TW" altLang="en-US" sz="380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  <ns1:r>
              <ns1:rPr lang="en-US" altLang="zh-TW" sz="3800" spc="-100" dirty="0" smtClean="0">
                <ns1:solidFill>
                  <ns1:srgbClr val="FFFFFF"/>
                </ns1:solidFill>
                <ns1:latin typeface="Times New Roman" panose="02020603050405020304" pitchFamily="18" charset="0"/>
                <ns1:ea typeface="標楷體" pitchFamily="65" charset="-120"/>
                <ns1:cs typeface="Times New Roman" panose="02020603050405020304" pitchFamily="18" charset="0"/>
              </ns1:rPr>
              <ns1:t/>
            </ns1:r>
          </ns1:p>
        </ns0:txBody>
      </ns0:sp>
      <ns0:sp>
        <ns0:nvSpPr>
          <ns0:cNvPr id="4" name="投影片編號版面配置區 3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 dirty="0"/>
          </ns1:p>
        </ns0:txBody>
      </ns0:sp>
    </ns0:spTree>
    <ns0:extLst>
      <ns0:ext uri="{BB962C8B-B14F-4D97-AF65-F5344CB8AC3E}">
        <ns2:creationId val="1730047124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19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71010" name="Rectangle 3"/>
          <ns0:cNvSpPr>
            <ns1:spLocks noChangeArrowheads="1"/>
          </ns0:cNvSpPr>
          <ns0:nvPr/>
        </ns0:nvSpPr>
        <ns0:spPr bwMode="auto">
          <ns1:xfrm>
            <ns1:off x="0" y="2755900"/>
            <ns1:ext cx="9143999" cy="120015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92075" tIns="46038" rIns="92075" bIns="46038" anchor="ctr"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>
              <ns1:spcBef>
                <ns1:spcPct val="0"/>
              </ns1:spcBef>
              <ns1:buFontTx/>
              <ns1:buNone/>
            </ns1:pPr>
            <ns1:r>
              <ns1:rPr lang="zh-TW" altLang="en-US" sz="7200" b="1" spc="-200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7200" b="1" spc="-200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3619269856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20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69634" name="Rectangle 3"/>
          <ns0:cNvSpPr txBox="1">
            <ns1:spLocks noChangeArrowheads="1"/>
          </ns0:cNvSpPr>
          <ns0:nvPr/>
        </ns0:nvSpPr>
        <ns0:spPr bwMode="auto">
          <ns1:xfrm>
            <ns1:off x="1763688" y="1268760"/>
            <ns1:ext cx="6048672" cy="4616648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0" tIns="0" rIns="0" bIns="0">
            <ns1:spAutoFit/>
          </ns1:bodyPr>
          <ns1:lstStyle>
            <ns1:lvl1pPr marL="1619250" indent="-1619250"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marL="0" indent="0">
              <ns1:spcBef>
                <ns1:spcPct val="0"/>
              </ns1:spcBef>
              <ns1:buNone/>
              <ns1:defRPr/>
            </ns1:pPr>
            <ns1:r>
              <ns1:rPr lang="en-US" altLang="zh-TW" sz="6000" dirty="0" smtClean="0">
                <ns1:solidFill>
                  <ns1:srgbClr val="FF0000"/>
                </ns1:solidFill>
              </ns1:rPr>
              <ns1:t/>
            </ns1:r>
            <ns1:r>
              <ns1:rPr lang="zh-TW" altLang="en-US" sz="60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60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6000" dirty="0" smtClean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marL="0" lvl="0" indent="0">
              <ns1:spcBef>
                <ns1:spcPct val="0"/>
              </ns1:spcBef>
              <ns1:buNone/>
              <ns1:defRPr/>
            </ns1:pPr>
            <ns1:r>
              <ns1:rPr lang="en-US" altLang="zh-TW" sz="6000" dirty="0" smtClean="0">
                <ns1:solidFill>
                  <ns1:srgbClr val="FF0000"/>
                </ns1:solidFill>
              </ns1:rPr>
              <ns1:t/>
            </ns1:r>
            <ns1:r>
              <ns1:rPr lang="zh-TW" altLang="en-US" sz="60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60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6000" dirty="0" smtClean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marL="0" lvl="0" indent="0">
              <ns1:spcBef>
                <ns1:spcPct val="0"/>
              </ns1:spcBef>
              <ns1:buNone/>
              <ns1:defRPr/>
            </ns1:pPr>
            <ns1:r>
              <ns1:rPr lang="en-US" altLang="zh-TW" sz="6000" dirty="0" smtClean="0">
                <ns1:solidFill>
                  <ns1:srgbClr val="FF0000"/>
                </ns1:solidFill>
              </ns1:rPr>
              <ns1:t/>
            </ns1:r>
            <ns1:r>
              <ns1:rPr lang="zh-TW" altLang="en-US" sz="60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60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zh-TW" sz="60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marL="0" lvl="0" indent="0">
              <ns1:spcBef>
                <ns1:spcPct val="0"/>
              </ns1:spcBef>
              <ns1:buNone/>
              <ns1:defRPr/>
            </ns1:pPr>
            <ns1:r>
              <ns1:rPr lang="en-US" altLang="zh-TW" sz="6000" dirty="0" smtClean="0">
                <ns1:solidFill>
                  <ns1:srgbClr val="FF0000"/>
                </ns1:solidFill>
              </ns1:rPr>
              <ns1:t/>
            </ns1:r>
            <ns1:r>
              <ns1:rPr lang="zh-TW" altLang="en-US" sz="6000" dirty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r>
              <ns1:rPr lang="zh-TW" altLang="en-US" sz="6000" dirty="0" smtClean="0">
                <ns1:solidFill>
                  <ns1:srgbClr val="FFFFFF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en-US" altLang="en-US" sz="6000" dirty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  <ns1:p>
            <ns1:pPr marL="0" lvl="0" indent="0" algn="ctr">
              <ns1:spcBef>
                <ns1:spcPct val="0"/>
              </ns1:spcBef>
              <ns1:buNone/>
              <ns1:defRPr/>
            </ns1:pPr>
            <ns1:endParaRPr lang="zh-TW" altLang="en-US" sz="6000" dirty="0" smtClean="0">
              <ns1:solidFill>
                <ns1:srgbClr val="FFFFFF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2257956013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21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71010" name="Rectangle 3"/>
          <ns0:cNvSpPr>
            <ns1:spLocks noChangeArrowheads="1"/>
          </ns0:cNvSpPr>
          <ns0:nvPr/>
        </ns0:nvSpPr>
        <ns0:spPr bwMode="auto">
          <ns1:xfrm>
            <ns1:off x="0" y="2755900"/>
            <ns1:ext cx="9143999" cy="1200150"/>
          </ns1:xfrm>
          <ns1:prstGeom prst="rect">
            <ns1:avLst/>
          </ns1:prstGeom>
          <ns1:noFill/>
          <ns1:ln>
            <ns1:noFill/>
          </ns1:ln>
          <ns1:extLst>
            <ns1:ext uri="{909E8E84-426E-40DD-AFC4-6F175D3DCCD1}">
              <ns2:hiddenFill>
                <ns1:solidFill>
                  <ns1:srgbClr val="FFFFFF"/>
                </ns1:solidFill>
              </ns2:hiddenFill>
            </ns1:ext>
            <ns1:ext uri="{91240B29-F687-4F45-9708-019B960494DF}">
              <ns2:hiddenLine w="9525">
                <ns1:solidFill>
                  <ns1:srgbClr val="000000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lIns="92075" tIns="46038" rIns="92075" bIns="46038" anchor="ctr"/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algn="ctr" eaLnBrk="1" hangingPunct="1">
              <ns1:spcBef>
                <ns1:spcPct val="0"/>
              </ns1:spcBef>
              <ns1:buFontTx/>
              <ns1:buNone/>
            </ns1:pPr>
            <ns1:r>
              <ns1:rPr lang="zh-TW" altLang="en-US" sz="7200" b="1" dirty="0" smtClean="0">
                <ns1:solidFill>
                  <ns1:srgbClr val="FFFF00"/>
                </ns1:solidFill>
                <ns1:latin typeface="標楷體" pitchFamily="65" charset="-120"/>
                <ns1:ea typeface="標楷體" pitchFamily="65" charset="-120"/>
              </ns1:rPr>
              <ns1:t/>
            </ns1:r>
            <ns1:endParaRPr lang="zh-TW" altLang="en-US" sz="7200" b="1" dirty="0">
              <ns1:solidFill>
                <ns1:srgbClr val="FFFF00"/>
              </ns1:solidFill>
              <ns1:latin typeface="標楷體" pitchFamily="65" charset="-12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448882359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22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5" name="Text Box 2"/>
          <ns0:cNvSpPr txBox="1">
            <ns1:spLocks noChangeArrowheads="1"/>
          </ns0:cNvSpPr>
          <ns0:nvPr/>
        </ns0:nvSpPr>
        <ns0:spPr bwMode="auto">
          <ns1:xfrm>
            <ns1:off x="687915" y="692696"/>
            <ns1:ext cx="7776789" cy="3715130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chemeClr val="accent1"/>
                </ns1:solidFill>
              </ns2:hiddenFill>
            </ns1:ext>
            <ns1:ext uri="{91240B29-F687-4F45-9708-019B960494DF}">
              <ns2:hiddenLine w="9525">
                <ns1:solidFill>
                  <ns1:schemeClr val="tx1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 lIns="18000" tIns="10800" rIns="18000" bIns="10800">
            <ns1:spAutoFit/>
          </ns1:bodyPr>
          <ns1:lstStyle>
            <ns1:lvl1pPr marL="514350" indent="-5143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1pPr>
            <ns1:lvl2pPr marL="742950" indent="-28575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2pPr>
            <ns1:lvl3pPr marL="11430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3pPr>
            <ns1:lvl4pPr marL="16002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4pPr>
            <ns1:lvl5pPr marL="2057400" indent="-228600"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5pPr>
            <ns1:lvl6pPr marL="25146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6pPr>
            <ns1:lvl7pPr marL="29718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7pPr>
            <ns1:lvl8pPr marL="34290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8pPr>
            <ns1:lvl9pPr marL="3886200" indent="-228600" algn="ctr" eaLnBrk="0" fontAlgn="base" hangingPunct="0">
              <ns1:lnSpc>
                <ns1:spcPct val="90000"/>
              </ns1:lnSpc>
              <ns1:spcBef>
                <ns1:spcPct val="0"/>
              </ns1:spcBef>
              <ns1:spcAft>
                <ns1:spcPct val="0"/>
              </ns1:spcAft>
              <ns1:defRPr sz="4000" b="1">
                <ns1:solidFill>
                  <ns1:schemeClr val="tx1"/>
                </ns1:solidFill>
                <ns1:latin typeface="標楷體" pitchFamily="65" charset="-120"/>
                <ns1:ea typeface="標楷體" pitchFamily="65" charset="-120"/>
              </ns1:defRPr>
            </ns1:lvl9pPr>
          </ns1:lstStyle>
          <ns1:p>
            <ns1:pPr marL="0" indent="0" algn="just">
              <ns1:lnSpc>
                <ns1:spcPts val="4800"/>
              </ns1:lnSpc>
              <ns1:buClr>
                <ns1:srgbClr val="FF0000"/>
              </ns1:buClr>
              <ns1:buSzPct val="120000"/>
              <ns1:defRPr/>
            </ns1:pPr>
            <ns1:r>
              <ns1:rPr lang="zh-TW" altLang="zh-TW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spc="-10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zh-TW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r>
              <ns1:rPr lang="zh-TW" altLang="en-US" b="0" u="sng" spc="-100" dirty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u="sng" spc="-100" dirty="0" smtClean="0">
                <ns1:solidFill>
                  <ns1:srgbClr val="FFFF00"/>
                </ns1:solidFill>
                <ns1:uFill>
                  <ns1:solidFill>
                    <ns1:srgbClr val="FFFF00"/>
                  </ns1:solidFill>
                </ns1:uFill>
              </ns1:rPr>
              <ns1:t/>
            </ns1:r>
            <ns1:r>
              <ns1:rPr lang="zh-TW" altLang="en-US" b="0" spc="-100" dirty="0" smtClean="0">
                <ns1:solidFill>
                  <ns1:schemeClr val="bg1"/>
                </ns1:solidFill>
                <ns1:latin typeface="Times New Roman" panose="02020603050405020304" pitchFamily="18" charset="0"/>
                <ns1:cs typeface="Times New Roman" panose="02020603050405020304" pitchFamily="18" charset="0"/>
              </ns1:rPr>
              <ns1:t/>
            </ns1:r>
            <ns1:endParaRPr lang="en-US" altLang="zh-TW" b="0" spc="-100" dirty="0">
              <ns1:solidFill>
                <ns1:srgbClr val="FF0000"/>
              </ns1:solidFill>
              <ns1:latin typeface="Times New Roman" panose="02020603050405020304" pitchFamily="18" charset="0"/>
              <ns1:cs typeface="Times New Roman" panose="02020603050405020304" pitchFamily="18" charset="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3785825529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slides/slide23.xml><?xml version="1.0" encoding="utf-8"?>
<ns0:sld xmlns:ns0="http://schemas.openxmlformats.org/presentationml/2006/main" xmlns:ns1="http://schemas.openxmlformats.org/drawingml/2006/main" xmlns:ns2="http://schemas.microsoft.com/office/drawing/2010/main" xmlns:ns3="http://schemas.microsoft.com/office/powerpoint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75106" name="Text Box 2"/>
          <ns0:cNvSpPr txBox="1">
            <ns1:spLocks noChangeArrowheads="1"/>
          </ns0:cNvSpPr>
          <ns0:nvPr/>
        </ns0:nvSpPr>
        <ns0:spPr bwMode="auto">
          <ns1:xfrm>
            <ns1:off x="2051720" y="1678156"/>
            <ns1:ext cx="5112568" cy="3046988"/>
          </ns1:xfrm>
          <ns1:prstGeom prst="rect">
            <ns1:avLst/>
          </ns1:prstGeom>
          <ns1:noFill/>
          <ns1:ln>
            <ns1:noFill/>
          </ns1:ln>
          <ns1:effectLst>
            <ns1:outerShdw dist="35921" dir="2700000" algn="ctr" rotWithShape="0">
              <ns1:schemeClr val="tx1"/>
            </ns1:outerShdw>
          </ns1:effectLst>
          <ns1:extLst>
            <ns1:ext uri="{909E8E84-426E-40DD-AFC4-6F175D3DCCD1}">
              <ns2:hiddenFill>
                <ns1:solidFill>
                  <ns1:schemeClr val="accent1"/>
                </ns1:solidFill>
              </ns2:hiddenFill>
            </ns1:ext>
            <ns1:ext uri="{91240B29-F687-4F45-9708-019B960494DF}">
              <ns2:hiddenLine w="9525">
                <ns1:solidFill>
                  <ns1:schemeClr val="tx1"/>
                </ns1:solidFill>
                <ns1:miter lim="800000"/>
                <ns1:headEnd/>
                <ns1:tailEnd/>
              </ns2:hiddenLine>
            </ns1:ext>
          </ns1:extLst>
        </ns0:spPr>
        <ns0:txBody>
          <ns1:bodyPr wrap="square">
            <ns1:spAutoFit/>
          </ns1:bodyPr>
          <ns1:lstStyle>
            <ns1:lvl1pPr>
              <ns1:spcBef>
                <ns1:spcPct val="20000"/>
              </ns1:spcBef>
              <ns1:buChar char="•"/>
              <ns1:defRPr kumimoji="1" sz="32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1pPr>
            <ns1:lvl2pPr marL="742950" indent="-285750">
              <ns1:spcBef>
                <ns1:spcPct val="20000"/>
              </ns1:spcBef>
              <ns1:buChar char="–"/>
              <ns1:defRPr kumimoji="1" sz="28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2pPr>
            <ns1:lvl3pPr marL="1143000" indent="-228600">
              <ns1:spcBef>
                <ns1:spcPct val="20000"/>
              </ns1:spcBef>
              <ns1:buChar char="•"/>
              <ns1:defRPr kumimoji="1" sz="24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3pPr>
            <ns1:lvl4pPr marL="1600200" indent="-228600">
              <ns1:spcBef>
                <ns1:spcPct val="20000"/>
              </ns1:spcBef>
              <ns1:buChar char="–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4pPr>
            <ns1:lvl5pPr marL="2057400" indent="-228600">
              <ns1:spcBef>
                <ns1:spcPct val="20000"/>
              </ns1:spcBef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5pPr>
            <ns1:lvl6pPr marL="25146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6pPr>
            <ns1:lvl7pPr marL="29718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7pPr>
            <ns1:lvl8pPr marL="34290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8pPr>
            <ns1:lvl9pPr marL="3886200" indent="-228600" eaLnBrk="0" fontAlgn="base" hangingPunct="0">
              <ns1:spcBef>
                <ns1:spcPct val="20000"/>
              </ns1:spcBef>
              <ns1:spcAft>
                <ns1:spcPct val="0"/>
              </ns1:spcAft>
              <ns1:buChar char="»"/>
              <ns1:defRPr kumimoji="1" sz="2000">
                <ns1:solidFill>
                  <ns1:schemeClr val="tx1"/>
                </ns1:solidFill>
                <ns1:latin typeface="Arial" charset="0"/>
                <ns1:ea typeface="新細明體" charset="-120"/>
              </ns1:defRPr>
            </ns1:lvl9pPr>
          </ns1:lstStyle>
          <ns1:p>
            <ns1:pPr eaLnBrk="1" hangingPunct="1">
              <ns1:spcBef>
                <ns1:spcPct val="0"/>
              </ns1:spcBef>
              <ns1:buFontTx/>
              <ns1:buNone/>
            </ns1:pPr>
            <ns1:r>
              <ns1:rPr lang="zh-TW" altLang="en-US" sz="9600" b="1" dirty="0">
                <ns1:solidFill>
                  <ns1:srgbClr val="FFFFFF"/>
                </ns1:solidFill>
                <ns1:latin typeface="Times New Roman" pitchFamily="18" charset="0"/>
                <ns1:ea typeface="標楷體" pitchFamily="65" charset="-120"/>
              </ns1:rPr>
              <ns1:t/>
            </ns1:r>
            <ns1:r>
              <ns1:rPr lang="zh-TW" altLang="en-US" sz="9600" b="1" dirty="0" smtClean="0">
                <ns1:solidFill>
                  <ns1:srgbClr val="FFFFFF"/>
                </ns1:solidFill>
                <ns1:latin typeface="Times New Roman" pitchFamily="18" charset="0"/>
                <ns1:ea typeface="標楷體" pitchFamily="65" charset="-120"/>
              </ns1:rPr>
              <ns1:t/>
            </ns1:r>
            <ns1:endParaRPr lang="en-US" altLang="zh-TW" sz="9600" b="1" dirty="0" smtClean="0">
              <ns1:solidFill>
                <ns1:srgbClr val="FFFFFF"/>
              </ns1:solidFill>
              <ns1:latin typeface="Times New Roman" pitchFamily="18" charset="0"/>
              <ns1:ea typeface="標楷體" pitchFamily="65" charset="-120"/>
            </ns1:endParaRPr>
          </ns1:p>
          <ns1:p>
            <ns1:pPr eaLnBrk="1" hangingPunct="1">
              <ns1:spcBef>
                <ns1:spcPct val="0"/>
              </ns1:spcBef>
              <ns1:buFontTx/>
              <ns1:buNone/>
            </ns1:pPr>
            <ns1:r>
              <ns1:rPr lang="zh-TW" altLang="en-US" sz="9600" b="1" dirty="0" smtClean="0">
                <ns1:solidFill>
                  <ns1:srgbClr val="FFFFFF"/>
                </ns1:solidFill>
                <ns1:latin typeface="Times New Roman" pitchFamily="18" charset="0"/>
                <ns1:ea typeface="標楷體" pitchFamily="65" charset="-120"/>
              </ns1:rPr>
              <ns1:t/>
            </ns1:r>
            <ns1:endParaRPr lang="en-US" altLang="zh-TW" sz="9600" b="1" dirty="0" smtClean="0">
              <ns1:solidFill>
                <ns1:srgbClr val="FFFFFF"/>
              </ns1:solidFill>
              <ns1:latin typeface="Times New Roman" pitchFamily="18" charset="0"/>
              <ns1:ea typeface="標楷體" pitchFamily="65" charset="-120"/>
            </ns1:endParaRPr>
          </ns1:p>
        </ns0:txBody>
      </ns0:sp>
      <ns0:sp>
        <ns0:nvSpPr>
          <ns0:cNvPr id="3" name="投影片編號版面配置區 2"/>
          <ns0:cNvSpPr>
            <ns1:spLocks noGrp="1"/>
          </ns0:cNvSpPr>
          <ns0:nvPr>
            <ns0:ph type="sldNum" sz="quarter" idx="12"/>
          </ns0:nvPr>
        </ns0:nvSpPr>
        <ns0:spPr/>
        <ns0:txBody>
          <ns1:bodyPr/>
          <ns1:lstStyle/>
          <ns1:p>
            <ns1:pPr>
              <ns1:defRPr/>
            </ns1:pPr>
            <ns1:fld id="{85D58E17-FE53-4FB5-89AD-13A779AFE34A}" type="slidenum">
              <ns1:rPr lang="en-US" altLang="zh-TW" smtClean="0"/>
              <ns1:pPr>
                <ns1:defRPr/>
              </ns1:pPr>
              <ns1:t/>
            </ns1:fld>
            <ns1:endParaRPr lang="en-US" altLang="zh-TW"/>
          </ns1:p>
        </ns0:txBody>
      </ns0:sp>
    </ns0:spTree>
    <ns0:extLst>
      <ns0:ext uri="{BB962C8B-B14F-4D97-AF65-F5344CB8AC3E}">
        <ns3:creationId val="4563570"/>
      </ns0:ext>
    </ns0:extLst>
  </ns0:cSld>
  <ns0:clrMapOvr>
    <ns1:masterClrMapping/>
  </ns0:clrMapOvr>
  <ns0:transition/>
  <ns0:timing>
    <ns0:tnLst>
      <ns0:par>
        <ns0:cTn id="1" dur="indefinite" restart="never" nodeType="tmRoot"/>
      </ns0:par>
    </ns0:tnLst>
  </ns0:timing>
</ns0:sld>
</file>

<file path=ppt/theme/theme1.xml><?xml version="1.0" encoding="utf-8"?>
<a:theme xmlns:a="http://schemas.openxmlformats.org/drawingml/2006/main" name="6_預設簡報設計">
  <a:themeElements>
    <a:clrScheme name="預設簡報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預設簡報設計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76200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>
          <a:outerShdw dist="63500" dir="3187806" algn="ctr" rotWithShape="0">
            <a:schemeClr val="bg2">
              <a:alpha val="50000"/>
            </a:schemeClr>
          </a:outerShdw>
        </a:effectLst>
      </a:spPr>
      <a:bodyPr vert="horz" wrap="square" lIns="36000" tIns="0" rIns="36000" bIns="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76200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  <a:effectLst>
          <a:outerShdw dist="63500" dir="3187806" algn="ctr" rotWithShape="0">
            <a:schemeClr val="bg2">
              <a:alpha val="50000"/>
            </a:schemeClr>
          </a:outerShdw>
        </a:effectLst>
      </a:spPr>
      <a:bodyPr vert="horz" wrap="square" lIns="36000" tIns="0" rIns="36000" bIns="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pitchFamily="18" charset="-120"/>
          </a:defRPr>
        </a:defPPr>
      </a:lstStyle>
    </a:ln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91810</TotalTime>
  <Words>982</Words>
  <Application>Microsoft Office PowerPoint</Application>
  <PresentationFormat>如螢幕大小 (4:3)</PresentationFormat>
  <Paragraphs>201</Paragraphs>
  <Slides>23</Slides>
  <Notes>18</Notes>
  <HiddenSlides>0</HiddenSlides>
  <MMClips>0</MMClips>
  <ScaleCrop>false</ScaleCrop>
  <HeadingPairs>
    <vt:vector size="8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23</vt:i4>
      </vt:variant>
      <vt:variant>
        <vt:lpstr>自訂放映</vt:lpstr>
      </vt:variant>
      <vt:variant>
        <vt:i4>2</vt:i4>
      </vt:variant>
    </vt:vector>
  </HeadingPairs>
  <TitlesOfParts>
    <vt:vector size="32" baseType="lpstr">
      <vt:lpstr>新細明體</vt:lpstr>
      <vt:lpstr>標楷體</vt:lpstr>
      <vt:lpstr>Arial</vt:lpstr>
      <vt:lpstr>Calibri</vt:lpstr>
      <vt:lpstr>Times New Roman</vt:lpstr>
      <vt:lpstr>Wingdings</vt:lpstr>
      <vt:lpstr>6_預設簡報設計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自訂放映 1</vt:lpstr>
      <vt:lpstr>自訂放映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user</dc:creator>
  <cp:lastModifiedBy>員林-國防部軍備局生產製造中心</cp:lastModifiedBy>
  <cp:revision>6053</cp:revision>
  <cp:lastPrinted>2026-01-30T05:59:42Z</cp:lastPrinted>
  <dcterms:created xsi:type="dcterms:W3CDTF">2010-10-18T00:33:31Z</dcterms:created>
  <dcterms:modified xsi:type="dcterms:W3CDTF">2026-03-24T01:28:16Z</dcterms:modified>
</cp:coreProperties>
</file>