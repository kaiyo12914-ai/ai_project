
<file path=[Content_Types].xml><?xml version="1.0" encoding="utf-8"?>
<ns0:Types xmlns:ns0="http://schemas.openxmlformats.org/package/2006/content-types">
  <ns0:Default Extension="fntdata" ContentType="application/x-fontdata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media/image10.svg" ContentType="image/svg+xml"/>
  <ns0:Override PartName="/ppt/media/image2.svg" ContentType="image/svg+xml"/>
  <ns0:Override PartName="/ppt/media/image4.svg" ContentType="image/svg+xml"/>
  <ns0:Override PartName="/ppt/media/image6.svg" ContentType="image/svg+xml"/>
  <ns0:Override PartName="/ppt/media/image8.svg" ContentType="image/svg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7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embedTrueTypeFonts="true">
  <ns0:sldMasterIdLst>
    <ns0:sldMasterId id="2147483648" ns1:id="rId1"/>
  </ns0:sldMasterIdLst>
  <ns0:sldIdLst>
    <ns0:sldId id="256" ns1:id="rId6"/>
    <ns0:sldId id="257" ns1:id="rId7"/>
    <ns0:sldId id="258" ns1:id="rId8"/>
    <ns0:sldId id="259" ns1:id="rId9"/>
    <ns0:sldId id="260" ns1:id="rId10"/>
    <ns0:sldId id="261" ns1:id="rId11"/>
    <ns0:sldId id="262" ns1:id="rId12"/>
    <ns0:sldId id="263" ns1:id="rId13"/>
    <ns0:sldId id="264" ns1:id="rId14"/>
    <ns0:sldId id="265" ns1:id="rId15"/>
    <ns0:sldId id="266" ns1:id="rId16"/>
    <ns0:sldId id="267" ns1:id="rId17"/>
  </ns0:sldIdLst>
  <ns0:sldSz cx="18288000" cy="10287000"/>
  <ns0:notesSz cx="6858000" cy="9144000"/>
  <ns0:embeddedFontLst>
    <ns0:embeddedFont>
      <ns0:font typeface="Libre Baskerville Bold" charset="1" panose="02000000000000000000"/>
      <ns0:regular ns1:id="rId18"/>
    </ns0:embeddedFont>
    <ns0:embeddedFont>
      <ns0:font typeface="EB Garamond" charset="1" panose="00000000000000000000"/>
      <ns0:regular ns1:id="rId19"/>
    </ns0:embeddedFont>
  </ns0:embeddedFontLst>
  <ns0:defaultTextStyle>
    <ns2:defPPr>
      <ns2:defRPr lang="en-US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esProps" Target="presProps.xml" /><ns0:Relationship Id="rId3" Type="http://schemas.openxmlformats.org/officeDocument/2006/relationships/viewProps" Target="viewProps.xml" /><ns0:Relationship Id="rId4" Type="http://schemas.openxmlformats.org/officeDocument/2006/relationships/theme" Target="theme/theme1.xml" /><ns0:Relationship Id="rId5" Type="http://schemas.openxmlformats.org/officeDocument/2006/relationships/tableStyles" Target="tableStyles.xml" /><ns0:Relationship Id="rId6" Type="http://schemas.openxmlformats.org/officeDocument/2006/relationships/slide" Target="slides/slide1.xml" /><ns0:Relationship Id="rId7" Type="http://schemas.openxmlformats.org/officeDocument/2006/relationships/slide" Target="slides/slide2.xml" /><ns0:Relationship Id="rId8" Type="http://schemas.openxmlformats.org/officeDocument/2006/relationships/slide" Target="slides/slide3.xml" /><ns0:Relationship Id="rId9" Type="http://schemas.openxmlformats.org/officeDocument/2006/relationships/slide" Target="slides/slide4.xml" /><ns0:Relationship Id="rId10" Type="http://schemas.openxmlformats.org/officeDocument/2006/relationships/slide" Target="slides/slide5.xml" /><ns0:Relationship Id="rId11" Type="http://schemas.openxmlformats.org/officeDocument/2006/relationships/slide" Target="slides/slide6.xml" /><ns0:Relationship Id="rId12" Type="http://schemas.openxmlformats.org/officeDocument/2006/relationships/slide" Target="slides/slide7.xml" /><ns0:Relationship Id="rId13" Type="http://schemas.openxmlformats.org/officeDocument/2006/relationships/slide" Target="slides/slide8.xml" /><ns0:Relationship Id="rId14" Type="http://schemas.openxmlformats.org/officeDocument/2006/relationships/slide" Target="slides/slide9.xml" /><ns0:Relationship Id="rId15" Type="http://schemas.openxmlformats.org/officeDocument/2006/relationships/slide" Target="slides/slide10.xml" /><ns0:Relationship Id="rId16" Type="http://schemas.openxmlformats.org/officeDocument/2006/relationships/slide" Target="slides/slide11.xml" /><ns0:Relationship Id="rId17" Type="http://schemas.openxmlformats.org/officeDocument/2006/relationships/slide" Target="slides/slide12.xml" /><ns0:Relationship Id="rId18" Type="http://schemas.openxmlformats.org/officeDocument/2006/relationships/font" Target="fonts/font18.fntdata" /><ns0:Relationship Id="rId19" Type="http://schemas.openxmlformats.org/officeDocument/2006/relationships/font" Target="fonts/font19.fntdata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svg" /><ns0:Relationship Id="rId4" Type="http://schemas.openxmlformats.org/officeDocument/2006/relationships/image" Target="../media/image1.png" /><ns0:Relationship Id="rId5" Type="http://schemas.openxmlformats.org/officeDocument/2006/relationships/image" Target="../media/image2.svg" /><ns0:Relationship Id="rId6" Type="http://schemas.openxmlformats.org/officeDocument/2006/relationships/image" Target="../media/image1.png" /><ns0:Relationship Id="rId7" Type="http://schemas.openxmlformats.org/officeDocument/2006/relationships/image" Target="../media/image2.svg" /><ns0:Relationship Id="rId8" Type="http://schemas.openxmlformats.org/officeDocument/2006/relationships/image" Target="../media/image1.png" /><ns0:Relationship Id="rId9" Type="http://schemas.openxmlformats.org/officeDocument/2006/relationships/image" Target="../media/image2.svg" /><ns0:Relationship Id="rId10" Type="http://schemas.openxmlformats.org/officeDocument/2006/relationships/image" Target="../media/image3.png" /><ns0:Relationship Id="rId11" Type="http://schemas.openxmlformats.org/officeDocument/2006/relationships/image" Target="../media/image4.svg" /><ns0:Relationship Id="rId12" Type="http://schemas.openxmlformats.org/officeDocument/2006/relationships/image" Target="../media/image5.png" /><ns0:Relationship Id="rId13" Type="http://schemas.openxmlformats.org/officeDocument/2006/relationships/image" Target="../media/image6.svg" /><ns0:Relationship Id="rId14" Type="http://schemas.openxmlformats.org/officeDocument/2006/relationships/image" Target="../media/image5.png" /><ns0:Relationship Id="rId15" Type="http://schemas.openxmlformats.org/officeDocument/2006/relationships/image" Target="../media/image6.svg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svg" /><ns0:Relationship Id="rId4" Type="http://schemas.openxmlformats.org/officeDocument/2006/relationships/image" Target="../media/image1.png" /><ns0:Relationship Id="rId5" Type="http://schemas.openxmlformats.org/officeDocument/2006/relationships/image" Target="../media/image2.svg" /><ns0:Relationship Id="rId6" Type="http://schemas.openxmlformats.org/officeDocument/2006/relationships/image" Target="../media/image1.png" /><ns0:Relationship Id="rId7" Type="http://schemas.openxmlformats.org/officeDocument/2006/relationships/image" Target="../media/image2.svg" /><ns0:Relationship Id="rId8" Type="http://schemas.openxmlformats.org/officeDocument/2006/relationships/image" Target="../media/image1.png" /><ns0:Relationship Id="rId9" Type="http://schemas.openxmlformats.org/officeDocument/2006/relationships/image" Target="../media/image2.svg" /><ns0:Relationship Id="rId10" Type="http://schemas.openxmlformats.org/officeDocument/2006/relationships/image" Target="../media/image5.png" /><ns0:Relationship Id="rId11" Type="http://schemas.openxmlformats.org/officeDocument/2006/relationships/image" Target="../media/image6.svg" /><ns0:Relationship Id="rId12" Type="http://schemas.openxmlformats.org/officeDocument/2006/relationships/image" Target="../media/image5.png" /><ns0:Relationship Id="rId13" Type="http://schemas.openxmlformats.org/officeDocument/2006/relationships/image" Target="../media/image6.svg" /><ns0:Relationship Id="rId14" Type="http://schemas.openxmlformats.org/officeDocument/2006/relationships/image" Target="../media/image7.png" /><ns0:Relationship Id="rId15" Type="http://schemas.openxmlformats.org/officeDocument/2006/relationships/image" Target="../media/image8.svg" /></ns0:Relationships>
</file>

<file path=ppt/slideLayouts/_rels/slideLayout1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svg" /><ns0:Relationship Id="rId4" Type="http://schemas.openxmlformats.org/officeDocument/2006/relationships/image" Target="../media/image1.png" /><ns0:Relationship Id="rId5" Type="http://schemas.openxmlformats.org/officeDocument/2006/relationships/image" Target="../media/image2.svg" /><ns0:Relationship Id="rId6" Type="http://schemas.openxmlformats.org/officeDocument/2006/relationships/image" Target="../media/image1.png" /><ns0:Relationship Id="rId7" Type="http://schemas.openxmlformats.org/officeDocument/2006/relationships/image" Target="../media/image2.svg" /><ns0:Relationship Id="rId8" Type="http://schemas.openxmlformats.org/officeDocument/2006/relationships/image" Target="../media/image1.png" /><ns0:Relationship Id="rId9" Type="http://schemas.openxmlformats.org/officeDocument/2006/relationships/image" Target="../media/image2.svg" /><ns0:Relationship Id="rId10" Type="http://schemas.openxmlformats.org/officeDocument/2006/relationships/image" Target="../media/image5.png" /><ns0:Relationship Id="rId11" Type="http://schemas.openxmlformats.org/officeDocument/2006/relationships/image" Target="../media/image6.svg" /><ns0:Relationship Id="rId12" Type="http://schemas.openxmlformats.org/officeDocument/2006/relationships/image" Target="../media/image5.png" /><ns0:Relationship Id="rId13" Type="http://schemas.openxmlformats.org/officeDocument/2006/relationships/image" Target="../media/image6.svg" /><ns0:Relationship Id="rId14" Type="http://schemas.openxmlformats.org/officeDocument/2006/relationships/image" Target="../media/image7.png" /><ns0:Relationship Id="rId15" Type="http://schemas.openxmlformats.org/officeDocument/2006/relationships/image" Target="../media/image8.svg" /></ns0:Relationships>
</file>

<file path=ppt/slideLayouts/_rels/slideLayout1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svg" /><ns0:Relationship Id="rId4" Type="http://schemas.openxmlformats.org/officeDocument/2006/relationships/image" Target="../media/image1.png" /><ns0:Relationship Id="rId5" Type="http://schemas.openxmlformats.org/officeDocument/2006/relationships/image" Target="../media/image2.svg" /><ns0:Relationship Id="rId6" Type="http://schemas.openxmlformats.org/officeDocument/2006/relationships/image" Target="../media/image1.png" /><ns0:Relationship Id="rId7" Type="http://schemas.openxmlformats.org/officeDocument/2006/relationships/image" Target="../media/image2.svg" /><ns0:Relationship Id="rId8" Type="http://schemas.openxmlformats.org/officeDocument/2006/relationships/image" Target="../media/image1.png" /><ns0:Relationship Id="rId9" Type="http://schemas.openxmlformats.org/officeDocument/2006/relationships/image" Target="../media/image2.svg" /><ns0:Relationship Id="rId10" Type="http://schemas.openxmlformats.org/officeDocument/2006/relationships/image" Target="../media/image5.png" /><ns0:Relationship Id="rId11" Type="http://schemas.openxmlformats.org/officeDocument/2006/relationships/image" Target="../media/image6.svg" /><ns0:Relationship Id="rId12" Type="http://schemas.openxmlformats.org/officeDocument/2006/relationships/image" Target="../media/image5.png" /><ns0:Relationship Id="rId13" Type="http://schemas.openxmlformats.org/officeDocument/2006/relationships/image" Target="../media/image6.svg" /><ns0:Relationship Id="rId14" Type="http://schemas.openxmlformats.org/officeDocument/2006/relationships/image" Target="../media/image9.png" /><ns0:Relationship Id="rId15" Type="http://schemas.openxmlformats.org/officeDocument/2006/relationships/image" Target="../media/image10.svg" /></ns0:Relationships>
</file>

<file path=ppt/slideLayouts/_rels/slideLayout1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svg" /><ns0:Relationship Id="rId4" Type="http://schemas.openxmlformats.org/officeDocument/2006/relationships/image" Target="../media/image1.png" /><ns0:Relationship Id="rId5" Type="http://schemas.openxmlformats.org/officeDocument/2006/relationships/image" Target="../media/image2.svg" /><ns0:Relationship Id="rId6" Type="http://schemas.openxmlformats.org/officeDocument/2006/relationships/image" Target="../media/image1.png" /><ns0:Relationship Id="rId7" Type="http://schemas.openxmlformats.org/officeDocument/2006/relationships/image" Target="../media/image2.svg" /><ns0:Relationship Id="rId8" Type="http://schemas.openxmlformats.org/officeDocument/2006/relationships/image" Target="../media/image1.png" /><ns0:Relationship Id="rId9" Type="http://schemas.openxmlformats.org/officeDocument/2006/relationships/image" Target="../media/image2.svg" /><ns0:Relationship Id="rId10" Type="http://schemas.openxmlformats.org/officeDocument/2006/relationships/image" Target="../media/image5.png" /><ns0:Relationship Id="rId11" Type="http://schemas.openxmlformats.org/officeDocument/2006/relationships/image" Target="../media/image6.svg" /><ns0:Relationship Id="rId12" Type="http://schemas.openxmlformats.org/officeDocument/2006/relationships/image" Target="../media/image5.png" /><ns0:Relationship Id="rId13" Type="http://schemas.openxmlformats.org/officeDocument/2006/relationships/image" Target="../media/image6.svg" /><ns0:Relationship Id="rId14" Type="http://schemas.openxmlformats.org/officeDocument/2006/relationships/image" Target="../media/image7.png" /><ns0:Relationship Id="rId15" Type="http://schemas.openxmlformats.org/officeDocument/2006/relationships/image" Target="../media/image8.svg" /></ns0:Relationships>
</file>

<file path=ppt/slideLayouts/_rels/slideLayout1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svg" /><ns0:Relationship Id="rId4" Type="http://schemas.openxmlformats.org/officeDocument/2006/relationships/image" Target="../media/image1.png" /><ns0:Relationship Id="rId5" Type="http://schemas.openxmlformats.org/officeDocument/2006/relationships/image" Target="../media/image2.svg" /><ns0:Relationship Id="rId6" Type="http://schemas.openxmlformats.org/officeDocument/2006/relationships/image" Target="../media/image1.png" /><ns0:Relationship Id="rId7" Type="http://schemas.openxmlformats.org/officeDocument/2006/relationships/image" Target="../media/image2.svg" /><ns0:Relationship Id="rId8" Type="http://schemas.openxmlformats.org/officeDocument/2006/relationships/image" Target="../media/image1.png" /><ns0:Relationship Id="rId9" Type="http://schemas.openxmlformats.org/officeDocument/2006/relationships/image" Target="../media/image2.svg" /><ns0:Relationship Id="rId10" Type="http://schemas.openxmlformats.org/officeDocument/2006/relationships/image" Target="../media/image5.png" /><ns0:Relationship Id="rId11" Type="http://schemas.openxmlformats.org/officeDocument/2006/relationships/image" Target="../media/image6.svg" /><ns0:Relationship Id="rId12" Type="http://schemas.openxmlformats.org/officeDocument/2006/relationships/image" Target="../media/image5.png" /><ns0:Relationship Id="rId13" Type="http://schemas.openxmlformats.org/officeDocument/2006/relationships/image" Target="../media/image6.svg" /><ns0:Relationship Id="rId14" Type="http://schemas.openxmlformats.org/officeDocument/2006/relationships/image" Target="../media/image7.png" /><ns0:Relationship Id="rId15" Type="http://schemas.openxmlformats.org/officeDocument/2006/relationships/image" Target="../media/image8.svg" /></ns0:Relationships>
</file>

<file path=ppt/slideLayouts/_rels/slideLayout1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svg" /><ns0:Relationship Id="rId4" Type="http://schemas.openxmlformats.org/officeDocument/2006/relationships/image" Target="../media/image1.png" /><ns0:Relationship Id="rId5" Type="http://schemas.openxmlformats.org/officeDocument/2006/relationships/image" Target="../media/image2.svg" /><ns0:Relationship Id="rId6" Type="http://schemas.openxmlformats.org/officeDocument/2006/relationships/image" Target="../media/image1.png" /><ns0:Relationship Id="rId7" Type="http://schemas.openxmlformats.org/officeDocument/2006/relationships/image" Target="../media/image2.svg" /><ns0:Relationship Id="rId8" Type="http://schemas.openxmlformats.org/officeDocument/2006/relationships/image" Target="../media/image1.png" /><ns0:Relationship Id="rId9" Type="http://schemas.openxmlformats.org/officeDocument/2006/relationships/image" Target="../media/image2.svg" /><ns0:Relationship Id="rId10" Type="http://schemas.openxmlformats.org/officeDocument/2006/relationships/image" Target="../media/image5.png" /><ns0:Relationship Id="rId11" Type="http://schemas.openxmlformats.org/officeDocument/2006/relationships/image" Target="../media/image6.svg" /><ns0:Relationship Id="rId12" Type="http://schemas.openxmlformats.org/officeDocument/2006/relationships/image" Target="../media/image5.png" /><ns0:Relationship Id="rId13" Type="http://schemas.openxmlformats.org/officeDocument/2006/relationships/image" Target="../media/image6.svg" /><ns0:Relationship Id="rId14" Type="http://schemas.openxmlformats.org/officeDocument/2006/relationships/image" Target="../media/image7.png" /><ns0:Relationship Id="rId15" Type="http://schemas.openxmlformats.org/officeDocument/2006/relationships/image" Target="../media/image8.svg" /></ns0:Relationships>
</file>

<file path=ppt/slideLayouts/_rels/slideLayout1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svg" /><ns0:Relationship Id="rId4" Type="http://schemas.openxmlformats.org/officeDocument/2006/relationships/image" Target="../media/image1.png" /><ns0:Relationship Id="rId5" Type="http://schemas.openxmlformats.org/officeDocument/2006/relationships/image" Target="../media/image2.svg" /><ns0:Relationship Id="rId6" Type="http://schemas.openxmlformats.org/officeDocument/2006/relationships/image" Target="../media/image1.png" /><ns0:Relationship Id="rId7" Type="http://schemas.openxmlformats.org/officeDocument/2006/relationships/image" Target="../media/image2.svg" /><ns0:Relationship Id="rId8" Type="http://schemas.openxmlformats.org/officeDocument/2006/relationships/image" Target="../media/image1.png" /><ns0:Relationship Id="rId9" Type="http://schemas.openxmlformats.org/officeDocument/2006/relationships/image" Target="../media/image2.svg" /><ns0:Relationship Id="rId10" Type="http://schemas.openxmlformats.org/officeDocument/2006/relationships/image" Target="../media/image5.png" /><ns0:Relationship Id="rId11" Type="http://schemas.openxmlformats.org/officeDocument/2006/relationships/image" Target="../media/image6.svg" /><ns0:Relationship Id="rId12" Type="http://schemas.openxmlformats.org/officeDocument/2006/relationships/image" Target="../media/image5.png" /><ns0:Relationship Id="rId13" Type="http://schemas.openxmlformats.org/officeDocument/2006/relationships/image" Target="../media/image6.svg" /><ns0:Relationship Id="rId14" Type="http://schemas.openxmlformats.org/officeDocument/2006/relationships/image" Target="../media/image7.png" /><ns0:Relationship Id="rId15" Type="http://schemas.openxmlformats.org/officeDocument/2006/relationships/image" Target="../media/image8.svg" /></ns0:Relationships>
</file>

<file path=ppt/slideLayouts/_rels/slideLayout1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svg" /><ns0:Relationship Id="rId4" Type="http://schemas.openxmlformats.org/officeDocument/2006/relationships/image" Target="../media/image1.png" /><ns0:Relationship Id="rId5" Type="http://schemas.openxmlformats.org/officeDocument/2006/relationships/image" Target="../media/image2.svg" /><ns0:Relationship Id="rId6" Type="http://schemas.openxmlformats.org/officeDocument/2006/relationships/image" Target="../media/image1.png" /><ns0:Relationship Id="rId7" Type="http://schemas.openxmlformats.org/officeDocument/2006/relationships/image" Target="../media/image2.svg" /><ns0:Relationship Id="rId8" Type="http://schemas.openxmlformats.org/officeDocument/2006/relationships/image" Target="../media/image1.png" /><ns0:Relationship Id="rId9" Type="http://schemas.openxmlformats.org/officeDocument/2006/relationships/image" Target="../media/image2.svg" /><ns0:Relationship Id="rId10" Type="http://schemas.openxmlformats.org/officeDocument/2006/relationships/image" Target="../media/image5.png" /><ns0:Relationship Id="rId11" Type="http://schemas.openxmlformats.org/officeDocument/2006/relationships/image" Target="../media/image6.svg" /><ns0:Relationship Id="rId12" Type="http://schemas.openxmlformats.org/officeDocument/2006/relationships/image" Target="../media/image5.png" /><ns0:Relationship Id="rId13" Type="http://schemas.openxmlformats.org/officeDocument/2006/relationships/image" Target="../media/image6.svg" /><ns0:Relationship Id="rId14" Type="http://schemas.openxmlformats.org/officeDocument/2006/relationships/image" Target="../media/image9.png" /><ns0:Relationship Id="rId15" Type="http://schemas.openxmlformats.org/officeDocument/2006/relationships/image" Target="../media/image10.svg" /><ns0:Relationship Id="rId16" Type="http://schemas.openxmlformats.org/officeDocument/2006/relationships/image" Target="../media/image11.png" /></ns0:Relationships>
</file>

<file path=ppt/slideLayouts/_rels/slideLayout2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svg" /><ns0:Relationship Id="rId4" Type="http://schemas.openxmlformats.org/officeDocument/2006/relationships/image" Target="../media/image1.png" /><ns0:Relationship Id="rId5" Type="http://schemas.openxmlformats.org/officeDocument/2006/relationships/image" Target="../media/image2.svg" /><ns0:Relationship Id="rId6" Type="http://schemas.openxmlformats.org/officeDocument/2006/relationships/image" Target="../media/image1.png" /><ns0:Relationship Id="rId7" Type="http://schemas.openxmlformats.org/officeDocument/2006/relationships/image" Target="../media/image2.svg" /><ns0:Relationship Id="rId8" Type="http://schemas.openxmlformats.org/officeDocument/2006/relationships/image" Target="../media/image1.png" /><ns0:Relationship Id="rId9" Type="http://schemas.openxmlformats.org/officeDocument/2006/relationships/image" Target="../media/image2.svg" /><ns0:Relationship Id="rId10" Type="http://schemas.openxmlformats.org/officeDocument/2006/relationships/image" Target="../media/image5.png" /><ns0:Relationship Id="rId11" Type="http://schemas.openxmlformats.org/officeDocument/2006/relationships/image" Target="../media/image6.svg" /><ns0:Relationship Id="rId12" Type="http://schemas.openxmlformats.org/officeDocument/2006/relationships/image" Target="../media/image5.png" /><ns0:Relationship Id="rId13" Type="http://schemas.openxmlformats.org/officeDocument/2006/relationships/image" Target="../media/image6.svg" /><ns0:Relationship Id="rId14" Type="http://schemas.openxmlformats.org/officeDocument/2006/relationships/image" Target="../media/image7.png" /><ns0:Relationship Id="rId15" Type="http://schemas.openxmlformats.org/officeDocument/2006/relationships/image" Target="../media/image8.svg" /><ns0:Relationship Id="rId16" Type="http://schemas.openxmlformats.org/officeDocument/2006/relationships/image" Target="../media/image12.png" /></ns0:Relationships>
</file>

<file path=ppt/slideLayouts/_rels/slideLayout2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svg" /><ns0:Relationship Id="rId4" Type="http://schemas.openxmlformats.org/officeDocument/2006/relationships/image" Target="../media/image1.png" /><ns0:Relationship Id="rId5" Type="http://schemas.openxmlformats.org/officeDocument/2006/relationships/image" Target="../media/image2.svg" /><ns0:Relationship Id="rId6" Type="http://schemas.openxmlformats.org/officeDocument/2006/relationships/image" Target="../media/image1.png" /><ns0:Relationship Id="rId7" Type="http://schemas.openxmlformats.org/officeDocument/2006/relationships/image" Target="../media/image2.svg" /><ns0:Relationship Id="rId8" Type="http://schemas.openxmlformats.org/officeDocument/2006/relationships/image" Target="../media/image1.png" /><ns0:Relationship Id="rId9" Type="http://schemas.openxmlformats.org/officeDocument/2006/relationships/image" Target="../media/image2.svg" /><ns0:Relationship Id="rId10" Type="http://schemas.openxmlformats.org/officeDocument/2006/relationships/image" Target="../media/image5.png" /><ns0:Relationship Id="rId11" Type="http://schemas.openxmlformats.org/officeDocument/2006/relationships/image" Target="../media/image6.svg" /><ns0:Relationship Id="rId12" Type="http://schemas.openxmlformats.org/officeDocument/2006/relationships/image" Target="../media/image5.png" /><ns0:Relationship Id="rId13" Type="http://schemas.openxmlformats.org/officeDocument/2006/relationships/image" Target="../media/image6.svg" /><ns0:Relationship Id="rId14" Type="http://schemas.openxmlformats.org/officeDocument/2006/relationships/image" Target="../media/image7.png" /><ns0:Relationship Id="rId15" Type="http://schemas.openxmlformats.org/officeDocument/2006/relationships/image" Target="../media/image8.svg" /></ns0:Relationships>
</file>

<file path=ppt/slideLayouts/_rels/slideLayout2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svg" /><ns0:Relationship Id="rId4" Type="http://schemas.openxmlformats.org/officeDocument/2006/relationships/image" Target="../media/image1.png" /><ns0:Relationship Id="rId5" Type="http://schemas.openxmlformats.org/officeDocument/2006/relationships/image" Target="../media/image2.svg" /><ns0:Relationship Id="rId6" Type="http://schemas.openxmlformats.org/officeDocument/2006/relationships/image" Target="../media/image1.png" /><ns0:Relationship Id="rId7" Type="http://schemas.openxmlformats.org/officeDocument/2006/relationships/image" Target="../media/image2.svg" /><ns0:Relationship Id="rId8" Type="http://schemas.openxmlformats.org/officeDocument/2006/relationships/image" Target="../media/image1.png" /><ns0:Relationship Id="rId9" Type="http://schemas.openxmlformats.org/officeDocument/2006/relationships/image" Target="../media/image2.svg" /><ns0:Relationship Id="rId10" Type="http://schemas.openxmlformats.org/officeDocument/2006/relationships/image" Target="../media/image5.png" /><ns0:Relationship Id="rId11" Type="http://schemas.openxmlformats.org/officeDocument/2006/relationships/image" Target="../media/image6.svg" /><ns0:Relationship Id="rId12" Type="http://schemas.openxmlformats.org/officeDocument/2006/relationships/image" Target="../media/image5.png" /><ns0:Relationship Id="rId13" Type="http://schemas.openxmlformats.org/officeDocument/2006/relationships/image" Target="../media/image6.svg" /><ns0:Relationship Id="rId14" Type="http://schemas.openxmlformats.org/officeDocument/2006/relationships/image" Target="../media/image3.png" /><ns0:Relationship Id="rId15" Type="http://schemas.openxmlformats.org/officeDocument/2006/relationships/image" Target="../media/image4.svg" /></ns0:Relationships>
</file>

<file path=ppt/slideLayouts/slideLayout7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14" id="14"/>
          <ns0:cNvSpPr/>
          <ns0:nvPr/>
        </ns0:nvSpPr>
        <ns0:spPr>
          <ns1:xfrm flipH="false" flipV="false" rot="0">
            <ns1:off x="-165900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0"/>
                </ns1:moveTo>
                <ns1:lnTo>
                  <ns1:pt x="4129818" y="0"/>
                </ns1:lnTo>
                <ns1:lnTo>
                  <ns1:pt x="4129818" y="4114800"/>
                </ns1:lnTo>
                <ns1:lnTo>
                  <ns1:pt x="0" y="41148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5" id="15"/>
          <ns0:cNvSpPr/>
          <ns0:nvPr/>
        </ns0:nvSpPr>
        <ns0:spPr>
          <ns1:xfrm flipH="true" flipV="true" rot="0">
            <ns1:off x="14324082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4114800"/>
                </ns1:moveTo>
                <ns1:lnTo>
                  <ns1:pt x="0" y="4114800"/>
                </ns1:lnTo>
                <ns1:lnTo>
                  <ns1:pt x="0" y="0"/>
                </ns1:lnTo>
                <ns1:lnTo>
                  <ns1:pt x="4129818" y="0"/>
                </ns1:lnTo>
                <ns1:lnTo>
                  <ns1:pt x="4129818" y="411480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6" id="16"/>
          <ns0:cNvSpPr/>
          <ns0:nvPr/>
        </ns0:nvSpPr>
        <ns0:spPr>
          <ns1:xfrm flipH="true" flipV="false" rot="0">
            <ns1:off x="14324082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0"/>
                </ns1:moveTo>
                <ns1:lnTo>
                  <ns1:pt x="0" y="0"/>
                </ns1:lnTo>
                <ns1:lnTo>
                  <ns1:pt x="0" y="4114800"/>
                </ns1:lnTo>
                <ns1:lnTo>
                  <ns1:pt x="4129818" y="4114800"/>
                </ns1:lnTo>
                <ns1:lnTo>
                  <ns1:pt x="4129818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7" id="17"/>
          <ns0:cNvSpPr/>
          <ns0:nvPr/>
        </ns0:nvSpPr>
        <ns0:spPr>
          <ns1:xfrm flipH="false" flipV="true" rot="0">
            <ns1:off x="-165900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4114800"/>
                </ns1:moveTo>
                <ns1:lnTo>
                  <ns1:pt x="4129818" y="4114800"/>
                </ns1:lnTo>
                <ns1:lnTo>
                  <ns1:pt x="4129818" y="0"/>
                </ns1:lnTo>
                <ns1:lnTo>
                  <ns1:pt x="0" y="0"/>
                </ns1:lnTo>
                <ns1:lnTo>
                  <ns1:pt x="0" y="411480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8" id="18"/>
          <ns0:cNvSpPr/>
          <ns0:nvPr/>
        </ns0:nvSpPr>
        <ns0:spPr>
          <ns1:xfrm flipH="false" flipV="false" rot="0">
            <ns1:off x="5486400" y="6201240"/>
            <ns1:ext cx="7315200" cy="636252"/>
          </ns1:xfrm>
          <ns1:custGeom>
            <ns1:avLst/>
            <ns1:gdLst/>
            <ns1:ahLst/>
            <ns1:cxnLst/>
            <ns1:rect r="r" b="b" t="t" l="l"/>
            <ns1:pathLst>
              <ns1:path h="636252" w="7315200">
                <ns1:moveTo>
                  <ns1:pt x="0" y="0"/>
                </ns1:moveTo>
                <ns1:lnTo>
                  <ns1:pt x="7315200" y="0"/>
                </ns1:lnTo>
                <ns1:lnTo>
                  <ns1:pt x="7315200" y="636253"/>
                </ns1:lnTo>
                <ns1:lnTo>
                  <ns1:pt x="0" y="636253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9" id="19"/>
          <ns0:cNvSpPr/>
          <ns0:nvPr/>
        </ns0:nvSpPr>
        <ns0:spPr>
          <ns1:xfrm flipH="false" flipV="false" rot="0">
            <ns1:off x="8191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0" id="20"/>
          <ns0:cNvSpPr/>
          <ns0:nvPr/>
        </ns0:nvSpPr>
        <ns0:spPr>
          <ns1:xfrm flipH="false" flipV="false" rot="0">
            <ns1:off x="170497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TextBox 21" id="21"/>
          <ns0:cNvSpPr txBox="true"/>
          <ns0:nvPr/>
        </ns0:nvSpPr>
        <ns0:spPr>
          <ns1:xfrm rot="0">
            <ns1:off x="2885334" y="3576956"/>
            <ns1:ext cx="12517331" cy="156661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12880"/>
              </ns1:lnSpc>
            </ns1:pPr>
            <ns1:r>
              <ns1:rPr lang="en-US" b="true" sz="9200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5486400" y="5048250"/>
            <ns1:ext cx="7315200" cy="82098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6719"/>
              </ns1:lnSpc>
            </ns1:pPr>
            <ns1:r>
              <ns1:rPr lang="en-US" sz="4800">
                <ns1:solidFill>
                  <ns1:srgbClr val="4A597C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2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14" id="14"/>
          <ns0:cNvSpPr/>
          <ns0:nvPr/>
        </ns0:nvSpPr>
        <ns0:spPr>
          <ns1:xfrm flipH="false" flipV="false" rot="0">
            <ns1:off x="-165900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0"/>
                </ns1:moveTo>
                <ns1:lnTo>
                  <ns1:pt x="4129818" y="0"/>
                </ns1:lnTo>
                <ns1:lnTo>
                  <ns1:pt x="4129818" y="4114800"/>
                </ns1:lnTo>
                <ns1:lnTo>
                  <ns1:pt x="0" y="41148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5" id="15"/>
          <ns0:cNvSpPr/>
          <ns0:nvPr/>
        </ns0:nvSpPr>
        <ns0:spPr>
          <ns1:xfrm flipH="true" flipV="true" rot="0">
            <ns1:off x="14324082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4114800"/>
                </ns1:moveTo>
                <ns1:lnTo>
                  <ns1:pt x="0" y="4114800"/>
                </ns1:lnTo>
                <ns1:lnTo>
                  <ns1:pt x="0" y="0"/>
                </ns1:lnTo>
                <ns1:lnTo>
                  <ns1:pt x="4129818" y="0"/>
                </ns1:lnTo>
                <ns1:lnTo>
                  <ns1:pt x="4129818" y="411480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6" id="16"/>
          <ns0:cNvSpPr/>
          <ns0:nvPr/>
        </ns0:nvSpPr>
        <ns0:spPr>
          <ns1:xfrm flipH="true" flipV="false" rot="0">
            <ns1:off x="14324082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0"/>
                </ns1:moveTo>
                <ns1:lnTo>
                  <ns1:pt x="0" y="0"/>
                </ns1:lnTo>
                <ns1:lnTo>
                  <ns1:pt x="0" y="4114800"/>
                </ns1:lnTo>
                <ns1:lnTo>
                  <ns1:pt x="4129818" y="4114800"/>
                </ns1:lnTo>
                <ns1:lnTo>
                  <ns1:pt x="4129818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7" id="17"/>
          <ns0:cNvSpPr/>
          <ns0:nvPr/>
        </ns0:nvSpPr>
        <ns0:spPr>
          <ns1:xfrm flipH="false" flipV="true" rot="0">
            <ns1:off x="-165900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4114800"/>
                </ns1:moveTo>
                <ns1:lnTo>
                  <ns1:pt x="4129818" y="4114800"/>
                </ns1:lnTo>
                <ns1:lnTo>
                  <ns1:pt x="4129818" y="0"/>
                </ns1:lnTo>
                <ns1:lnTo>
                  <ns1:pt x="0" y="0"/>
                </ns1:lnTo>
                <ns1:lnTo>
                  <ns1:pt x="0" y="411480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8" id="18"/>
          <ns0:cNvSpPr/>
          <ns0:nvPr/>
        </ns0:nvSpPr>
        <ns0:spPr>
          <ns1:xfrm flipH="false" flipV="false" rot="0">
            <ns1:off x="8191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9" id="19"/>
          <ns0:cNvSpPr/>
          <ns0:nvPr/>
        </ns0:nvSpPr>
        <ns0:spPr>
          <ns1:xfrm flipH="false" flipV="false" rot="0">
            <ns1:off x="170497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0" id="20"/>
          <ns0:cNvSpPr/>
          <ns0:nvPr/>
        </ns0:nvSpPr>
        <ns0:spPr>
          <ns1:xfrm flipH="false" flipV="false" rot="0">
            <ns1:off x="5486400" y="2771862"/>
            <ns1:ext cx="7315200" cy="159604"/>
          </ns1:xfrm>
          <ns1:custGeom>
            <ns1:avLst/>
            <ns1:gdLst/>
            <ns1:ahLst/>
            <ns1:cxnLst/>
            <ns1:rect r="r" b="b" t="t" l="l"/>
            <ns1:pathLst>
              <ns1:path h="159604" w="7315200">
                <ns1:moveTo>
                  <ns1:pt x="0" y="0"/>
                </ns1:moveTo>
                <ns1:lnTo>
                  <ns1:pt x="7315200" y="0"/>
                </ns1:lnTo>
                <ns1:lnTo>
                  <ns1:pt x="7315200" y="159604"/>
                </ns1:lnTo>
                <ns1:lnTo>
                  <ns1:pt x="0" y="15960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TextBox 21" id="21"/>
          <ns0:cNvSpPr txBox="true"/>
          <ns0:nvPr/>
        </ns0:nvSpPr>
        <ns0:spPr>
          <ns1:xfrm rot="0">
            <ns1:off x="6152527" y="1686721"/>
            <ns1:ext cx="5982947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6126093" y="3418158"/>
            <ns1:ext cx="6035814" cy="506782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5759"/>
              </ns1:lnSpc>
            </ns1:pPr>
            <ns1:r>
              <ns1:rPr lang="en-US" sz="48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ctr">
              <ns1:lnSpc>
                <ns1:spcPts val="5759"/>
              </ns1:lnSpc>
            </ns1:pPr>
            <ns1:r>
              <ns1:rPr lang="en-US" sz="48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ctr">
              <ns1:lnSpc>
                <ns1:spcPts val="5759"/>
              </ns1:lnSpc>
            </ns1:pPr>
            <ns1:r>
              <ns1:rPr lang="en-US" sz="48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ctr">
              <ns1:lnSpc>
                <ns1:spcPts val="5759"/>
              </ns1:lnSpc>
            </ns1:pPr>
            <ns1:r>
              <ns1:rPr lang="en-US" sz="48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ctr">
              <ns1:lnSpc>
                <ns1:spcPts val="5759"/>
              </ns1:lnSpc>
            </ns1:pPr>
            <ns1:r>
              <ns1:rPr lang="en-US" sz="48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ctr">
              <ns1:lnSpc>
                <ns1:spcPts val="5759"/>
              </ns1:lnSpc>
            </ns1:pPr>
            <ns1:r>
              <ns1:rPr lang="en-US" sz="48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ctr">
              <ns1:lnSpc>
                <ns1:spcPts val="5759"/>
              </ns1:lnSpc>
            </ns1:pPr>
            <ns1:r>
              <ns1:rPr lang="en-US" sz="48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</ns0:spTree>
  </ns0:cSld>
  <ns0:clrMapOvr>
    <ns1:masterClrMapping/>
  </ns0:clrMapOvr>
</ns0:sldLayout>
</file>

<file path=ppt/slideLayouts/slideLayout13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3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14" id="14"/>
          <ns0:cNvSpPr/>
          <ns0:nvPr/>
        </ns0:nvSpPr>
        <ns0:spPr>
          <ns1:xfrm flipH="false" flipV="false" rot="0">
            <ns1:off x="-165900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0"/>
                </ns1:moveTo>
                <ns1:lnTo>
                  <ns1:pt x="4129818" y="0"/>
                </ns1:lnTo>
                <ns1:lnTo>
                  <ns1:pt x="4129818" y="4114800"/>
                </ns1:lnTo>
                <ns1:lnTo>
                  <ns1:pt x="0" y="41148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5" id="15"/>
          <ns0:cNvSpPr/>
          <ns0:nvPr/>
        </ns0:nvSpPr>
        <ns0:spPr>
          <ns1:xfrm flipH="true" flipV="true" rot="0">
            <ns1:off x="14324082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4114800"/>
                </ns1:moveTo>
                <ns1:lnTo>
                  <ns1:pt x="0" y="4114800"/>
                </ns1:lnTo>
                <ns1:lnTo>
                  <ns1:pt x="0" y="0"/>
                </ns1:lnTo>
                <ns1:lnTo>
                  <ns1:pt x="4129818" y="0"/>
                </ns1:lnTo>
                <ns1:lnTo>
                  <ns1:pt x="4129818" y="411480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6" id="16"/>
          <ns0:cNvSpPr/>
          <ns0:nvPr/>
        </ns0:nvSpPr>
        <ns0:spPr>
          <ns1:xfrm flipH="true" flipV="false" rot="0">
            <ns1:off x="14324082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0"/>
                </ns1:moveTo>
                <ns1:lnTo>
                  <ns1:pt x="0" y="0"/>
                </ns1:lnTo>
                <ns1:lnTo>
                  <ns1:pt x="0" y="4114800"/>
                </ns1:lnTo>
                <ns1:lnTo>
                  <ns1:pt x="4129818" y="4114800"/>
                </ns1:lnTo>
                <ns1:lnTo>
                  <ns1:pt x="4129818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7" id="17"/>
          <ns0:cNvSpPr/>
          <ns0:nvPr/>
        </ns0:nvSpPr>
        <ns0:spPr>
          <ns1:xfrm flipH="false" flipV="true" rot="0">
            <ns1:off x="-165900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4114800"/>
                </ns1:moveTo>
                <ns1:lnTo>
                  <ns1:pt x="4129818" y="4114800"/>
                </ns1:lnTo>
                <ns1:lnTo>
                  <ns1:pt x="4129818" y="0"/>
                </ns1:lnTo>
                <ns1:lnTo>
                  <ns1:pt x="0" y="0"/>
                </ns1:lnTo>
                <ns1:lnTo>
                  <ns1:pt x="0" y="411480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8" id="18"/>
          <ns0:cNvSpPr/>
          <ns0:nvPr/>
        </ns0:nvSpPr>
        <ns0:spPr>
          <ns1:xfrm flipH="false" flipV="false" rot="0">
            <ns1:off x="8191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9" id="19"/>
          <ns0:cNvSpPr/>
          <ns0:nvPr/>
        </ns0:nvSpPr>
        <ns0:spPr>
          <ns1:xfrm flipH="false" flipV="false" rot="0">
            <ns1:off x="170497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0" id="20"/>
          <ns0:cNvSpPr/>
          <ns0:nvPr/>
        </ns0:nvSpPr>
        <ns0:spPr>
          <ns1:xfrm flipH="false" flipV="false" rot="0">
            <ns1:off x="5486400" y="2771862"/>
            <ns1:ext cx="7315200" cy="159604"/>
          </ns1:xfrm>
          <ns1:custGeom>
            <ns1:avLst/>
            <ns1:gdLst/>
            <ns1:ahLst/>
            <ns1:cxnLst/>
            <ns1:rect r="r" b="b" t="t" l="l"/>
            <ns1:pathLst>
              <ns1:path h="159604" w="7315200">
                <ns1:moveTo>
                  <ns1:pt x="0" y="0"/>
                </ns1:moveTo>
                <ns1:lnTo>
                  <ns1:pt x="7315200" y="0"/>
                </ns1:lnTo>
                <ns1:lnTo>
                  <ns1:pt x="7315200" y="159604"/>
                </ns1:lnTo>
                <ns1:lnTo>
                  <ns1:pt x="0" y="15960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TextBox 21" id="21"/>
          <ns0:cNvSpPr txBox="true"/>
          <ns0:nvPr/>
        </ns0:nvSpPr>
        <ns0:spPr>
          <ns1:xfrm rot="0">
            <ns1:off x="6300555" y="1686721"/>
            <ns1:ext cx="5686891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  <ns1:r>
              <ns1:rPr lang="en-US" b="true" sz="6399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4045816" y="3418158"/>
            <ns1:ext cx="10196369" cy="319124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5040"/>
              </ns1:lnSpc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</ns0:spTree>
  </ns0:cSld>
  <ns0:clrMapOvr>
    <ns1:masterClrMapping/>
  </ns0:clrMapOvr>
</ns0:sldLayout>
</file>

<file path=ppt/slideLayouts/slideLayout14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4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14" id="14"/>
          <ns0:cNvSpPr/>
          <ns0:nvPr/>
        </ns0:nvSpPr>
        <ns0:spPr>
          <ns1:xfrm flipH="false" flipV="false" rot="0">
            <ns1:off x="-165900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0"/>
                </ns1:moveTo>
                <ns1:lnTo>
                  <ns1:pt x="4129818" y="0"/>
                </ns1:lnTo>
                <ns1:lnTo>
                  <ns1:pt x="4129818" y="4114800"/>
                </ns1:lnTo>
                <ns1:lnTo>
                  <ns1:pt x="0" y="41148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5" id="15"/>
          <ns0:cNvSpPr/>
          <ns0:nvPr/>
        </ns0:nvSpPr>
        <ns0:spPr>
          <ns1:xfrm flipH="true" flipV="true" rot="0">
            <ns1:off x="14324082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4114800"/>
                </ns1:moveTo>
                <ns1:lnTo>
                  <ns1:pt x="0" y="4114800"/>
                </ns1:lnTo>
                <ns1:lnTo>
                  <ns1:pt x="0" y="0"/>
                </ns1:lnTo>
                <ns1:lnTo>
                  <ns1:pt x="4129818" y="0"/>
                </ns1:lnTo>
                <ns1:lnTo>
                  <ns1:pt x="4129818" y="411480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6" id="16"/>
          <ns0:cNvSpPr/>
          <ns0:nvPr/>
        </ns0:nvSpPr>
        <ns0:spPr>
          <ns1:xfrm flipH="true" flipV="false" rot="0">
            <ns1:off x="14324082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0"/>
                </ns1:moveTo>
                <ns1:lnTo>
                  <ns1:pt x="0" y="0"/>
                </ns1:lnTo>
                <ns1:lnTo>
                  <ns1:pt x="0" y="4114800"/>
                </ns1:lnTo>
                <ns1:lnTo>
                  <ns1:pt x="4129818" y="4114800"/>
                </ns1:lnTo>
                <ns1:lnTo>
                  <ns1:pt x="4129818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7" id="17"/>
          <ns0:cNvSpPr/>
          <ns0:nvPr/>
        </ns0:nvSpPr>
        <ns0:spPr>
          <ns1:xfrm flipH="false" flipV="true" rot="0">
            <ns1:off x="-165900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4114800"/>
                </ns1:moveTo>
                <ns1:lnTo>
                  <ns1:pt x="4129818" y="4114800"/>
                </ns1:lnTo>
                <ns1:lnTo>
                  <ns1:pt x="4129818" y="0"/>
                </ns1:lnTo>
                <ns1:lnTo>
                  <ns1:pt x="0" y="0"/>
                </ns1:lnTo>
                <ns1:lnTo>
                  <ns1:pt x="0" y="411480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8" id="18"/>
          <ns0:cNvSpPr/>
          <ns0:nvPr/>
        </ns0:nvSpPr>
        <ns0:spPr>
          <ns1:xfrm flipH="false" flipV="false" rot="0">
            <ns1:off x="8191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9" id="19"/>
          <ns0:cNvSpPr/>
          <ns0:nvPr/>
        </ns0:nvSpPr>
        <ns0:spPr>
          <ns1:xfrm flipH="false" flipV="false" rot="0">
            <ns1:off x="170497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TextBox 20" id="20"/>
          <ns0:cNvSpPr txBox="true"/>
          <ns0:nvPr/>
        </ns0:nvSpPr>
        <ns0:spPr>
          <ns1:xfrm rot="0">
            <ns1:off x="3411409" y="3427683"/>
            <ns1:ext cx="11465181" cy="4619625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 marL="734059" indent="-367030" lvl="1">
              <ns1:lnSpc>
                <ns1:spcPts val="4079"/>
              </ns1:lnSpc>
              <ns1:buAutoNum type="arabicPeriod" startAt="1"/>
            </ns1:pPr>
            <ns1:r>
              <ns1:rPr lang="en-US" sz="3399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just" marL="734059" indent="-367030" lvl="1">
              <ns1:lnSpc>
                <ns1:spcPts val="4079"/>
              </ns1:lnSpc>
              <ns1:buAutoNum type="arabicPeriod" startAt="1"/>
            </ns1:pPr>
            <ns1:r>
              <ns1:rPr lang="en-US" sz="3399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just" marL="734059" indent="-367030" lvl="1">
              <ns1:lnSpc>
                <ns1:spcPts val="4079"/>
              </ns1:lnSpc>
              <ns1:buAutoNum type="arabicPeriod" startAt="1"/>
            </ns1:pPr>
            <ns1:r>
              <ns1:rPr lang="en-US" sz="3399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Freeform 21" id="21"/>
          <ns0:cNvSpPr/>
          <ns0:nvPr/>
        </ns0:nvSpPr>
        <ns0:spPr>
          <ns1:xfrm flipH="false" flipV="false" rot="0">
            <ns1:off x="5486400" y="2771862"/>
            <ns1:ext cx="7315200" cy="266007"/>
          </ns1:xfrm>
          <ns1:custGeom>
            <ns1:avLst/>
            <ns1:gdLst/>
            <ns1:ahLst/>
            <ns1:cxnLst/>
            <ns1:rect r="r" b="b" t="t" l="l"/>
            <ns1:pathLst>
              <ns1:path h="266007" w="7315200">
                <ns1:moveTo>
                  <ns1:pt x="0" y="0"/>
                </ns1:moveTo>
                <ns1:lnTo>
                  <ns1:pt x="7315200" y="0"/>
                </ns1:lnTo>
                <ns1:lnTo>
                  <ns1:pt x="7315200" y="266007"/>
                </ns1:lnTo>
                <ns1:lnTo>
                  <ns1:pt x="0" y="266007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TextBox 22" id="22"/>
          <ns0:cNvSpPr txBox="true"/>
          <ns0:nvPr/>
        </ns0:nvSpPr>
        <ns0:spPr>
          <ns1:xfrm rot="0">
            <ns1:off x="4825560" y="1686721"/>
            <ns1:ext cx="8636880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  <ns1:r>
              <ns1:rPr lang="en-US" b="true" sz="6399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</ns0:spTree>
  </ns0:cSld>
  <ns0:clrMapOvr>
    <ns1:masterClrMapping/>
  </ns0:clrMapOvr>
</ns0:sldLayout>
</file>

<file path=ppt/slideLayouts/slideLayout15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5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14" id="14"/>
          <ns0:cNvSpPr/>
          <ns0:nvPr/>
        </ns0:nvSpPr>
        <ns0:spPr>
          <ns1:xfrm flipH="false" flipV="false" rot="0">
            <ns1:off x="-165900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0"/>
                </ns1:moveTo>
                <ns1:lnTo>
                  <ns1:pt x="4129818" y="0"/>
                </ns1:lnTo>
                <ns1:lnTo>
                  <ns1:pt x="4129818" y="4114800"/>
                </ns1:lnTo>
                <ns1:lnTo>
                  <ns1:pt x="0" y="41148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5" id="15"/>
          <ns0:cNvSpPr/>
          <ns0:nvPr/>
        </ns0:nvSpPr>
        <ns0:spPr>
          <ns1:xfrm flipH="true" flipV="true" rot="0">
            <ns1:off x="14324082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4114800"/>
                </ns1:moveTo>
                <ns1:lnTo>
                  <ns1:pt x="0" y="4114800"/>
                </ns1:lnTo>
                <ns1:lnTo>
                  <ns1:pt x="0" y="0"/>
                </ns1:lnTo>
                <ns1:lnTo>
                  <ns1:pt x="4129818" y="0"/>
                </ns1:lnTo>
                <ns1:lnTo>
                  <ns1:pt x="4129818" y="411480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6" id="16"/>
          <ns0:cNvSpPr/>
          <ns0:nvPr/>
        </ns0:nvSpPr>
        <ns0:spPr>
          <ns1:xfrm flipH="true" flipV="false" rot="0">
            <ns1:off x="14324082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0"/>
                </ns1:moveTo>
                <ns1:lnTo>
                  <ns1:pt x="0" y="0"/>
                </ns1:lnTo>
                <ns1:lnTo>
                  <ns1:pt x="0" y="4114800"/>
                </ns1:lnTo>
                <ns1:lnTo>
                  <ns1:pt x="4129818" y="4114800"/>
                </ns1:lnTo>
                <ns1:lnTo>
                  <ns1:pt x="4129818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7" id="17"/>
          <ns0:cNvSpPr/>
          <ns0:nvPr/>
        </ns0:nvSpPr>
        <ns0:spPr>
          <ns1:xfrm flipH="false" flipV="true" rot="0">
            <ns1:off x="-165900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4114800"/>
                </ns1:moveTo>
                <ns1:lnTo>
                  <ns1:pt x="4129818" y="4114800"/>
                </ns1:lnTo>
                <ns1:lnTo>
                  <ns1:pt x="4129818" y="0"/>
                </ns1:lnTo>
                <ns1:lnTo>
                  <ns1:pt x="0" y="0"/>
                </ns1:lnTo>
                <ns1:lnTo>
                  <ns1:pt x="0" y="411480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8" id="18"/>
          <ns0:cNvSpPr/>
          <ns0:nvPr/>
        </ns0:nvSpPr>
        <ns0:spPr>
          <ns1:xfrm flipH="false" flipV="false" rot="0">
            <ns1:off x="8191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9" id="19"/>
          <ns0:cNvSpPr/>
          <ns0:nvPr/>
        </ns0:nvSpPr>
        <ns0:spPr>
          <ns1:xfrm flipH="false" flipV="false" rot="0">
            <ns1:off x="170497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0" id="20"/>
          <ns0:cNvSpPr/>
          <ns0:nvPr/>
        </ns0:nvSpPr>
        <ns0:spPr>
          <ns1:xfrm flipH="false" flipV="false" rot="0">
            <ns1:off x="5486400" y="2771862"/>
            <ns1:ext cx="7315200" cy="159604"/>
          </ns1:xfrm>
          <ns1:custGeom>
            <ns1:avLst/>
            <ns1:gdLst/>
            <ns1:ahLst/>
            <ns1:cxnLst/>
            <ns1:rect r="r" b="b" t="t" l="l"/>
            <ns1:pathLst>
              <ns1:path h="159604" w="7315200">
                <ns1:moveTo>
                  <ns1:pt x="0" y="0"/>
                </ns1:moveTo>
                <ns1:lnTo>
                  <ns1:pt x="7315200" y="0"/>
                </ns1:lnTo>
                <ns1:lnTo>
                  <ns1:pt x="7315200" y="159604"/>
                </ns1:lnTo>
                <ns1:lnTo>
                  <ns1:pt x="0" y="15960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TextBox 21" id="21"/>
          <ns0:cNvSpPr txBox="true"/>
          <ns0:nvPr/>
        </ns0:nvSpPr>
        <ns0:spPr>
          <ns1:xfrm rot="0">
            <ns1:off x="4045816" y="3418158"/>
            <ns1:ext cx="10196369" cy="319124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5040"/>
              </ns1:lnSpc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6300555" y="1686721"/>
            <ns1:ext cx="5686891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</ns0:spTree>
  </ns0:cSld>
  <ns0:clrMapOvr>
    <ns1:masterClrMapping/>
  </ns0:clrMapOvr>
</ns0:sldLayout>
</file>

<file path=ppt/slideLayouts/slideLayout16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6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14" id="14"/>
          <ns0:cNvSpPr/>
          <ns0:nvPr/>
        </ns0:nvSpPr>
        <ns0:spPr>
          <ns1:xfrm flipH="false" flipV="false" rot="0">
            <ns1:off x="-165900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0"/>
                </ns1:moveTo>
                <ns1:lnTo>
                  <ns1:pt x="4129818" y="0"/>
                </ns1:lnTo>
                <ns1:lnTo>
                  <ns1:pt x="4129818" y="4114800"/>
                </ns1:lnTo>
                <ns1:lnTo>
                  <ns1:pt x="0" y="41148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5" id="15"/>
          <ns0:cNvSpPr/>
          <ns0:nvPr/>
        </ns0:nvSpPr>
        <ns0:spPr>
          <ns1:xfrm flipH="true" flipV="true" rot="0">
            <ns1:off x="14324082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4114800"/>
                </ns1:moveTo>
                <ns1:lnTo>
                  <ns1:pt x="0" y="4114800"/>
                </ns1:lnTo>
                <ns1:lnTo>
                  <ns1:pt x="0" y="0"/>
                </ns1:lnTo>
                <ns1:lnTo>
                  <ns1:pt x="4129818" y="0"/>
                </ns1:lnTo>
                <ns1:lnTo>
                  <ns1:pt x="4129818" y="411480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6" id="16"/>
          <ns0:cNvSpPr/>
          <ns0:nvPr/>
        </ns0:nvSpPr>
        <ns0:spPr>
          <ns1:xfrm flipH="true" flipV="false" rot="0">
            <ns1:off x="14324082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0"/>
                </ns1:moveTo>
                <ns1:lnTo>
                  <ns1:pt x="0" y="0"/>
                </ns1:lnTo>
                <ns1:lnTo>
                  <ns1:pt x="0" y="4114800"/>
                </ns1:lnTo>
                <ns1:lnTo>
                  <ns1:pt x="4129818" y="4114800"/>
                </ns1:lnTo>
                <ns1:lnTo>
                  <ns1:pt x="4129818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7" id="17"/>
          <ns0:cNvSpPr/>
          <ns0:nvPr/>
        </ns0:nvSpPr>
        <ns0:spPr>
          <ns1:xfrm flipH="false" flipV="true" rot="0">
            <ns1:off x="-165900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4114800"/>
                </ns1:moveTo>
                <ns1:lnTo>
                  <ns1:pt x="4129818" y="4114800"/>
                </ns1:lnTo>
                <ns1:lnTo>
                  <ns1:pt x="4129818" y="0"/>
                </ns1:lnTo>
                <ns1:lnTo>
                  <ns1:pt x="0" y="0"/>
                </ns1:lnTo>
                <ns1:lnTo>
                  <ns1:pt x="0" y="411480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8" id="18"/>
          <ns0:cNvSpPr/>
          <ns0:nvPr/>
        </ns0:nvSpPr>
        <ns0:spPr>
          <ns1:xfrm flipH="false" flipV="false" rot="0">
            <ns1:off x="8191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9" id="19"/>
          <ns0:cNvSpPr/>
          <ns0:nvPr/>
        </ns0:nvSpPr>
        <ns0:spPr>
          <ns1:xfrm flipH="false" flipV="false" rot="0">
            <ns1:off x="170497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0" id="20"/>
          <ns0:cNvSpPr/>
          <ns0:nvPr/>
        </ns0:nvSpPr>
        <ns0:spPr>
          <ns1:xfrm flipH="false" flipV="false" rot="0">
            <ns1:off x="5486400" y="2771862"/>
            <ns1:ext cx="7315200" cy="159604"/>
          </ns1:xfrm>
          <ns1:custGeom>
            <ns1:avLst/>
            <ns1:gdLst/>
            <ns1:ahLst/>
            <ns1:cxnLst/>
            <ns1:rect r="r" b="b" t="t" l="l"/>
            <ns1:pathLst>
              <ns1:path h="159604" w="7315200">
                <ns1:moveTo>
                  <ns1:pt x="0" y="0"/>
                </ns1:moveTo>
                <ns1:lnTo>
                  <ns1:pt x="7315200" y="0"/>
                </ns1:lnTo>
                <ns1:lnTo>
                  <ns1:pt x="7315200" y="159604"/>
                </ns1:lnTo>
                <ns1:lnTo>
                  <ns1:pt x="0" y="15960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TextBox 21" id="21"/>
          <ns0:cNvSpPr txBox="true"/>
          <ns0:nvPr/>
        </ns0:nvSpPr>
        <ns0:spPr>
          <ns1:xfrm rot="0">
            <ns1:off x="5523407" y="1686721"/>
            <ns1:ext cx="7241186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3596444" y="3418158"/>
            <ns1:ext cx="5808392" cy="63824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906780" indent="-453390" lvl="1">
              <ns1:lnSpc>
                <ns1:spcPts val="5040"/>
              </ns1:lnSpc>
              <ns1:buFont typeface="Arial"/>
              <ns1:buChar char="•"/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TextBox 23" id="23"/>
          <ns0:cNvSpPr txBox="true"/>
          <ns0:nvPr/>
        </ns0:nvSpPr>
        <ns0:spPr>
          <ns1:xfrm rot="0">
            <ns1:off x="4495187" y="4171950"/>
            <ns1:ext cx="10196369" cy="19431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3840"/>
              </ns1:lnSpc>
            </ns1:pPr>
            <ns1:r>
              <ns1:rPr lang="en-US" sz="3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TextBox 24" id="24"/>
          <ns0:cNvSpPr txBox="true"/>
          <ns0:nvPr/>
        </ns0:nvSpPr>
        <ns0:spPr>
          <ns1:xfrm rot="0">
            <ns1:off x="3596444" y="6499235"/>
            <ns1:ext cx="5808392" cy="63824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 marL="906780" indent="-453390" lvl="1">
              <ns1:lnSpc>
                <ns1:spcPts val="5040"/>
              </ns1:lnSpc>
              <ns1:buFont typeface="Arial"/>
              <ns1:buChar char="•"/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TextBox 25" id="25"/>
          <ns0:cNvSpPr txBox="true"/>
          <ns0:nvPr/>
        </ns0:nvSpPr>
        <ns0:spPr>
          <ns1:xfrm rot="0">
            <ns1:off x="4495187" y="7251785"/>
            <ns1:ext cx="10196369" cy="19431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3840"/>
              </ns1:lnSpc>
            </ns1:pPr>
            <ns1:r>
              <ns1:rPr lang="en-US" sz="3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</ns0:spTree>
  </ns0:cSld>
  <ns0:clrMapOvr>
    <ns1:masterClrMapping/>
  </ns0:clrMapOvr>
</ns0:sldLayout>
</file>

<file path=ppt/slideLayouts/slideLayout17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7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14" id="14"/>
          <ns0:cNvSpPr/>
          <ns0:nvPr/>
        </ns0:nvSpPr>
        <ns0:spPr>
          <ns1:xfrm flipH="false" flipV="false" rot="0">
            <ns1:off x="-165900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0"/>
                </ns1:moveTo>
                <ns1:lnTo>
                  <ns1:pt x="4129818" y="0"/>
                </ns1:lnTo>
                <ns1:lnTo>
                  <ns1:pt x="4129818" y="4114800"/>
                </ns1:lnTo>
                <ns1:lnTo>
                  <ns1:pt x="0" y="41148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5" id="15"/>
          <ns0:cNvSpPr/>
          <ns0:nvPr/>
        </ns0:nvSpPr>
        <ns0:spPr>
          <ns1:xfrm flipH="true" flipV="true" rot="0">
            <ns1:off x="14324082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4114800"/>
                </ns1:moveTo>
                <ns1:lnTo>
                  <ns1:pt x="0" y="4114800"/>
                </ns1:lnTo>
                <ns1:lnTo>
                  <ns1:pt x="0" y="0"/>
                </ns1:lnTo>
                <ns1:lnTo>
                  <ns1:pt x="4129818" y="0"/>
                </ns1:lnTo>
                <ns1:lnTo>
                  <ns1:pt x="4129818" y="411480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6" id="16"/>
          <ns0:cNvSpPr/>
          <ns0:nvPr/>
        </ns0:nvSpPr>
        <ns0:spPr>
          <ns1:xfrm flipH="true" flipV="false" rot="0">
            <ns1:off x="14324082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0"/>
                </ns1:moveTo>
                <ns1:lnTo>
                  <ns1:pt x="0" y="0"/>
                </ns1:lnTo>
                <ns1:lnTo>
                  <ns1:pt x="0" y="4114800"/>
                </ns1:lnTo>
                <ns1:lnTo>
                  <ns1:pt x="4129818" y="4114800"/>
                </ns1:lnTo>
                <ns1:lnTo>
                  <ns1:pt x="4129818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7" id="17"/>
          <ns0:cNvSpPr/>
          <ns0:nvPr/>
        </ns0:nvSpPr>
        <ns0:spPr>
          <ns1:xfrm flipH="false" flipV="true" rot="0">
            <ns1:off x="-165900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4114800"/>
                </ns1:moveTo>
                <ns1:lnTo>
                  <ns1:pt x="4129818" y="4114800"/>
                </ns1:lnTo>
                <ns1:lnTo>
                  <ns1:pt x="4129818" y="0"/>
                </ns1:lnTo>
                <ns1:lnTo>
                  <ns1:pt x="0" y="0"/>
                </ns1:lnTo>
                <ns1:lnTo>
                  <ns1:pt x="0" y="411480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8" id="18"/>
          <ns0:cNvSpPr/>
          <ns0:nvPr/>
        </ns0:nvSpPr>
        <ns0:spPr>
          <ns1:xfrm flipH="false" flipV="false" rot="0">
            <ns1:off x="8191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9" id="19"/>
          <ns0:cNvSpPr/>
          <ns0:nvPr/>
        </ns0:nvSpPr>
        <ns0:spPr>
          <ns1:xfrm flipH="false" flipV="false" rot="0">
            <ns1:off x="170497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0" id="20"/>
          <ns0:cNvSpPr/>
          <ns0:nvPr/>
        </ns0:nvSpPr>
        <ns0:spPr>
          <ns1:xfrm flipH="false" flipV="false" rot="0">
            <ns1:off x="5486400" y="2771862"/>
            <ns1:ext cx="7315200" cy="159604"/>
          </ns1:xfrm>
          <ns1:custGeom>
            <ns1:avLst/>
            <ns1:gdLst/>
            <ns1:ahLst/>
            <ns1:cxnLst/>
            <ns1:rect r="r" b="b" t="t" l="l"/>
            <ns1:pathLst>
              <ns1:path h="159604" w="7315200">
                <ns1:moveTo>
                  <ns1:pt x="0" y="0"/>
                </ns1:moveTo>
                <ns1:lnTo>
                  <ns1:pt x="7315200" y="0"/>
                </ns1:lnTo>
                <ns1:lnTo>
                  <ns1:pt x="7315200" y="159604"/>
                </ns1:lnTo>
                <ns1:lnTo>
                  <ns1:pt x="0" y="15960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TextBox 21" id="21"/>
          <ns0:cNvSpPr txBox="true"/>
          <ns0:nvPr/>
        </ns0:nvSpPr>
        <ns0:spPr>
          <ns1:xfrm rot="0">
            <ns1:off x="5523407" y="1686721"/>
            <ns1:ext cx="7241186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3596444" y="3418158"/>
            <ns1:ext cx="5808392" cy="63824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906780" indent="-453390" lvl="1">
              <ns1:lnSpc>
                <ns1:spcPts val="5040"/>
              </ns1:lnSpc>
              <ns1:buFont typeface="Arial"/>
              <ns1:buChar char="•"/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TextBox 23" id="23"/>
          <ns0:cNvSpPr txBox="true"/>
          <ns0:nvPr/>
        </ns0:nvSpPr>
        <ns0:spPr>
          <ns1:xfrm rot="0">
            <ns1:off x="4384166" y="4190648"/>
            <ns1:ext cx="11465181" cy="4619625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 marL="734059" indent="-367030" lvl="1">
              <ns1:lnSpc>
                <ns1:spcPts val="4079"/>
              </ns1:lnSpc>
              <ns1:buAutoNum type="arabicPeriod" startAt="1"/>
            </ns1:pPr>
            <ns1:r>
              <ns1:rPr lang="en-US" sz="3399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just" marL="734059" indent="-367030" lvl="1">
              <ns1:lnSpc>
                <ns1:spcPts val="4079"/>
              </ns1:lnSpc>
              <ns1:buAutoNum type="arabicPeriod" startAt="1"/>
            </ns1:pPr>
            <ns1:r>
              <ns1:rPr lang="en-US" sz="3399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just" marL="734059" indent="-367030" lvl="1">
              <ns1:lnSpc>
                <ns1:spcPts val="4079"/>
              </ns1:lnSpc>
              <ns1:buAutoNum type="arabicPeriod" startAt="1"/>
            </ns1:pPr>
            <ns1:r>
              <ns1:rPr lang="en-US" sz="3399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</ns0:spTree>
  </ns0:cSld>
  <ns0:clrMapOvr>
    <ns1:masterClrMapping/>
  </ns0:clrMapOvr>
</ns0:sldLayout>
</file>

<file path=ppt/slideLayouts/slideLayout18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8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14" id="14"/>
          <ns0:cNvSpPr/>
          <ns0:nvPr/>
        </ns0:nvSpPr>
        <ns0:spPr>
          <ns1:xfrm flipH="false" flipV="false" rot="0">
            <ns1:off x="-165900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0"/>
                </ns1:moveTo>
                <ns1:lnTo>
                  <ns1:pt x="4129818" y="0"/>
                </ns1:lnTo>
                <ns1:lnTo>
                  <ns1:pt x="4129818" y="4114800"/>
                </ns1:lnTo>
                <ns1:lnTo>
                  <ns1:pt x="0" y="41148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5" id="15"/>
          <ns0:cNvSpPr/>
          <ns0:nvPr/>
        </ns0:nvSpPr>
        <ns0:spPr>
          <ns1:xfrm flipH="true" flipV="true" rot="0">
            <ns1:off x="14324082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4114800"/>
                </ns1:moveTo>
                <ns1:lnTo>
                  <ns1:pt x="0" y="4114800"/>
                </ns1:lnTo>
                <ns1:lnTo>
                  <ns1:pt x="0" y="0"/>
                </ns1:lnTo>
                <ns1:lnTo>
                  <ns1:pt x="4129818" y="0"/>
                </ns1:lnTo>
                <ns1:lnTo>
                  <ns1:pt x="4129818" y="411480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6" id="16"/>
          <ns0:cNvSpPr/>
          <ns0:nvPr/>
        </ns0:nvSpPr>
        <ns0:spPr>
          <ns1:xfrm flipH="true" flipV="false" rot="0">
            <ns1:off x="14324082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0"/>
                </ns1:moveTo>
                <ns1:lnTo>
                  <ns1:pt x="0" y="0"/>
                </ns1:lnTo>
                <ns1:lnTo>
                  <ns1:pt x="0" y="4114800"/>
                </ns1:lnTo>
                <ns1:lnTo>
                  <ns1:pt x="4129818" y="4114800"/>
                </ns1:lnTo>
                <ns1:lnTo>
                  <ns1:pt x="4129818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7" id="17"/>
          <ns0:cNvSpPr/>
          <ns0:nvPr/>
        </ns0:nvSpPr>
        <ns0:spPr>
          <ns1:xfrm flipH="false" flipV="true" rot="0">
            <ns1:off x="-165900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4114800"/>
                </ns1:moveTo>
                <ns1:lnTo>
                  <ns1:pt x="4129818" y="4114800"/>
                </ns1:lnTo>
                <ns1:lnTo>
                  <ns1:pt x="4129818" y="0"/>
                </ns1:lnTo>
                <ns1:lnTo>
                  <ns1:pt x="0" y="0"/>
                </ns1:lnTo>
                <ns1:lnTo>
                  <ns1:pt x="0" y="411480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8" id="18"/>
          <ns0:cNvSpPr/>
          <ns0:nvPr/>
        </ns0:nvSpPr>
        <ns0:spPr>
          <ns1:xfrm flipH="false" flipV="false" rot="0">
            <ns1:off x="8191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9" id="19"/>
          <ns0:cNvSpPr/>
          <ns0:nvPr/>
        </ns0:nvSpPr>
        <ns0:spPr>
          <ns1:xfrm flipH="false" flipV="false" rot="0">
            <ns1:off x="170497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0" id="20"/>
          <ns0:cNvSpPr/>
          <ns0:nvPr/>
        </ns0:nvSpPr>
        <ns0:spPr>
          <ns1:xfrm flipH="false" flipV="false" rot="0">
            <ns1:off x="5486400" y="2771862"/>
            <ns1:ext cx="7315200" cy="159604"/>
          </ns1:xfrm>
          <ns1:custGeom>
            <ns1:avLst/>
            <ns1:gdLst/>
            <ns1:ahLst/>
            <ns1:cxnLst/>
            <ns1:rect r="r" b="b" t="t" l="l"/>
            <ns1:pathLst>
              <ns1:path h="159604" w="7315200">
                <ns1:moveTo>
                  <ns1:pt x="0" y="0"/>
                </ns1:moveTo>
                <ns1:lnTo>
                  <ns1:pt x="7315200" y="0"/>
                </ns1:lnTo>
                <ns1:lnTo>
                  <ns1:pt x="7315200" y="159604"/>
                </ns1:lnTo>
                <ns1:lnTo>
                  <ns1:pt x="0" y="15960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TextBox 21" id="21"/>
          <ns0:cNvSpPr txBox="true"/>
          <ns0:nvPr/>
        </ns0:nvSpPr>
        <ns0:spPr>
          <ns1:xfrm rot="0">
            <ns1:off x="5523407" y="1686721"/>
            <ns1:ext cx="7241186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3596444" y="3418158"/>
            <ns1:ext cx="5808392" cy="63824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906780" indent="-453390" lvl="1">
              <ns1:lnSpc>
                <ns1:spcPts val="5040"/>
              </ns1:lnSpc>
              <ns1:buFont typeface="Arial"/>
              <ns1:buChar char="•"/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TextBox 23" id="23"/>
          <ns0:cNvSpPr txBox="true"/>
          <ns0:nvPr/>
        </ns0:nvSpPr>
        <ns0:spPr>
          <ns1:xfrm rot="0">
            <ns1:off x="4495187" y="4171950"/>
            <ns1:ext cx="10196369" cy="19431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3840"/>
              </ns1:lnSpc>
            </ns1:pPr>
            <ns1:r>
              <ns1:rPr lang="en-US" sz="3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TextBox 24" id="24"/>
          <ns0:cNvSpPr txBox="true"/>
          <ns0:nvPr/>
        </ns0:nvSpPr>
        <ns0:spPr>
          <ns1:xfrm rot="0">
            <ns1:off x="3596444" y="6499235"/>
            <ns1:ext cx="5808392" cy="63824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 marL="906780" indent="-453390" lvl="1">
              <ns1:lnSpc>
                <ns1:spcPts val="5040"/>
              </ns1:lnSpc>
              <ns1:buFont typeface="Arial"/>
              <ns1:buChar char="•"/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TextBox 25" id="25"/>
          <ns0:cNvSpPr txBox="true"/>
          <ns0:nvPr/>
        </ns0:nvSpPr>
        <ns0:spPr>
          <ns1:xfrm rot="0">
            <ns1:off x="4495187" y="7251785"/>
            <ns1:ext cx="10196369" cy="19431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3840"/>
              </ns1:lnSpc>
            </ns1:pPr>
            <ns1:r>
              <ns1:rPr lang="en-US" sz="3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</ns0:spTree>
  </ns0:cSld>
  <ns0:clrMapOvr>
    <ns1:masterClrMapping/>
  </ns0:clrMapOvr>
</ns0:sldLayout>
</file>

<file path=ppt/slideLayouts/slideLayout19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9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14" id="14"/>
          <ns0:cNvSpPr/>
          <ns0:nvPr/>
        </ns0:nvSpPr>
        <ns0:spPr>
          <ns1:xfrm flipH="false" flipV="false" rot="0">
            <ns1:off x="-165900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0"/>
                </ns1:moveTo>
                <ns1:lnTo>
                  <ns1:pt x="4129818" y="0"/>
                </ns1:lnTo>
                <ns1:lnTo>
                  <ns1:pt x="4129818" y="4114800"/>
                </ns1:lnTo>
                <ns1:lnTo>
                  <ns1:pt x="0" y="41148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5" id="15"/>
          <ns0:cNvSpPr/>
          <ns0:nvPr/>
        </ns0:nvSpPr>
        <ns0:spPr>
          <ns1:xfrm flipH="true" flipV="true" rot="0">
            <ns1:off x="14324082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4114800"/>
                </ns1:moveTo>
                <ns1:lnTo>
                  <ns1:pt x="0" y="4114800"/>
                </ns1:lnTo>
                <ns1:lnTo>
                  <ns1:pt x="0" y="0"/>
                </ns1:lnTo>
                <ns1:lnTo>
                  <ns1:pt x="4129818" y="0"/>
                </ns1:lnTo>
                <ns1:lnTo>
                  <ns1:pt x="4129818" y="411480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6" id="16"/>
          <ns0:cNvSpPr/>
          <ns0:nvPr/>
        </ns0:nvSpPr>
        <ns0:spPr>
          <ns1:xfrm flipH="true" flipV="false" rot="0">
            <ns1:off x="14324082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0"/>
                </ns1:moveTo>
                <ns1:lnTo>
                  <ns1:pt x="0" y="0"/>
                </ns1:lnTo>
                <ns1:lnTo>
                  <ns1:pt x="0" y="4114800"/>
                </ns1:lnTo>
                <ns1:lnTo>
                  <ns1:pt x="4129818" y="4114800"/>
                </ns1:lnTo>
                <ns1:lnTo>
                  <ns1:pt x="4129818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7" id="17"/>
          <ns0:cNvSpPr/>
          <ns0:nvPr/>
        </ns0:nvSpPr>
        <ns0:spPr>
          <ns1:xfrm flipH="false" flipV="true" rot="0">
            <ns1:off x="-165900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4114800"/>
                </ns1:moveTo>
                <ns1:lnTo>
                  <ns1:pt x="4129818" y="4114800"/>
                </ns1:lnTo>
                <ns1:lnTo>
                  <ns1:pt x="4129818" y="0"/>
                </ns1:lnTo>
                <ns1:lnTo>
                  <ns1:pt x="0" y="0"/>
                </ns1:lnTo>
                <ns1:lnTo>
                  <ns1:pt x="0" y="411480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8" id="18"/>
          <ns0:cNvSpPr/>
          <ns0:nvPr/>
        </ns0:nvSpPr>
        <ns0:spPr>
          <ns1:xfrm flipH="false" flipV="false" rot="0">
            <ns1:off x="8191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9" id="19"/>
          <ns0:cNvSpPr/>
          <ns0:nvPr/>
        </ns0:nvSpPr>
        <ns0:spPr>
          <ns1:xfrm flipH="false" flipV="false" rot="0">
            <ns1:off x="170497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0" id="20"/>
          <ns0:cNvSpPr/>
          <ns0:nvPr/>
        </ns0:nvSpPr>
        <ns0:spPr>
          <ns1:xfrm flipH="false" flipV="false" rot="0">
            <ns1:off x="5486400" y="2771862"/>
            <ns1:ext cx="7315200" cy="266007"/>
          </ns1:xfrm>
          <ns1:custGeom>
            <ns1:avLst/>
            <ns1:gdLst/>
            <ns1:ahLst/>
            <ns1:cxnLst/>
            <ns1:rect r="r" b="b" t="t" l="l"/>
            <ns1:pathLst>
              <ns1:path h="266007" w="7315200">
                <ns1:moveTo>
                  <ns1:pt x="0" y="0"/>
                </ns1:moveTo>
                <ns1:lnTo>
                  <ns1:pt x="7315200" y="0"/>
                </ns1:lnTo>
                <ns1:lnTo>
                  <ns1:pt x="7315200" y="266007"/>
                </ns1:lnTo>
                <ns1:lnTo>
                  <ns1:pt x="0" y="266007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TextBox 21" id="21"/>
          <ns0:cNvSpPr txBox="true"/>
          <ns0:nvPr/>
        </ns0:nvSpPr>
        <ns0:spPr>
          <ns1:xfrm rot="0">
            <ns1:off x="4825560" y="1686721"/>
            <ns1:ext cx="8636880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4045816" y="3418158"/>
            <ns1:ext cx="10196369" cy="319124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5040"/>
              </ns1:lnSpc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pic>
        <ns0:nvPicPr>
          <ns0:cNvPr name="Picture 23" id="23"/>
          <ns0:cNvPicPr>
            <ns1:picLocks noChangeAspect="true"/>
          </ns0:cNvPicPr>
          <ns0:nvPr/>
        </ns0:nvPicPr>
        <ns0:blipFill>
          <ns1:blip ns2:embed="rId16"/>
          <ns1:stretch>
            <ns1:fillRect/>
          </ns1:stretch>
        </ns0:blipFill>
        <ns0:spPr>
          <ns1:xfrm rot="0">
            <ns1:off x="5265658" y="6610715"/>
            <ns1:ext cx="7756684" cy="2081501"/>
          </ns1:xfrm>
          <ns1:prstGeom prst="rect">
            <ns1:avLst/>
          </ns1:prstGeom>
        </ns0:spPr>
      </ns0:pic>
    </ns0:spTree>
  </ns0:cSld>
  <ns0:clrMapOvr>
    <ns1:masterClrMapping/>
  </ns0:clrMapOvr>
</ns0:sldLayout>
</file>

<file path=ppt/slideLayouts/slideLayout20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10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14" id="14"/>
          <ns0:cNvSpPr/>
          <ns0:nvPr/>
        </ns0:nvSpPr>
        <ns0:spPr>
          <ns1:xfrm flipH="false" flipV="false" rot="0">
            <ns1:off x="-165900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0"/>
                </ns1:moveTo>
                <ns1:lnTo>
                  <ns1:pt x="4129818" y="0"/>
                </ns1:lnTo>
                <ns1:lnTo>
                  <ns1:pt x="4129818" y="4114800"/>
                </ns1:lnTo>
                <ns1:lnTo>
                  <ns1:pt x="0" y="41148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5" id="15"/>
          <ns0:cNvSpPr/>
          <ns0:nvPr/>
        </ns0:nvSpPr>
        <ns0:spPr>
          <ns1:xfrm flipH="true" flipV="true" rot="0">
            <ns1:off x="14324082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4114800"/>
                </ns1:moveTo>
                <ns1:lnTo>
                  <ns1:pt x="0" y="4114800"/>
                </ns1:lnTo>
                <ns1:lnTo>
                  <ns1:pt x="0" y="0"/>
                </ns1:lnTo>
                <ns1:lnTo>
                  <ns1:pt x="4129818" y="0"/>
                </ns1:lnTo>
                <ns1:lnTo>
                  <ns1:pt x="4129818" y="411480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6" id="16"/>
          <ns0:cNvSpPr/>
          <ns0:nvPr/>
        </ns0:nvSpPr>
        <ns0:spPr>
          <ns1:xfrm flipH="true" flipV="false" rot="0">
            <ns1:off x="14324082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0"/>
                </ns1:moveTo>
                <ns1:lnTo>
                  <ns1:pt x="0" y="0"/>
                </ns1:lnTo>
                <ns1:lnTo>
                  <ns1:pt x="0" y="4114800"/>
                </ns1:lnTo>
                <ns1:lnTo>
                  <ns1:pt x="4129818" y="4114800"/>
                </ns1:lnTo>
                <ns1:lnTo>
                  <ns1:pt x="4129818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7" id="17"/>
          <ns0:cNvSpPr/>
          <ns0:nvPr/>
        </ns0:nvSpPr>
        <ns0:spPr>
          <ns1:xfrm flipH="false" flipV="true" rot="0">
            <ns1:off x="-165900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4114800"/>
                </ns1:moveTo>
                <ns1:lnTo>
                  <ns1:pt x="4129818" y="4114800"/>
                </ns1:lnTo>
                <ns1:lnTo>
                  <ns1:pt x="4129818" y="0"/>
                </ns1:lnTo>
                <ns1:lnTo>
                  <ns1:pt x="0" y="0"/>
                </ns1:lnTo>
                <ns1:lnTo>
                  <ns1:pt x="0" y="411480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8" id="18"/>
          <ns0:cNvSpPr/>
          <ns0:nvPr/>
        </ns0:nvSpPr>
        <ns0:spPr>
          <ns1:xfrm flipH="false" flipV="false" rot="0">
            <ns1:off x="8191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9" id="19"/>
          <ns0:cNvSpPr/>
          <ns0:nvPr/>
        </ns0:nvSpPr>
        <ns0:spPr>
          <ns1:xfrm flipH="false" flipV="false" rot="0">
            <ns1:off x="170497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0" id="20"/>
          <ns0:cNvSpPr/>
          <ns0:nvPr/>
        </ns0:nvSpPr>
        <ns0:spPr>
          <ns1:xfrm flipH="false" flipV="false" rot="0">
            <ns1:off x="5486400" y="2771862"/>
            <ns1:ext cx="7315200" cy="159604"/>
          </ns1:xfrm>
          <ns1:custGeom>
            <ns1:avLst/>
            <ns1:gdLst/>
            <ns1:ahLst/>
            <ns1:cxnLst/>
            <ns1:rect r="r" b="b" t="t" l="l"/>
            <ns1:pathLst>
              <ns1:path h="159604" w="7315200">
                <ns1:moveTo>
                  <ns1:pt x="0" y="0"/>
                </ns1:moveTo>
                <ns1:lnTo>
                  <ns1:pt x="7315200" y="0"/>
                </ns1:lnTo>
                <ns1:lnTo>
                  <ns1:pt x="7315200" y="159604"/>
                </ns1:lnTo>
                <ns1:lnTo>
                  <ns1:pt x="0" y="15960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TextBox 21" id="21"/>
          <ns0:cNvSpPr txBox="true"/>
          <ns0:nvPr/>
        </ns0:nvSpPr>
        <ns0:spPr>
          <ns1:xfrm rot="0">
            <ns1:off x="6300555" y="1686721"/>
            <ns1:ext cx="5686891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  <ns1:r>
              <ns1:rPr lang="en-US" b="true" sz="6399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2681842" y="3486220"/>
            <ns1:ext cx="6252477" cy="5105995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5040"/>
              </ns1:lnSpc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pic>
        <ns0:nvPicPr>
          <ns0:cNvPr name="Picture 23" id="23"/>
          <ns0:cNvPicPr>
            <ns1:picLocks noChangeAspect="true"/>
          </ns0:cNvPicPr>
          <ns0:nvPr/>
        </ns0:nvPicPr>
        <ns0:blipFill>
          <ns1:blip ns2:embed="rId16"/>
          <ns1:stretch>
            <ns1:fillRect/>
          </ns1:stretch>
        </ns0:blipFill>
        <ns0:spPr>
          <ns1:xfrm rot="0">
            <ns1:off x="9151623" y="2967113"/>
            <ns1:ext cx="6845303" cy="6144211"/>
          </ns1:xfrm>
          <ns1:prstGeom prst="rect">
            <ns1:avLst/>
          </ns1:prstGeom>
        </ns0:spPr>
      </ns0:pic>
    </ns0:spTree>
  </ns0:cSld>
  <ns0:clrMapOvr>
    <ns1:masterClrMapping/>
  </ns0:clrMapOvr>
</ns0:sldLayout>
</file>

<file path=ppt/slideLayouts/slideLayout21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1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14" id="14"/>
          <ns0:cNvSpPr/>
          <ns0:nvPr/>
        </ns0:nvSpPr>
        <ns0:spPr>
          <ns1:xfrm flipH="false" flipV="false" rot="0">
            <ns1:off x="-165900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0"/>
                </ns1:moveTo>
                <ns1:lnTo>
                  <ns1:pt x="4129818" y="0"/>
                </ns1:lnTo>
                <ns1:lnTo>
                  <ns1:pt x="4129818" y="4114800"/>
                </ns1:lnTo>
                <ns1:lnTo>
                  <ns1:pt x="0" y="41148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5" id="15"/>
          <ns0:cNvSpPr/>
          <ns0:nvPr/>
        </ns0:nvSpPr>
        <ns0:spPr>
          <ns1:xfrm flipH="true" flipV="true" rot="0">
            <ns1:off x="14324082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4114800"/>
                </ns1:moveTo>
                <ns1:lnTo>
                  <ns1:pt x="0" y="4114800"/>
                </ns1:lnTo>
                <ns1:lnTo>
                  <ns1:pt x="0" y="0"/>
                </ns1:lnTo>
                <ns1:lnTo>
                  <ns1:pt x="4129818" y="0"/>
                </ns1:lnTo>
                <ns1:lnTo>
                  <ns1:pt x="4129818" y="411480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6" id="16"/>
          <ns0:cNvSpPr/>
          <ns0:nvPr/>
        </ns0:nvSpPr>
        <ns0:spPr>
          <ns1:xfrm flipH="true" flipV="false" rot="0">
            <ns1:off x="14324082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0"/>
                </ns1:moveTo>
                <ns1:lnTo>
                  <ns1:pt x="0" y="0"/>
                </ns1:lnTo>
                <ns1:lnTo>
                  <ns1:pt x="0" y="4114800"/>
                </ns1:lnTo>
                <ns1:lnTo>
                  <ns1:pt x="4129818" y="4114800"/>
                </ns1:lnTo>
                <ns1:lnTo>
                  <ns1:pt x="4129818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7" id="17"/>
          <ns0:cNvSpPr/>
          <ns0:nvPr/>
        </ns0:nvSpPr>
        <ns0:spPr>
          <ns1:xfrm flipH="false" flipV="true" rot="0">
            <ns1:off x="-165900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4114800"/>
                </ns1:moveTo>
                <ns1:lnTo>
                  <ns1:pt x="4129818" y="4114800"/>
                </ns1:lnTo>
                <ns1:lnTo>
                  <ns1:pt x="4129818" y="0"/>
                </ns1:lnTo>
                <ns1:lnTo>
                  <ns1:pt x="0" y="0"/>
                </ns1:lnTo>
                <ns1:lnTo>
                  <ns1:pt x="0" y="411480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8" id="18"/>
          <ns0:cNvSpPr/>
          <ns0:nvPr/>
        </ns0:nvSpPr>
        <ns0:spPr>
          <ns1:xfrm flipH="false" flipV="false" rot="0">
            <ns1:off x="8191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9" id="19"/>
          <ns0:cNvSpPr/>
          <ns0:nvPr/>
        </ns0:nvSpPr>
        <ns0:spPr>
          <ns1:xfrm flipH="false" flipV="false" rot="0">
            <ns1:off x="170497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0" id="20"/>
          <ns0:cNvSpPr/>
          <ns0:nvPr/>
        </ns0:nvSpPr>
        <ns0:spPr>
          <ns1:xfrm flipH="false" flipV="false" rot="0">
            <ns1:off x="5486400" y="2771862"/>
            <ns1:ext cx="7315200" cy="159604"/>
          </ns1:xfrm>
          <ns1:custGeom>
            <ns1:avLst/>
            <ns1:gdLst/>
            <ns1:ahLst/>
            <ns1:cxnLst/>
            <ns1:rect r="r" b="b" t="t" l="l"/>
            <ns1:pathLst>
              <ns1:path h="159604" w="7315200">
                <ns1:moveTo>
                  <ns1:pt x="0" y="0"/>
                </ns1:moveTo>
                <ns1:lnTo>
                  <ns1:pt x="7315200" y="0"/>
                </ns1:lnTo>
                <ns1:lnTo>
                  <ns1:pt x="7315200" y="159604"/>
                </ns1:lnTo>
                <ns1:lnTo>
                  <ns1:pt x="0" y="15960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TextBox 21" id="21"/>
          <ns0:cNvSpPr txBox="true"/>
          <ns0:nvPr/>
        </ns0:nvSpPr>
        <ns0:spPr>
          <ns1:xfrm rot="0">
            <ns1:off x="6300555" y="1686721"/>
            <ns1:ext cx="5686891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  <ns1:r>
              <ns1:rPr lang="en-US" b="true" sz="6399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4045816" y="3418158"/>
            <ns1:ext cx="10196369" cy="319124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5040"/>
              </ns1:lnSpc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</ns0:spTree>
  </ns0:cSld>
  <ns0:clrMapOvr>
    <ns1:masterClrMapping/>
  </ns0:clrMapOvr>
</ns0:sldLayout>
</file>

<file path=ppt/slideLayouts/slideLayout22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12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14" id="14"/>
          <ns0:cNvSpPr/>
          <ns0:nvPr/>
        </ns0:nvSpPr>
        <ns0:spPr>
          <ns1:xfrm flipH="false" flipV="false" rot="0">
            <ns1:off x="-165900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0"/>
                </ns1:moveTo>
                <ns1:lnTo>
                  <ns1:pt x="4129818" y="0"/>
                </ns1:lnTo>
                <ns1:lnTo>
                  <ns1:pt x="4129818" y="4114800"/>
                </ns1:lnTo>
                <ns1:lnTo>
                  <ns1:pt x="0" y="41148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5" id="15"/>
          <ns0:cNvSpPr/>
          <ns0:nvPr/>
        </ns0:nvSpPr>
        <ns0:spPr>
          <ns1:xfrm flipH="true" flipV="true" rot="0">
            <ns1:off x="14324082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4114800"/>
                </ns1:moveTo>
                <ns1:lnTo>
                  <ns1:pt x="0" y="4114800"/>
                </ns1:lnTo>
                <ns1:lnTo>
                  <ns1:pt x="0" y="0"/>
                </ns1:lnTo>
                <ns1:lnTo>
                  <ns1:pt x="4129818" y="0"/>
                </ns1:lnTo>
                <ns1:lnTo>
                  <ns1:pt x="4129818" y="411480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6" id="16"/>
          <ns0:cNvSpPr/>
          <ns0:nvPr/>
        </ns0:nvSpPr>
        <ns0:spPr>
          <ns1:xfrm flipH="true" flipV="false" rot="0">
            <ns1:off x="14324082" y="-2202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4129818" y="0"/>
                </ns1:moveTo>
                <ns1:lnTo>
                  <ns1:pt x="0" y="0"/>
                </ns1:lnTo>
                <ns1:lnTo>
                  <ns1:pt x="0" y="4114800"/>
                </ns1:lnTo>
                <ns1:lnTo>
                  <ns1:pt x="4129818" y="4114800"/>
                </ns1:lnTo>
                <ns1:lnTo>
                  <ns1:pt x="4129818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7" id="17"/>
          <ns0:cNvSpPr/>
          <ns0:nvPr/>
        </ns0:nvSpPr>
        <ns0:spPr>
          <ns1:xfrm flipH="false" flipV="true" rot="0">
            <ns1:off x="-165900" y="6392485"/>
            <ns1:ext cx="4129818" cy="4114800"/>
          </ns1:xfrm>
          <ns1:custGeom>
            <ns1:avLst/>
            <ns1:gdLst/>
            <ns1:ahLst/>
            <ns1:cxnLst/>
            <ns1:rect r="r" b="b" t="t" l="l"/>
            <ns1:pathLst>
              <ns1:path h="4114800" w="4129818">
                <ns1:moveTo>
                  <ns1:pt x="0" y="4114800"/>
                </ns1:moveTo>
                <ns1:lnTo>
                  <ns1:pt x="4129818" y="4114800"/>
                </ns1:lnTo>
                <ns1:lnTo>
                  <ns1:pt x="4129818" y="0"/>
                </ns1:lnTo>
                <ns1:lnTo>
                  <ns1:pt x="0" y="0"/>
                </ns1:lnTo>
                <ns1:lnTo>
                  <ns1:pt x="0" y="411480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8" id="18"/>
          <ns0:cNvSpPr/>
          <ns0:nvPr/>
        </ns0:nvSpPr>
        <ns0:spPr>
          <ns1:xfrm flipH="false" flipV="false" rot="0">
            <ns1:off x="8191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9" id="19"/>
          <ns0:cNvSpPr/>
          <ns0:nvPr/>
        </ns0:nvSpPr>
        <ns0:spPr>
          <ns1:xfrm flipH="false" flipV="false" rot="0">
            <ns1:off x="17049787" y="4308485"/>
            <ns1:ext cx="419026" cy="1670030"/>
          </ns1:xfrm>
          <ns1:custGeom>
            <ns1:avLst/>
            <ns1:gdLst/>
            <ns1:ahLst/>
            <ns1:cxnLst/>
            <ns1:rect r="r" b="b" t="t" l="l"/>
            <ns1:pathLst>
              <ns1:path h="1670030" w="419026">
                <ns1:moveTo>
                  <ns1:pt x="0" y="0"/>
                </ns1:moveTo>
                <ns1:lnTo>
                  <ns1:pt x="419026" y="0"/>
                </ns1:lnTo>
                <ns1:lnTo>
                  <ns1:pt x="419026" y="1670030"/>
                </ns1:lnTo>
                <ns1:lnTo>
                  <ns1:pt x="0" y="167003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0" id="20"/>
          <ns0:cNvSpPr/>
          <ns0:nvPr/>
        </ns0:nvSpPr>
        <ns0:spPr>
          <ns1:xfrm flipH="false" flipV="false" rot="0">
            <ns1:off x="5486400" y="5703018"/>
            <ns1:ext cx="7315200" cy="636252"/>
          </ns1:xfrm>
          <ns1:custGeom>
            <ns1:avLst/>
            <ns1:gdLst/>
            <ns1:ahLst/>
            <ns1:cxnLst/>
            <ns1:rect r="r" b="b" t="t" l="l"/>
            <ns1:pathLst>
              <ns1:path h="636252" w="7315200">
                <ns1:moveTo>
                  <ns1:pt x="0" y="0"/>
                </ns1:moveTo>
                <ns1:lnTo>
                  <ns1:pt x="7315200" y="0"/>
                </ns1:lnTo>
                <ns1:lnTo>
                  <ns1:pt x="7315200" y="636252"/>
                </ns1:lnTo>
                <ns1:lnTo>
                  <ns1:pt x="0" y="63625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TextBox 21" id="21"/>
          <ns0:cNvSpPr txBox="true"/>
          <ns0:nvPr/>
        </ns0:nvSpPr>
        <ns0:spPr>
          <ns1:xfrm rot="0">
            <ns1:off x="2885334" y="3776280"/>
            <ns1:ext cx="12517331" cy="1566544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12880"/>
              </ns1:lnSpc>
            </ns1:pPr>
            <ns1:r>
              <ns1:rPr lang="en-US" sz="9200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7" Type="http://schemas.openxmlformats.org/officeDocument/2006/relationships/slideLayout" Target="../slideLayouts/slideLayout7.xml" /><ns0:Relationship Id="rId12" Type="http://schemas.openxmlformats.org/officeDocument/2006/relationships/theme" Target="../theme/theme1.xml" /><ns0:Relationship Id="rId13" Type="http://schemas.openxmlformats.org/officeDocument/2006/relationships/slideLayout" Target="../slideLayouts/slideLayout12.xml" /><ns0:Relationship Id="rId14" Type="http://schemas.openxmlformats.org/officeDocument/2006/relationships/slideLayout" Target="../slideLayouts/slideLayout13.xml" /><ns0:Relationship Id="rId15" Type="http://schemas.openxmlformats.org/officeDocument/2006/relationships/slideLayout" Target="../slideLayouts/slideLayout14.xml" /><ns0:Relationship Id="rId16" Type="http://schemas.openxmlformats.org/officeDocument/2006/relationships/slideLayout" Target="../slideLayouts/slideLayout15.xml" /><ns0:Relationship Id="rId17" Type="http://schemas.openxmlformats.org/officeDocument/2006/relationships/slideLayout" Target="../slideLayouts/slideLayout16.xml" /><ns0:Relationship Id="rId18" Type="http://schemas.openxmlformats.org/officeDocument/2006/relationships/slideLayout" Target="../slideLayouts/slideLayout17.xml" /><ns0:Relationship Id="rId19" Type="http://schemas.openxmlformats.org/officeDocument/2006/relationships/slideLayout" Target="../slideLayouts/slideLayout18.xml" /><ns0:Relationship Id="rId20" Type="http://schemas.openxmlformats.org/officeDocument/2006/relationships/slideLayout" Target="../slideLayouts/slideLayout19.xml" /><ns0:Relationship Id="rId21" Type="http://schemas.openxmlformats.org/officeDocument/2006/relationships/slideLayout" Target="../slideLayouts/slideLayout20.xml" /><ns0:Relationship Id="rId22" Type="http://schemas.openxmlformats.org/officeDocument/2006/relationships/slideLayout" Target="../slideLayouts/slideLayout21.xml" /><ns0:Relationship Id="rId23" Type="http://schemas.openxmlformats.org/officeDocument/2006/relationships/slideLayout" Target="../slideLayouts/slideLayout22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Placeholder 1"/>
          <ns0:cNvSpPr>
            <ns1:spLocks noGrp="1"/>
          </ns0:cNvSpPr>
          <ns0:nvPr>
            <ns0:ph type="title"/>
          </ns0:nvPr>
        </ns0:nvSpPr>
        <ns0:spPr>
          <ns1:xfrm>
            <ns1:off x="457200" y="274638"/>
            <ns1:ext cx="8229600" cy="1143000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457200" y="1600200"/>
            <ns1:ext cx="8229600" cy="4525963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2"/>
          </ns0:nvPr>
        </ns0:nvSpPr>
        <ns0:spPr>
          <ns1:xfrm>
            <ns1:off x="457200" y="6356350"/>
            <ns1:ext cx="2133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1D8BD707-D9CF-40AE-B4C6-C98DA3205C09}" type="datetimeFigureOut">
              <ns1:rPr lang="en-US" smtClean="0"/>
              <ns1:pPr/>
              <ns1:t>8/1/2011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3"/>
          </ns0:nvPr>
        </ns0:nvSpPr>
        <ns0:spPr>
          <ns1:xfrm>
            <ns1:off x="3124200" y="6356350"/>
            <ns1:ext cx="2895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4"/>
          </ns0:nvPr>
        </ns0:nvSpPr>
        <ns0:spPr>
          <ns1:xfrm>
            <ns1:off x="6553200" y="6356350"/>
            <ns1:ext cx="2133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B6F15528-21DE-4FAA-801E-634DDDAF4B2B}" type="slidenum">
              <ns1:rPr lang="en-US" smtClean="0"/>
              <ns1:pPr/>
              <ns1:t>‹#›</ns1:t>
            </ns1:fld>
            <ns1:endParaRPr 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55" ns2:id="rId7"/>
    <ns0:sldLayoutId id="2147483660" ns2:id="rId13"/>
    <ns0:sldLayoutId id="2147483661" ns2:id="rId14"/>
    <ns0:sldLayoutId id="2147483662" ns2:id="rId15"/>
    <ns0:sldLayoutId id="2147483663" ns2:id="rId16"/>
    <ns0:sldLayoutId id="2147483664" ns2:id="rId17"/>
    <ns0:sldLayoutId id="2147483665" ns2:id="rId18"/>
    <ns0:sldLayoutId id="2147483666" ns2:id="rId19"/>
    <ns0:sldLayoutId id="2147483667" ns2:id="rId20"/>
    <ns0:sldLayoutId id="2147483668" ns2:id="rId21"/>
    <ns0:sldLayoutId id="2147483669" ns2:id="rId22"/>
    <ns0:sldLayoutId id="2147483670" ns2:id="rId23"/>
  </ns0:sldLayoutIdLst>
  <ns0:txStyles>
    <ns0:titleStyle>
      <ns1:lvl1pPr algn="ctr" defTabSz="914400" rtl="0" eaLnBrk="1" latinLnBrk="0" hangingPunct="1"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342900" indent="-342900" algn="l" defTabSz="914400" rtl="0" eaLnBrk="1" latinLnBrk="0" hangingPunct="1">
        <ns1:spcBef>
          <ns1:spcPct val="20000"/>
        </ns1:spcBef>
        <ns1:buFont typeface="Arial" pitchFamily="34" charset="0"/>
        <ns1:buChar char="•"/>
        <ns1:defRPr sz="32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742950" indent="-285750" algn="l" defTabSz="914400" rtl="0" eaLnBrk="1" latinLnBrk="0" hangingPunct="1">
        <ns1:spcBef>
          <ns1:spcPct val="20000"/>
        </ns1:spcBef>
        <ns1:buFont typeface="Arial" pitchFamily="34" charset="0"/>
        <ns1:buChar char="–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spcBef>
          <ns1:spcPct val="20000"/>
        </ns1:spcBef>
        <ns1:buFont typeface="Arial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spcBef>
          <ns1:spcPct val="20000"/>
        </ns1:spcBef>
        <ns1:buFont typeface="Arial" pitchFamily="34" charset="0"/>
        <ns1:buChar char="–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spcBef>
          <ns1:spcPct val="20000"/>
        </ns1:spcBef>
        <ns1:buFont typeface="Arial" pitchFamily="34" charset="0"/>
        <ns1:buChar char="»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spcBef>
          <ns1:spcPct val="20000"/>
        </ns1:spcBef>
        <ns1:buFont typeface="Arial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spcBef>
          <ns1:spcPct val="20000"/>
        </ns1:spcBef>
        <ns1:buFont typeface="Arial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spcBef>
          <ns1:spcPct val="20000"/>
        </ns1:spcBef>
        <ns1:buFont typeface="Arial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spcBef>
          <ns1:spcPct val="20000"/>
        </ns1:spcBef>
        <ns1:buFont typeface="Arial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en-US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3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4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5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6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7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8.xml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9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0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1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2.xml" /></ns0:Relationships>
</file>

<file path=ppt/slides/slide1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EFF3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1" id="21"/>
          <ns0:cNvSpPr txBox="true"/>
          <ns0:nvPr/>
        </ns0:nvSpPr>
        <ns0:spPr>
          <ns1:xfrm rot="0">
            <ns1:off x="2885334" y="3576956"/>
            <ns1:ext cx="12517331" cy="156661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12880"/>
              </ns1:lnSpc>
            </ns1:pPr>
            <ns1:r>
              <ns1:rPr lang="en-US" b="true" sz="9200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5486400" y="5048250"/>
            <ns1:ext cx="7315200" cy="82098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6719"/>
              </ns1:lnSpc>
            </ns1:pPr>
            <ns1:r>
              <ns1:rPr lang="en-US" sz="4800">
                <ns1:solidFill>
                  <ns1:srgbClr val="4A597C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EFF3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1" id="21"/>
          <ns0:cNvSpPr txBox="true"/>
          <ns0:nvPr/>
        </ns0:nvSpPr>
        <ns0:spPr>
          <ns1:xfrm rot="0">
            <ns1:off x="6152527" y="1686721"/>
            <ns1:ext cx="5982947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6126093" y="3418158"/>
            <ns1:ext cx="6035814" cy="506782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5759"/>
              </ns1:lnSpc>
            </ns1:pPr>
            <ns1:r>
              <ns1:rPr lang="en-US" sz="48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ctr">
              <ns1:lnSpc>
                <ns1:spcPts val="5759"/>
              </ns1:lnSpc>
            </ns1:pPr>
            <ns1:r>
              <ns1:rPr lang="en-US" sz="48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ctr">
              <ns1:lnSpc>
                <ns1:spcPts val="5759"/>
              </ns1:lnSpc>
            </ns1:pPr>
            <ns1:r>
              <ns1:rPr lang="en-US" sz="48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ctr">
              <ns1:lnSpc>
                <ns1:spcPts val="5759"/>
              </ns1:lnSpc>
            </ns1:pPr>
            <ns1:r>
              <ns1:rPr lang="en-US" sz="48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ctr">
              <ns1:lnSpc>
                <ns1:spcPts val="5759"/>
              </ns1:lnSpc>
            </ns1:pPr>
            <ns1:r>
              <ns1:rPr lang="en-US" sz="48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ctr">
              <ns1:lnSpc>
                <ns1:spcPts val="5759"/>
              </ns1:lnSpc>
            </ns1:pPr>
            <ns1:r>
              <ns1:rPr lang="en-US" sz="48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ctr">
              <ns1:lnSpc>
                <ns1:spcPts val="5759"/>
              </ns1:lnSpc>
            </ns1:pPr>
            <ns1:r>
              <ns1:rPr lang="en-US" sz="48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EFF3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1" id="21"/>
          <ns0:cNvSpPr txBox="true"/>
          <ns0:nvPr/>
        </ns0:nvSpPr>
        <ns0:spPr>
          <ns1:xfrm rot="0">
            <ns1:off x="6300555" y="1686721"/>
            <ns1:ext cx="5686891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  <ns1:r>
              <ns1:rPr lang="en-US" b="true" sz="6399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4045816" y="3418158"/>
            <ns1:ext cx="10196369" cy="319124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5040"/>
              </ns1:lnSpc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EFF3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0" id="20"/>
          <ns0:cNvSpPr txBox="true"/>
          <ns0:nvPr/>
        </ns0:nvSpPr>
        <ns0:spPr>
          <ns1:xfrm rot="0">
            <ns1:off x="3411409" y="3427683"/>
            <ns1:ext cx="11465181" cy="4619625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 marL="734059" indent="-367030" lvl="1">
              <ns1:lnSpc>
                <ns1:spcPts val="4079"/>
              </ns1:lnSpc>
              <ns1:buAutoNum type="arabicPeriod" startAt="1"/>
            </ns1:pPr>
            <ns1:r>
              <ns1:rPr lang="en-US" sz="3399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just" marL="734059" indent="-367030" lvl="1">
              <ns1:lnSpc>
                <ns1:spcPts val="4079"/>
              </ns1:lnSpc>
              <ns1:buAutoNum type="arabicPeriod" startAt="1"/>
            </ns1:pPr>
            <ns1:r>
              <ns1:rPr lang="en-US" sz="3399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just" marL="734059" indent="-367030" lvl="1">
              <ns1:lnSpc>
                <ns1:spcPts val="4079"/>
              </ns1:lnSpc>
              <ns1:buAutoNum type="arabicPeriod" startAt="1"/>
            </ns1:pPr>
            <ns1:r>
              <ns1:rPr lang="en-US" sz="3399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4825560" y="1686721"/>
            <ns1:ext cx="8636880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  <ns1:r>
              <ns1:rPr lang="en-US" b="true" sz="6399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EFF3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1" id="21"/>
          <ns0:cNvSpPr txBox="true"/>
          <ns0:nvPr/>
        </ns0:nvSpPr>
        <ns0:spPr>
          <ns1:xfrm rot="0">
            <ns1:off x="4045816" y="3418158"/>
            <ns1:ext cx="10196369" cy="319124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5040"/>
              </ns1:lnSpc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6300555" y="1686721"/>
            <ns1:ext cx="5686891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EFF3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1" id="21"/>
          <ns0:cNvSpPr txBox="true"/>
          <ns0:nvPr/>
        </ns0:nvSpPr>
        <ns0:spPr>
          <ns1:xfrm rot="0">
            <ns1:off x="5523407" y="1686721"/>
            <ns1:ext cx="7241186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3596444" y="3418158"/>
            <ns1:ext cx="5808392" cy="63824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906780" indent="-453390" lvl="1">
              <ns1:lnSpc>
                <ns1:spcPts val="5040"/>
              </ns1:lnSpc>
              <ns1:buFont typeface="Arial"/>
              <ns1:buChar char="•"/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TextBox 23" id="23"/>
          <ns0:cNvSpPr txBox="true"/>
          <ns0:nvPr/>
        </ns0:nvSpPr>
        <ns0:spPr>
          <ns1:xfrm rot="0">
            <ns1:off x="4495187" y="4171950"/>
            <ns1:ext cx="10196369" cy="19431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3840"/>
              </ns1:lnSpc>
            </ns1:pPr>
            <ns1:r>
              <ns1:rPr lang="en-US" sz="3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TextBox 24" id="24"/>
          <ns0:cNvSpPr txBox="true"/>
          <ns0:nvPr/>
        </ns0:nvSpPr>
        <ns0:spPr>
          <ns1:xfrm rot="0">
            <ns1:off x="3596444" y="6499235"/>
            <ns1:ext cx="5808392" cy="63824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 marL="906780" indent="-453390" lvl="1">
              <ns1:lnSpc>
                <ns1:spcPts val="5040"/>
              </ns1:lnSpc>
              <ns1:buFont typeface="Arial"/>
              <ns1:buChar char="•"/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TextBox 25" id="25"/>
          <ns0:cNvSpPr txBox="true"/>
          <ns0:nvPr/>
        </ns0:nvSpPr>
        <ns0:spPr>
          <ns1:xfrm rot="0">
            <ns1:off x="4495187" y="7251785"/>
            <ns1:ext cx="10196369" cy="19431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3840"/>
              </ns1:lnSpc>
            </ns1:pPr>
            <ns1:r>
              <ns1:rPr lang="en-US" sz="3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EFF3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1" id="21"/>
          <ns0:cNvSpPr txBox="true"/>
          <ns0:nvPr/>
        </ns0:nvSpPr>
        <ns0:spPr>
          <ns1:xfrm rot="0">
            <ns1:off x="5523407" y="1686721"/>
            <ns1:ext cx="7241186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3596444" y="3418158"/>
            <ns1:ext cx="5808392" cy="63824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906780" indent="-453390" lvl="1">
              <ns1:lnSpc>
                <ns1:spcPts val="5040"/>
              </ns1:lnSpc>
              <ns1:buFont typeface="Arial"/>
              <ns1:buChar char="•"/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TextBox 23" id="23"/>
          <ns0:cNvSpPr txBox="true"/>
          <ns0:nvPr/>
        </ns0:nvSpPr>
        <ns0:spPr>
          <ns1:xfrm rot="0">
            <ns1:off x="4384166" y="4190648"/>
            <ns1:ext cx="11465181" cy="4619625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 marL="734059" indent="-367030" lvl="1">
              <ns1:lnSpc>
                <ns1:spcPts val="4079"/>
              </ns1:lnSpc>
              <ns1:buAutoNum type="arabicPeriod" startAt="1"/>
            </ns1:pPr>
            <ns1:r>
              <ns1:rPr lang="en-US" sz="3399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just" marL="734059" indent="-367030" lvl="1">
              <ns1:lnSpc>
                <ns1:spcPts val="4079"/>
              </ns1:lnSpc>
              <ns1:buAutoNum type="arabicPeriod" startAt="1"/>
            </ns1:pPr>
            <ns1:r>
              <ns1:rPr lang="en-US" sz="3399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  <ns1:p>
            <ns1:pPr algn="just" marL="734059" indent="-367030" lvl="1">
              <ns1:lnSpc>
                <ns1:spcPts val="4079"/>
              </ns1:lnSpc>
              <ns1:buAutoNum type="arabicPeriod" startAt="1"/>
            </ns1:pPr>
            <ns1:r>
              <ns1:rPr lang="en-US" sz="3399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</ns0:spTree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EFF3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1" id="21"/>
          <ns0:cNvSpPr txBox="true"/>
          <ns0:nvPr/>
        </ns0:nvSpPr>
        <ns0:spPr>
          <ns1:xfrm rot="0">
            <ns1:off x="5523407" y="1686721"/>
            <ns1:ext cx="7241186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3596444" y="3418158"/>
            <ns1:ext cx="5808392" cy="63824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906780" indent="-453390" lvl="1">
              <ns1:lnSpc>
                <ns1:spcPts val="5040"/>
              </ns1:lnSpc>
              <ns1:buFont typeface="Arial"/>
              <ns1:buChar char="•"/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TextBox 23" id="23"/>
          <ns0:cNvSpPr txBox="true"/>
          <ns0:nvPr/>
        </ns0:nvSpPr>
        <ns0:spPr>
          <ns1:xfrm rot="0">
            <ns1:off x="4495187" y="4171950"/>
            <ns1:ext cx="10196369" cy="19431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3840"/>
              </ns1:lnSpc>
            </ns1:pPr>
            <ns1:r>
              <ns1:rPr lang="en-US" sz="3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TextBox 24" id="24"/>
          <ns0:cNvSpPr txBox="true"/>
          <ns0:nvPr/>
        </ns0:nvSpPr>
        <ns0:spPr>
          <ns1:xfrm rot="0">
            <ns1:off x="3596444" y="6499235"/>
            <ns1:ext cx="5808392" cy="638249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 marL="906780" indent="-453390" lvl="1">
              <ns1:lnSpc>
                <ns1:spcPts val="5040"/>
              </ns1:lnSpc>
              <ns1:buFont typeface="Arial"/>
              <ns1:buChar char="•"/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  <ns0:sp>
        <ns0:nvSpPr>
          <ns0:cNvPr name="TextBox 25" id="25"/>
          <ns0:cNvSpPr txBox="true"/>
          <ns0:nvPr/>
        </ns0:nvSpPr>
        <ns0:spPr>
          <ns1:xfrm rot="0">
            <ns1:off x="4495187" y="7251785"/>
            <ns1:ext cx="10196369" cy="194310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3840"/>
              </ns1:lnSpc>
            </ns1:pPr>
            <ns1:r>
              <ns1:rPr lang="en-US" sz="3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</ns0:spTree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EFF3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1" id="21"/>
          <ns0:cNvSpPr txBox="true"/>
          <ns0:nvPr/>
        </ns0:nvSpPr>
        <ns0:spPr>
          <ns1:xfrm rot="0">
            <ns1:off x="4825560" y="1686721"/>
            <ns1:ext cx="8636880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4045816" y="3418158"/>
            <ns1:ext cx="10196369" cy="319124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5040"/>
              </ns1:lnSpc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</ns0:spTree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EFF3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1" id="21"/>
          <ns0:cNvSpPr txBox="true"/>
          <ns0:nvPr/>
        </ns0:nvSpPr>
        <ns0:spPr>
          <ns1:xfrm rot="0">
            <ns1:off x="6300555" y="1686721"/>
            <ns1:ext cx="5686891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  <ns1:r>
              <ns1:rPr lang="en-US" b="true" sz="6399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2681842" y="3486220"/>
            <ns1:ext cx="6252477" cy="5105995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5040"/>
              </ns1:lnSpc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</ns0:spTree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EFF3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1" id="21"/>
          <ns0:cNvSpPr txBox="true"/>
          <ns0:nvPr/>
        </ns0:nvSpPr>
        <ns0:spPr>
          <ns1:xfrm rot="0">
            <ns1:off x="6300555" y="1686721"/>
            <ns1:ext cx="5686891" cy="1085141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8959"/>
              </ns1:lnSpc>
            </ns1:pPr>
            <ns1:r>
              <ns1:rPr lang="en-US" sz="6399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  <ns1:r>
              <ns1:rPr lang="en-US" b="true" sz="6399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  <ns0:sp>
        <ns0:nvSpPr>
          <ns0:cNvPr name="TextBox 22" id="22"/>
          <ns0:cNvSpPr txBox="true"/>
          <ns0:nvPr/>
        </ns0:nvSpPr>
        <ns0:spPr>
          <ns1:xfrm rot="0">
            <ns1:off x="4045816" y="3418158"/>
            <ns1:ext cx="10196369" cy="319124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5040"/>
              </ns1:lnSpc>
            </ns1:pPr>
            <ns1:r>
              <ns1:rPr lang="en-US" sz="4200">
                <ns1:solidFill>
                  <ns1:srgbClr val="323C53"/>
                </ns1:solidFill>
                <ns1:latin typeface="EB Garamond"/>
                <ns1:ea typeface="EB Garamond"/>
                <ns1:cs typeface="EB Garamond"/>
                <ns1:sym typeface="EB Garamond"/>
              </ns1:rPr>
              <ns1:t/>
            </ns1:r>
          </ns1:p>
        </ns0:txBody>
      </ns0:sp>
    </ns0:spTree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EFF3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2" id="2"/>
          <ns0:cNvGrpSpPr/>
          <ns0:nvPr/>
        </ns0:nvGrpSpPr>
        <ns0:grpSpPr>
          <ns1:xfrm rot="0">
            <ns1:off x="16633767" y="8810273"/>
            <ns1:ext cx="3086100" cy="3086100"/>
            <ns1:chOff x="0" y="0"/>
            <ns1:chExt cx="812800" cy="812800"/>
          </ns1:xfrm>
        </ns0:grpSpPr>
        <ns0:sp>
          <ns0:nvSpPr>
            <ns0:cNvPr name="Freeform 3" id="3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4" id="4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5" id="5"/>
          <ns0:cNvGrpSpPr/>
          <ns0:nvPr/>
        </ns0:nvGrpSpPr>
        <ns0:grpSpPr>
          <ns1:xfrm rot="0">
            <ns1:off x="-1431867" y="8810273"/>
            <ns1:ext cx="3086100" cy="3086100"/>
            <ns1:chOff x="0" y="0"/>
            <ns1:chExt cx="812800" cy="812800"/>
          </ns1:xfrm>
        </ns0:grpSpPr>
        <ns0:sp>
          <ns0:nvSpPr>
            <ns0:cNvPr name="Freeform 6" id="6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7" id="7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8" id="8"/>
          <ns0:cNvGrpSpPr/>
          <ns0:nvPr/>
        </ns0:nvGrpSpPr>
        <ns0:grpSpPr>
          <ns1:xfrm rot="0">
            <ns1:off x="-1187091" y="-1609373"/>
            <ns1:ext cx="3086100" cy="3086100"/>
            <ns1:chOff x="0" y="0"/>
            <ns1:chExt cx="812800" cy="812800"/>
          </ns1:xfrm>
        </ns0:grpSpPr>
        <ns0:sp>
          <ns0:nvSpPr>
            <ns0:cNvPr name="Freeform 9" id="9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0" id="10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1" id="11"/>
          <ns0:cNvGrpSpPr/>
          <ns0:nvPr/>
        </ns0:nvGrpSpPr>
        <ns0:grpSpPr>
          <ns1:xfrm rot="0">
            <ns1:off x="16388991" y="-1609373"/>
            <ns1:ext cx="3086100" cy="3086100"/>
            <ns1:chOff x="0" y="0"/>
            <ns1:chExt cx="812800" cy="812800"/>
          </ns1:xfrm>
        </ns0:grpSpPr>
        <ns0:sp>
          <ns0:nvSpPr>
            <ns0:cNvPr name="Freeform 12" id="12"/>
            <ns0:cNvSpPr/>
            <ns0:nvPr/>
          </ns0:nvSpPr>
          <ns0:spPr>
            <ns1:xfrm flipH="false" flipV="false" rot="0">
              <ns1:off x="0" y="0"/>
              <ns1:ext cx="812800" cy="812800"/>
            </ns1:xfrm>
            <ns1:custGeom>
              <ns1:avLst/>
              <ns1:gdLst/>
              <ns1:ahLst/>
              <ns1:cxnLst/>
              <ns1:rect r="r" b="b" t="t" l="l"/>
              <ns1:pathLst>
                <ns1:path h="812800" w="812800">
                  <ns1:moveTo>
                    <ns1:pt x="406400" y="0"/>
                  </ns1:moveTo>
                  <ns1:cubicBezTo>
                    <ns1:pt x="181951" y="0"/>
                    <ns1:pt x="0" y="181951"/>
                    <ns1:pt x="0" y="406400"/>
                  </ns1:cubicBezTo>
                  <ns1:cubicBezTo>
                    <ns1:pt x="0" y="630849"/>
                    <ns1:pt x="181951" y="812800"/>
                    <ns1:pt x="406400" y="812800"/>
                  </ns1:cubicBezTo>
                  <ns1:cubicBezTo>
                    <ns1:pt x="630849" y="812800"/>
                    <ns1:pt x="812800" y="630849"/>
                    <ns1:pt x="812800" y="406400"/>
                  </ns1:cubicBezTo>
                  <ns1:cubicBezTo>
                    <ns1:pt x="812800" y="181951"/>
                    <ns1:pt x="630849" y="0"/>
                    <ns1:pt x="406400" y="0"/>
                  </ns1:cubicBezTo>
                  <ns1:close/>
                </ns1:path>
              </ns1:pathLst>
            </ns1:custGeom>
            <ns1:solidFill>
              <ns1:srgbClr val="C5CADC">
                <ns1:alpha val="17647"/>
              </ns1:srgbClr>
            </ns1:solidFill>
          </ns0:spPr>
        </ns0:sp>
        <ns0:sp>
          <ns0:nvSpPr>
            <ns0:cNvPr name="TextBox 13" id="13"/>
            <ns0:cNvSpPr txBox="true"/>
            <ns0:nvPr/>
          </ns0:nvSpPr>
          <ns0:spPr>
            <ns1:xfrm>
              <ns1:off x="76200" y="38100"/>
              <ns1:ext cx="660400" cy="69850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1" id="21"/>
          <ns0:cNvSpPr txBox="true"/>
          <ns0:nvPr/>
        </ns0:nvSpPr>
        <ns0:spPr>
          <ns1:xfrm rot="0">
            <ns1:off x="2885334" y="3776280"/>
            <ns1:ext cx="12517331" cy="1566544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ctr">
              <ns1:lnSpc>
                <ns1:spcPts val="12880"/>
              </ns1:lnSpc>
            </ns1:pPr>
            <ns1:r>
              <ns1:rPr lang="en-US" sz="9200" b="true">
                <ns1:solidFill>
                  <ns1:srgbClr val="323C53"/>
                </ns1:solidFill>
                <ns1:latin typeface="Libre Baskerville Bold"/>
                <ns1:ea typeface="Libre Baskerville Bold"/>
                <ns1:cs typeface="Libre Baskerville Bold"/>
                <ns1:sym typeface="Libre Baskerville Bold"/>
              </ns1:rPr>
              <ns1:t/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DAHCyoklwIY</dc:identifier>
  <dcterms:modified xsi:type="dcterms:W3CDTF">2011-08-01T06:04:30Z</dcterms:modified>
  <cp:revision>1</cp:revision>
</cp:coreProperties>
</file>