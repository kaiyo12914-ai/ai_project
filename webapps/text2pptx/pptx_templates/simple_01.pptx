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x="18288000" cy="10287000"/>
  <p:notesSz cx="6858000" cy="9144000"/>
  <p:embeddedFontLst>
    <p:embeddedFont>
      <p:font typeface="Libre Baskerville Bold" charset="1" panose="02000000000000000000"/>
      <p:regular r:id="rId18"/>
    </p:embeddedFont>
    <p:embeddedFont>
      <p:font typeface="EB Garamond" charset="1" panose="000000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fonts/font18.fntdata" Type="http://schemas.openxmlformats.org/officeDocument/2006/relationships/font"/><Relationship Id="rId19" Target="fonts/font19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3.png" Type="http://schemas.openxmlformats.org/officeDocument/2006/relationships/image"/><Relationship Id="rId5" Target="../media/image4.svg" Type="http://schemas.openxmlformats.org/officeDocument/2006/relationships/image"/><Relationship Id="rId6" Target="../media/image5.png" Type="http://schemas.openxmlformats.org/officeDocument/2006/relationships/image"/><Relationship Id="rId7" Target="../media/image6.sv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9.png" Type="http://schemas.openxmlformats.org/officeDocument/2006/relationships/image"/><Relationship Id="rId7" Target="../media/image10.svg" Type="http://schemas.openxmlformats.org/officeDocument/2006/relationships/image"/><Relationship Id="rId8" Target="../media/image1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Relationship Id="rId8" Target="../media/image1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7.png" Type="http://schemas.openxmlformats.org/officeDocument/2006/relationships/image"/><Relationship Id="rId7" Target="../media/image8.sv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Relationship Id="rId3" Target="../media/image2.svg" Type="http://schemas.openxmlformats.org/officeDocument/2006/relationships/image"/><Relationship Id="rId4" Target="../media/image5.png" Type="http://schemas.openxmlformats.org/officeDocument/2006/relationships/image"/><Relationship Id="rId5" Target="../media/image6.svg" Type="http://schemas.openxmlformats.org/officeDocument/2006/relationships/image"/><Relationship Id="rId6" Target="../media/image3.png" Type="http://schemas.openxmlformats.org/officeDocument/2006/relationships/image"/><Relationship Id="rId7" Target="../media/image4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633767" y="8810273"/>
            <a:ext cx="3086100" cy="308610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431867" y="8810273"/>
            <a:ext cx="3086100" cy="3086100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187091" y="-1609373"/>
            <a:ext cx="3086100" cy="30861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6388991" y="-1609373"/>
            <a:ext cx="3086100" cy="3086100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-165900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0"/>
                </a:moveTo>
                <a:lnTo>
                  <a:pt x="4129818" y="0"/>
                </a:lnTo>
                <a:lnTo>
                  <a:pt x="41298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true" flipV="true" rot="0">
            <a:off x="14324082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29818" y="0"/>
                </a:lnTo>
                <a:lnTo>
                  <a:pt x="4129818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true" flipV="false" rot="0">
            <a:off x="14324082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0"/>
                </a:moveTo>
                <a:lnTo>
                  <a:pt x="0" y="0"/>
                </a:lnTo>
                <a:lnTo>
                  <a:pt x="0" y="4114800"/>
                </a:lnTo>
                <a:lnTo>
                  <a:pt x="4129818" y="4114800"/>
                </a:lnTo>
                <a:lnTo>
                  <a:pt x="412981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true" rot="0">
            <a:off x="-165900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4114800"/>
                </a:moveTo>
                <a:lnTo>
                  <a:pt x="4129818" y="4114800"/>
                </a:lnTo>
                <a:lnTo>
                  <a:pt x="4129818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5486400" y="6201240"/>
            <a:ext cx="7315200" cy="636252"/>
          </a:xfrm>
          <a:custGeom>
            <a:avLst/>
            <a:gdLst/>
            <a:ahLst/>
            <a:cxnLst/>
            <a:rect r="r" b="b" t="t" l="l"/>
            <a:pathLst>
              <a:path h="636252" w="7315200">
                <a:moveTo>
                  <a:pt x="0" y="0"/>
                </a:moveTo>
                <a:lnTo>
                  <a:pt x="7315200" y="0"/>
                </a:lnTo>
                <a:lnTo>
                  <a:pt x="7315200" y="636253"/>
                </a:lnTo>
                <a:lnTo>
                  <a:pt x="0" y="63625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8191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70497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2885334" y="3576956"/>
            <a:ext cx="12517331" cy="15666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b="true" sz="9200">
                <a:solidFill>
                  <a:srgbClr val="323C53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PRESENTATION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5486400" y="5048250"/>
            <a:ext cx="7315200" cy="8209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19"/>
              </a:lnSpc>
            </a:pPr>
            <a:r>
              <a:rPr lang="en-US" sz="4800">
                <a:solidFill>
                  <a:srgbClr val="4A597C"/>
                </a:solidFill>
                <a:latin typeface="EB Garamond"/>
                <a:ea typeface="EB Garamond"/>
                <a:cs typeface="EB Garamond"/>
                <a:sym typeface="EB Garamond"/>
              </a:rPr>
              <a:t>By : Donna Stroupe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633767" y="8810273"/>
            <a:ext cx="3086100" cy="308610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431867" y="8810273"/>
            <a:ext cx="3086100" cy="3086100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187091" y="-1609373"/>
            <a:ext cx="3086100" cy="30861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6388991" y="-1609373"/>
            <a:ext cx="3086100" cy="3086100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-165900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0"/>
                </a:moveTo>
                <a:lnTo>
                  <a:pt x="4129818" y="0"/>
                </a:lnTo>
                <a:lnTo>
                  <a:pt x="41298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true" flipV="true" rot="0">
            <a:off x="14324082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29818" y="0"/>
                </a:lnTo>
                <a:lnTo>
                  <a:pt x="4129818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true" flipV="false" rot="0">
            <a:off x="14324082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0"/>
                </a:moveTo>
                <a:lnTo>
                  <a:pt x="0" y="0"/>
                </a:lnTo>
                <a:lnTo>
                  <a:pt x="0" y="4114800"/>
                </a:lnTo>
                <a:lnTo>
                  <a:pt x="4129818" y="4114800"/>
                </a:lnTo>
                <a:lnTo>
                  <a:pt x="412981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true" rot="0">
            <a:off x="-165900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4114800"/>
                </a:moveTo>
                <a:lnTo>
                  <a:pt x="4129818" y="4114800"/>
                </a:lnTo>
                <a:lnTo>
                  <a:pt x="4129818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191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70497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5486400" y="2771862"/>
            <a:ext cx="7315200" cy="159604"/>
          </a:xfrm>
          <a:custGeom>
            <a:avLst/>
            <a:gdLst/>
            <a:ahLst/>
            <a:cxnLst/>
            <a:rect r="r" b="b" t="t" l="l"/>
            <a:pathLst>
              <a:path h="159604" w="7315200">
                <a:moveTo>
                  <a:pt x="0" y="0"/>
                </a:moveTo>
                <a:lnTo>
                  <a:pt x="7315200" y="0"/>
                </a:lnTo>
                <a:lnTo>
                  <a:pt x="7315200" y="159604"/>
                </a:lnTo>
                <a:lnTo>
                  <a:pt x="0" y="1596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6152527" y="1686721"/>
            <a:ext cx="5982947" cy="108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323C53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Outline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126093" y="3418158"/>
            <a:ext cx="6035814" cy="50678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Background</a:t>
            </a:r>
          </a:p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Problem Statement</a:t>
            </a:r>
          </a:p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Objectives </a:t>
            </a:r>
          </a:p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Methodology</a:t>
            </a:r>
          </a:p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Main Point</a:t>
            </a:r>
          </a:p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Results</a:t>
            </a:r>
          </a:p>
          <a:p>
            <a:pPr algn="ctr">
              <a:lnSpc>
                <a:spcPts val="5759"/>
              </a:lnSpc>
            </a:pPr>
            <a:r>
              <a:rPr lang="en-US" sz="48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Conclusion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633767" y="8810273"/>
            <a:ext cx="3086100" cy="308610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431867" y="8810273"/>
            <a:ext cx="3086100" cy="3086100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187091" y="-1609373"/>
            <a:ext cx="3086100" cy="30861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6388991" y="-1609373"/>
            <a:ext cx="3086100" cy="3086100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-165900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0"/>
                </a:moveTo>
                <a:lnTo>
                  <a:pt x="4129818" y="0"/>
                </a:lnTo>
                <a:lnTo>
                  <a:pt x="41298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true" flipV="true" rot="0">
            <a:off x="14324082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29818" y="0"/>
                </a:lnTo>
                <a:lnTo>
                  <a:pt x="4129818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true" flipV="false" rot="0">
            <a:off x="14324082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0"/>
                </a:moveTo>
                <a:lnTo>
                  <a:pt x="0" y="0"/>
                </a:lnTo>
                <a:lnTo>
                  <a:pt x="0" y="4114800"/>
                </a:lnTo>
                <a:lnTo>
                  <a:pt x="4129818" y="4114800"/>
                </a:lnTo>
                <a:lnTo>
                  <a:pt x="412981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true" rot="0">
            <a:off x="-165900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4114800"/>
                </a:moveTo>
                <a:lnTo>
                  <a:pt x="4129818" y="4114800"/>
                </a:lnTo>
                <a:lnTo>
                  <a:pt x="4129818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191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70497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5486400" y="2771862"/>
            <a:ext cx="7315200" cy="159604"/>
          </a:xfrm>
          <a:custGeom>
            <a:avLst/>
            <a:gdLst/>
            <a:ahLst/>
            <a:cxnLst/>
            <a:rect r="r" b="b" t="t" l="l"/>
            <a:pathLst>
              <a:path h="159604" w="7315200">
                <a:moveTo>
                  <a:pt x="0" y="0"/>
                </a:moveTo>
                <a:lnTo>
                  <a:pt x="7315200" y="0"/>
                </a:lnTo>
                <a:lnTo>
                  <a:pt x="7315200" y="159604"/>
                </a:lnTo>
                <a:lnTo>
                  <a:pt x="0" y="1596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6300555" y="1686721"/>
            <a:ext cx="5686891" cy="108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323C53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Backgro</a:t>
            </a:r>
            <a:r>
              <a:rPr lang="en-US" b="true" sz="6399">
                <a:solidFill>
                  <a:srgbClr val="323C53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und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045816" y="3418158"/>
            <a:ext cx="10196369" cy="3191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Lorem ipsum dolor sit amet, consectetur adipiscing elit. Praesent varius, velit sed ultrices laoreet, urna lorem efficitur arcu, a dapibus nibh lacus sit amet nulla. Integer sodales turpis vel lectus ultrices, eu convallis erat.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633767" y="8810273"/>
            <a:ext cx="3086100" cy="308610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431867" y="8810273"/>
            <a:ext cx="3086100" cy="3086100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187091" y="-1609373"/>
            <a:ext cx="3086100" cy="30861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6388991" y="-1609373"/>
            <a:ext cx="3086100" cy="3086100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-165900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0"/>
                </a:moveTo>
                <a:lnTo>
                  <a:pt x="4129818" y="0"/>
                </a:lnTo>
                <a:lnTo>
                  <a:pt x="41298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true" flipV="true" rot="0">
            <a:off x="14324082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29818" y="0"/>
                </a:lnTo>
                <a:lnTo>
                  <a:pt x="4129818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true" flipV="false" rot="0">
            <a:off x="14324082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0"/>
                </a:moveTo>
                <a:lnTo>
                  <a:pt x="0" y="0"/>
                </a:lnTo>
                <a:lnTo>
                  <a:pt x="0" y="4114800"/>
                </a:lnTo>
                <a:lnTo>
                  <a:pt x="4129818" y="4114800"/>
                </a:lnTo>
                <a:lnTo>
                  <a:pt x="412981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true" rot="0">
            <a:off x="-165900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4114800"/>
                </a:moveTo>
                <a:lnTo>
                  <a:pt x="4129818" y="4114800"/>
                </a:lnTo>
                <a:lnTo>
                  <a:pt x="4129818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191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70497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0" id="20"/>
          <p:cNvSpPr txBox="true"/>
          <p:nvPr/>
        </p:nvSpPr>
        <p:spPr>
          <a:xfrm rot="0">
            <a:off x="3411409" y="3427683"/>
            <a:ext cx="11465181" cy="461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34059" indent="-367030" lvl="1">
              <a:lnSpc>
                <a:spcPts val="4079"/>
              </a:lnSpc>
              <a:buAutoNum type="arabicPeriod" startAt="1"/>
            </a:pPr>
            <a:r>
              <a:rPr lang="en-US" sz="3399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Lorem ipsum dolor sit amet, consectetur adipiscing elit. Fusce ut sapien at justo dictum gravida. Donec volutpat, nisl nec aliquet, sem turpis fringilla purus.</a:t>
            </a:r>
          </a:p>
          <a:p>
            <a:pPr algn="just" marL="734059" indent="-367030" lvl="1">
              <a:lnSpc>
                <a:spcPts val="4079"/>
              </a:lnSpc>
              <a:buAutoNum type="arabicPeriod" startAt="1"/>
            </a:pPr>
            <a:r>
              <a:rPr lang="en-US" sz="3399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Lorem ipsum dolor sit amet, consectetur adipiscing elit. Fusce ut sapien at justo dictum gravida. Donec volutpat, nisl nec aliquet, sem turpis fringilla purus.</a:t>
            </a:r>
          </a:p>
          <a:p>
            <a:pPr algn="just" marL="734059" indent="-367030" lvl="1">
              <a:lnSpc>
                <a:spcPts val="4079"/>
              </a:lnSpc>
              <a:buAutoNum type="arabicPeriod" startAt="1"/>
            </a:pPr>
            <a:r>
              <a:rPr lang="en-US" sz="3399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Lorem ipsum dolor sit amet, consectetur adipiscing elit. Fusce ut sapien at justo dictum gravida. Donec volutpat, nisl nec aliquet, sem turpis fringilla purus.</a:t>
            </a:r>
          </a:p>
        </p:txBody>
      </p:sp>
      <p:sp>
        <p:nvSpPr>
          <p:cNvPr name="Freeform 21" id="21"/>
          <p:cNvSpPr/>
          <p:nvPr/>
        </p:nvSpPr>
        <p:spPr>
          <a:xfrm flipH="false" flipV="false" rot="0">
            <a:off x="5486400" y="2771862"/>
            <a:ext cx="7315200" cy="266007"/>
          </a:xfrm>
          <a:custGeom>
            <a:avLst/>
            <a:gdLst/>
            <a:ahLst/>
            <a:cxnLst/>
            <a:rect r="r" b="b" t="t" l="l"/>
            <a:pathLst>
              <a:path h="266007" w="7315200">
                <a:moveTo>
                  <a:pt x="0" y="0"/>
                </a:moveTo>
                <a:lnTo>
                  <a:pt x="7315200" y="0"/>
                </a:lnTo>
                <a:lnTo>
                  <a:pt x="7315200" y="266007"/>
                </a:lnTo>
                <a:lnTo>
                  <a:pt x="0" y="2660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2" id="22"/>
          <p:cNvSpPr txBox="true"/>
          <p:nvPr/>
        </p:nvSpPr>
        <p:spPr>
          <a:xfrm rot="0">
            <a:off x="4825560" y="1686721"/>
            <a:ext cx="8636880" cy="108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323C53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Problem Stateme</a:t>
            </a:r>
            <a:r>
              <a:rPr lang="en-US" b="true" sz="6399">
                <a:solidFill>
                  <a:srgbClr val="323C53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nt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633767" y="8810273"/>
            <a:ext cx="3086100" cy="308610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431867" y="8810273"/>
            <a:ext cx="3086100" cy="3086100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187091" y="-1609373"/>
            <a:ext cx="3086100" cy="30861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6388991" y="-1609373"/>
            <a:ext cx="3086100" cy="3086100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-165900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0"/>
                </a:moveTo>
                <a:lnTo>
                  <a:pt x="4129818" y="0"/>
                </a:lnTo>
                <a:lnTo>
                  <a:pt x="41298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true" flipV="true" rot="0">
            <a:off x="14324082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29818" y="0"/>
                </a:lnTo>
                <a:lnTo>
                  <a:pt x="4129818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true" flipV="false" rot="0">
            <a:off x="14324082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0"/>
                </a:moveTo>
                <a:lnTo>
                  <a:pt x="0" y="0"/>
                </a:lnTo>
                <a:lnTo>
                  <a:pt x="0" y="4114800"/>
                </a:lnTo>
                <a:lnTo>
                  <a:pt x="4129818" y="4114800"/>
                </a:lnTo>
                <a:lnTo>
                  <a:pt x="412981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true" rot="0">
            <a:off x="-165900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4114800"/>
                </a:moveTo>
                <a:lnTo>
                  <a:pt x="4129818" y="4114800"/>
                </a:lnTo>
                <a:lnTo>
                  <a:pt x="4129818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191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70497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5486400" y="2771862"/>
            <a:ext cx="7315200" cy="159604"/>
          </a:xfrm>
          <a:custGeom>
            <a:avLst/>
            <a:gdLst/>
            <a:ahLst/>
            <a:cxnLst/>
            <a:rect r="r" b="b" t="t" l="l"/>
            <a:pathLst>
              <a:path h="159604" w="7315200">
                <a:moveTo>
                  <a:pt x="0" y="0"/>
                </a:moveTo>
                <a:lnTo>
                  <a:pt x="7315200" y="0"/>
                </a:lnTo>
                <a:lnTo>
                  <a:pt x="7315200" y="159604"/>
                </a:lnTo>
                <a:lnTo>
                  <a:pt x="0" y="1596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4045816" y="3418158"/>
            <a:ext cx="10196369" cy="3191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Lorem ipsum dolor sit amet, consectetur adipiscing elit. Praesent varius, velit sed ultrices laoreet, urna lorem efficitur arcu, a dapibus nibh lacus sit amet nulla. Integer sodales turpis vel lectus ultrices, eu convallis erat.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6300555" y="1686721"/>
            <a:ext cx="5686891" cy="108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323C53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Objectives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633767" y="8810273"/>
            <a:ext cx="3086100" cy="308610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431867" y="8810273"/>
            <a:ext cx="3086100" cy="3086100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187091" y="-1609373"/>
            <a:ext cx="3086100" cy="30861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6388991" y="-1609373"/>
            <a:ext cx="3086100" cy="3086100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-165900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0"/>
                </a:moveTo>
                <a:lnTo>
                  <a:pt x="4129818" y="0"/>
                </a:lnTo>
                <a:lnTo>
                  <a:pt x="41298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true" flipV="true" rot="0">
            <a:off x="14324082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29818" y="0"/>
                </a:lnTo>
                <a:lnTo>
                  <a:pt x="4129818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true" flipV="false" rot="0">
            <a:off x="14324082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0"/>
                </a:moveTo>
                <a:lnTo>
                  <a:pt x="0" y="0"/>
                </a:lnTo>
                <a:lnTo>
                  <a:pt x="0" y="4114800"/>
                </a:lnTo>
                <a:lnTo>
                  <a:pt x="4129818" y="4114800"/>
                </a:lnTo>
                <a:lnTo>
                  <a:pt x="412981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true" rot="0">
            <a:off x="-165900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4114800"/>
                </a:moveTo>
                <a:lnTo>
                  <a:pt x="4129818" y="4114800"/>
                </a:lnTo>
                <a:lnTo>
                  <a:pt x="4129818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191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70497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5486400" y="2771862"/>
            <a:ext cx="7315200" cy="159604"/>
          </a:xfrm>
          <a:custGeom>
            <a:avLst/>
            <a:gdLst/>
            <a:ahLst/>
            <a:cxnLst/>
            <a:rect r="r" b="b" t="t" l="l"/>
            <a:pathLst>
              <a:path h="159604" w="7315200">
                <a:moveTo>
                  <a:pt x="0" y="0"/>
                </a:moveTo>
                <a:lnTo>
                  <a:pt x="7315200" y="0"/>
                </a:lnTo>
                <a:lnTo>
                  <a:pt x="7315200" y="159604"/>
                </a:lnTo>
                <a:lnTo>
                  <a:pt x="0" y="1596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5523407" y="1686721"/>
            <a:ext cx="7241186" cy="108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323C53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Methodology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596444" y="3418158"/>
            <a:ext cx="5808392" cy="6382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06780" indent="-453390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Research Approach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495187" y="4171950"/>
            <a:ext cx="10196369" cy="1943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40"/>
              </a:lnSpc>
            </a:pPr>
            <a:r>
              <a:rPr lang="en-US" sz="32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Lorem ipsum dolor sit amet, consectetur adipiscing elit. Praesent varius, velit sed ultrices laoreet, urna lorem efficitur arcu, a dapibus nibh lacus sit amet nulla. Integer sodales turpis vel lectus ultrices, eu convallis erat.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596444" y="6499235"/>
            <a:ext cx="5808392" cy="6382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906780" indent="-453390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Tools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495187" y="7251785"/>
            <a:ext cx="10196369" cy="1943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40"/>
              </a:lnSpc>
            </a:pPr>
            <a:r>
              <a:rPr lang="en-US" sz="32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Lorem ipsum dolor sit amet, consectetur adipiscing elit. Praesent varius, velit sed ultrices laoreet, urna lorem efficitur arcu, a dapibus nibh lacus sit amet nulla. Integer sodales turpis vel lectus ultrices, eu convallis erat.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633767" y="8810273"/>
            <a:ext cx="3086100" cy="308610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431867" y="8810273"/>
            <a:ext cx="3086100" cy="3086100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187091" y="-1609373"/>
            <a:ext cx="3086100" cy="30861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6388991" y="-1609373"/>
            <a:ext cx="3086100" cy="3086100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-165900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0"/>
                </a:moveTo>
                <a:lnTo>
                  <a:pt x="4129818" y="0"/>
                </a:lnTo>
                <a:lnTo>
                  <a:pt x="41298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true" flipV="true" rot="0">
            <a:off x="14324082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29818" y="0"/>
                </a:lnTo>
                <a:lnTo>
                  <a:pt x="4129818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true" flipV="false" rot="0">
            <a:off x="14324082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0"/>
                </a:moveTo>
                <a:lnTo>
                  <a:pt x="0" y="0"/>
                </a:lnTo>
                <a:lnTo>
                  <a:pt x="0" y="4114800"/>
                </a:lnTo>
                <a:lnTo>
                  <a:pt x="4129818" y="4114800"/>
                </a:lnTo>
                <a:lnTo>
                  <a:pt x="412981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true" rot="0">
            <a:off x="-165900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4114800"/>
                </a:moveTo>
                <a:lnTo>
                  <a:pt x="4129818" y="4114800"/>
                </a:lnTo>
                <a:lnTo>
                  <a:pt x="4129818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191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70497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5486400" y="2771862"/>
            <a:ext cx="7315200" cy="159604"/>
          </a:xfrm>
          <a:custGeom>
            <a:avLst/>
            <a:gdLst/>
            <a:ahLst/>
            <a:cxnLst/>
            <a:rect r="r" b="b" t="t" l="l"/>
            <a:pathLst>
              <a:path h="159604" w="7315200">
                <a:moveTo>
                  <a:pt x="0" y="0"/>
                </a:moveTo>
                <a:lnTo>
                  <a:pt x="7315200" y="0"/>
                </a:lnTo>
                <a:lnTo>
                  <a:pt x="7315200" y="159604"/>
                </a:lnTo>
                <a:lnTo>
                  <a:pt x="0" y="1596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5523407" y="1686721"/>
            <a:ext cx="7241186" cy="108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323C53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Methodology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596444" y="3418158"/>
            <a:ext cx="5808392" cy="6382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06780" indent="-453390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Materials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384166" y="4190648"/>
            <a:ext cx="11465181" cy="46196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734059" indent="-367030" lvl="1">
              <a:lnSpc>
                <a:spcPts val="4079"/>
              </a:lnSpc>
              <a:buAutoNum type="arabicPeriod" startAt="1"/>
            </a:pPr>
            <a:r>
              <a:rPr lang="en-US" sz="3399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Lorem ipsum dolor sit amet, consectetur adipiscing elit. Fusce ut sapien at justo dictum gravida. Donec volutpat, nisl nec aliquet, sem turpis fringilla purus.</a:t>
            </a:r>
          </a:p>
          <a:p>
            <a:pPr algn="just" marL="734059" indent="-367030" lvl="1">
              <a:lnSpc>
                <a:spcPts val="4079"/>
              </a:lnSpc>
              <a:buAutoNum type="arabicPeriod" startAt="1"/>
            </a:pPr>
            <a:r>
              <a:rPr lang="en-US" sz="3399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Lorem ipsum dolor sit amet, consectetur adipiscing elit. Fusce ut sapien at justo dictum gravida. Donec volutpat, nisl nec aliquet, sem turpis fringilla purus.</a:t>
            </a:r>
          </a:p>
          <a:p>
            <a:pPr algn="just" marL="734059" indent="-367030" lvl="1">
              <a:lnSpc>
                <a:spcPts val="4079"/>
              </a:lnSpc>
              <a:buAutoNum type="arabicPeriod" startAt="1"/>
            </a:pPr>
            <a:r>
              <a:rPr lang="en-US" sz="3399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Lorem ipsum dolor sit amet, consectetur adipiscing elit. Fusce ut sapien at justo dictum gravida. Donec volutpat, nisl nec aliquet, sem turpis fringilla purus.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633767" y="8810273"/>
            <a:ext cx="3086100" cy="308610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431867" y="8810273"/>
            <a:ext cx="3086100" cy="3086100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187091" y="-1609373"/>
            <a:ext cx="3086100" cy="30861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6388991" y="-1609373"/>
            <a:ext cx="3086100" cy="3086100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-165900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0"/>
                </a:moveTo>
                <a:lnTo>
                  <a:pt x="4129818" y="0"/>
                </a:lnTo>
                <a:lnTo>
                  <a:pt x="41298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true" flipV="true" rot="0">
            <a:off x="14324082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29818" y="0"/>
                </a:lnTo>
                <a:lnTo>
                  <a:pt x="4129818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true" flipV="false" rot="0">
            <a:off x="14324082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0"/>
                </a:moveTo>
                <a:lnTo>
                  <a:pt x="0" y="0"/>
                </a:lnTo>
                <a:lnTo>
                  <a:pt x="0" y="4114800"/>
                </a:lnTo>
                <a:lnTo>
                  <a:pt x="4129818" y="4114800"/>
                </a:lnTo>
                <a:lnTo>
                  <a:pt x="412981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true" rot="0">
            <a:off x="-165900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4114800"/>
                </a:moveTo>
                <a:lnTo>
                  <a:pt x="4129818" y="4114800"/>
                </a:lnTo>
                <a:lnTo>
                  <a:pt x="4129818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191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70497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5486400" y="2771862"/>
            <a:ext cx="7315200" cy="159604"/>
          </a:xfrm>
          <a:custGeom>
            <a:avLst/>
            <a:gdLst/>
            <a:ahLst/>
            <a:cxnLst/>
            <a:rect r="r" b="b" t="t" l="l"/>
            <a:pathLst>
              <a:path h="159604" w="7315200">
                <a:moveTo>
                  <a:pt x="0" y="0"/>
                </a:moveTo>
                <a:lnTo>
                  <a:pt x="7315200" y="0"/>
                </a:lnTo>
                <a:lnTo>
                  <a:pt x="7315200" y="159604"/>
                </a:lnTo>
                <a:lnTo>
                  <a:pt x="0" y="1596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5523407" y="1686721"/>
            <a:ext cx="7241186" cy="108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323C53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Methodology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3596444" y="3418158"/>
            <a:ext cx="5808392" cy="6382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906780" indent="-453390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Process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4495187" y="4171950"/>
            <a:ext cx="10196369" cy="1943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40"/>
              </a:lnSpc>
            </a:pPr>
            <a:r>
              <a:rPr lang="en-US" sz="32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Lorem ipsum dolor sit amet, consectetur adipiscing elit. Praesent varius, velit sed ultrices laoreet, urna lorem efficitur arcu, a dapibus nibh lacus sit amet nulla. Integer sodales turpis vel lectus ultrices, eu convallis erat.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3596444" y="6499235"/>
            <a:ext cx="5808392" cy="6382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 marL="906780" indent="-453390" lvl="1">
              <a:lnSpc>
                <a:spcPts val="5040"/>
              </a:lnSpc>
              <a:buFont typeface="Arial"/>
              <a:buChar char="•"/>
            </a:pPr>
            <a:r>
              <a:rPr lang="en-US" sz="42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Implementation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4495187" y="7251785"/>
            <a:ext cx="10196369" cy="19431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840"/>
              </a:lnSpc>
            </a:pPr>
            <a:r>
              <a:rPr lang="en-US" sz="32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Lorem ipsum dolor sit amet, consectetur adipiscing elit. Praesent varius, velit sed ultrices laoreet, urna lorem efficitur arcu, a dapibus nibh lacus sit amet nulla. Integer sodales turpis vel lectus ultrices, eu convallis erat.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633767" y="8810273"/>
            <a:ext cx="3086100" cy="308610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431867" y="8810273"/>
            <a:ext cx="3086100" cy="3086100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187091" y="-1609373"/>
            <a:ext cx="3086100" cy="30861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6388991" y="-1609373"/>
            <a:ext cx="3086100" cy="3086100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-165900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0"/>
                </a:moveTo>
                <a:lnTo>
                  <a:pt x="4129818" y="0"/>
                </a:lnTo>
                <a:lnTo>
                  <a:pt x="41298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true" flipV="true" rot="0">
            <a:off x="14324082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29818" y="0"/>
                </a:lnTo>
                <a:lnTo>
                  <a:pt x="4129818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true" flipV="false" rot="0">
            <a:off x="14324082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0"/>
                </a:moveTo>
                <a:lnTo>
                  <a:pt x="0" y="0"/>
                </a:lnTo>
                <a:lnTo>
                  <a:pt x="0" y="4114800"/>
                </a:lnTo>
                <a:lnTo>
                  <a:pt x="4129818" y="4114800"/>
                </a:lnTo>
                <a:lnTo>
                  <a:pt x="412981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true" rot="0">
            <a:off x="-165900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4114800"/>
                </a:moveTo>
                <a:lnTo>
                  <a:pt x="4129818" y="4114800"/>
                </a:lnTo>
                <a:lnTo>
                  <a:pt x="4129818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191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70497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5486400" y="2771862"/>
            <a:ext cx="7315200" cy="266007"/>
          </a:xfrm>
          <a:custGeom>
            <a:avLst/>
            <a:gdLst/>
            <a:ahLst/>
            <a:cxnLst/>
            <a:rect r="r" b="b" t="t" l="l"/>
            <a:pathLst>
              <a:path h="266007" w="7315200">
                <a:moveTo>
                  <a:pt x="0" y="0"/>
                </a:moveTo>
                <a:lnTo>
                  <a:pt x="7315200" y="0"/>
                </a:lnTo>
                <a:lnTo>
                  <a:pt x="7315200" y="266007"/>
                </a:lnTo>
                <a:lnTo>
                  <a:pt x="0" y="266007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4825560" y="1686721"/>
            <a:ext cx="8636880" cy="108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323C53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Main Point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045816" y="3418158"/>
            <a:ext cx="10196369" cy="3191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Lorem ipsum dolor sit amet, consectetur adipiscing elit. Praesent varius, velit sed ultrices laoreet, urna lorem efficitur arcu, a dapibus nibh lacus sit amet nulla. Integer sodales turpis vel lectus ultrices, eu convallis erat.</a:t>
            </a:r>
          </a:p>
        </p:txBody>
      </p:sp>
      <p:pic>
        <p:nvPicPr>
          <p:cNvPr name="Picture 23" id="23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5265658" y="6610715"/>
            <a:ext cx="7756684" cy="208150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633767" y="8810273"/>
            <a:ext cx="3086100" cy="308610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431867" y="8810273"/>
            <a:ext cx="3086100" cy="3086100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187091" y="-1609373"/>
            <a:ext cx="3086100" cy="30861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6388991" y="-1609373"/>
            <a:ext cx="3086100" cy="3086100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-165900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0"/>
                </a:moveTo>
                <a:lnTo>
                  <a:pt x="4129818" y="0"/>
                </a:lnTo>
                <a:lnTo>
                  <a:pt x="41298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true" flipV="true" rot="0">
            <a:off x="14324082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29818" y="0"/>
                </a:lnTo>
                <a:lnTo>
                  <a:pt x="4129818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true" flipV="false" rot="0">
            <a:off x="14324082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0"/>
                </a:moveTo>
                <a:lnTo>
                  <a:pt x="0" y="0"/>
                </a:lnTo>
                <a:lnTo>
                  <a:pt x="0" y="4114800"/>
                </a:lnTo>
                <a:lnTo>
                  <a:pt x="4129818" y="4114800"/>
                </a:lnTo>
                <a:lnTo>
                  <a:pt x="412981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true" rot="0">
            <a:off x="-165900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4114800"/>
                </a:moveTo>
                <a:lnTo>
                  <a:pt x="4129818" y="4114800"/>
                </a:lnTo>
                <a:lnTo>
                  <a:pt x="4129818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191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70497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5486400" y="2771862"/>
            <a:ext cx="7315200" cy="159604"/>
          </a:xfrm>
          <a:custGeom>
            <a:avLst/>
            <a:gdLst/>
            <a:ahLst/>
            <a:cxnLst/>
            <a:rect r="r" b="b" t="t" l="l"/>
            <a:pathLst>
              <a:path h="159604" w="7315200">
                <a:moveTo>
                  <a:pt x="0" y="0"/>
                </a:moveTo>
                <a:lnTo>
                  <a:pt x="7315200" y="0"/>
                </a:lnTo>
                <a:lnTo>
                  <a:pt x="7315200" y="159604"/>
                </a:lnTo>
                <a:lnTo>
                  <a:pt x="0" y="1596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6300555" y="1686721"/>
            <a:ext cx="5686891" cy="108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323C53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Res</a:t>
            </a:r>
            <a:r>
              <a:rPr lang="en-US" b="true" sz="6399">
                <a:solidFill>
                  <a:srgbClr val="323C53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ults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2681842" y="3486220"/>
            <a:ext cx="6252477" cy="51059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Lorem ipsum dolor sit amet, consectetur adipiscing elit. Praesent varius, velit sed ultrices laoreet, urna lorem efficitur arcu, a dapibus nibh lacus sit amet nulla. Integer sodales turpis vel lectus ultrices, eu convallis erat.</a:t>
            </a:r>
          </a:p>
        </p:txBody>
      </p:sp>
      <p:pic>
        <p:nvPicPr>
          <p:cNvPr name="Picture 23" id="23"/>
          <p:cNvPicPr>
            <a:picLocks noChangeAspect="true"/>
          </p:cNvPicPr>
          <p:nvPr/>
        </p:nvPicPr>
        <p:blipFill>
          <a:blip r:embed="rId8"/>
          <a:stretch>
            <a:fillRect/>
          </a:stretch>
        </p:blipFill>
        <p:spPr>
          <a:xfrm rot="0">
            <a:off x="9151623" y="2967113"/>
            <a:ext cx="6845303" cy="614421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633767" y="8810273"/>
            <a:ext cx="3086100" cy="308610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431867" y="8810273"/>
            <a:ext cx="3086100" cy="3086100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187091" y="-1609373"/>
            <a:ext cx="3086100" cy="30861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6388991" y="-1609373"/>
            <a:ext cx="3086100" cy="3086100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-165900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0"/>
                </a:moveTo>
                <a:lnTo>
                  <a:pt x="4129818" y="0"/>
                </a:lnTo>
                <a:lnTo>
                  <a:pt x="41298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true" flipV="true" rot="0">
            <a:off x="14324082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29818" y="0"/>
                </a:lnTo>
                <a:lnTo>
                  <a:pt x="4129818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true" flipV="false" rot="0">
            <a:off x="14324082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0"/>
                </a:moveTo>
                <a:lnTo>
                  <a:pt x="0" y="0"/>
                </a:lnTo>
                <a:lnTo>
                  <a:pt x="0" y="4114800"/>
                </a:lnTo>
                <a:lnTo>
                  <a:pt x="4129818" y="4114800"/>
                </a:lnTo>
                <a:lnTo>
                  <a:pt x="412981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true" rot="0">
            <a:off x="-165900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4114800"/>
                </a:moveTo>
                <a:lnTo>
                  <a:pt x="4129818" y="4114800"/>
                </a:lnTo>
                <a:lnTo>
                  <a:pt x="4129818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191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70497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5486400" y="2771862"/>
            <a:ext cx="7315200" cy="159604"/>
          </a:xfrm>
          <a:custGeom>
            <a:avLst/>
            <a:gdLst/>
            <a:ahLst/>
            <a:cxnLst/>
            <a:rect r="r" b="b" t="t" l="l"/>
            <a:pathLst>
              <a:path h="159604" w="7315200">
                <a:moveTo>
                  <a:pt x="0" y="0"/>
                </a:moveTo>
                <a:lnTo>
                  <a:pt x="7315200" y="0"/>
                </a:lnTo>
                <a:lnTo>
                  <a:pt x="7315200" y="159604"/>
                </a:lnTo>
                <a:lnTo>
                  <a:pt x="0" y="159604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6300555" y="1686721"/>
            <a:ext cx="5686891" cy="1085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59"/>
              </a:lnSpc>
            </a:pPr>
            <a:r>
              <a:rPr lang="en-US" sz="6399" b="true">
                <a:solidFill>
                  <a:srgbClr val="323C53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Concl</a:t>
            </a:r>
            <a:r>
              <a:rPr lang="en-US" b="true" sz="6399">
                <a:solidFill>
                  <a:srgbClr val="323C53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usion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4045816" y="3418158"/>
            <a:ext cx="10196369" cy="31912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040"/>
              </a:lnSpc>
            </a:pPr>
            <a:r>
              <a:rPr lang="en-US" sz="4200">
                <a:solidFill>
                  <a:srgbClr val="323C53"/>
                </a:solidFill>
                <a:latin typeface="EB Garamond"/>
                <a:ea typeface="EB Garamond"/>
                <a:cs typeface="EB Garamond"/>
                <a:sym typeface="EB Garamond"/>
              </a:rPr>
              <a:t>Lorem ipsum dolor sit amet, consectetur adipiscing elit. Praesent varius, velit sed ultrices laoreet, urna lorem efficitur arcu, a dapibus nibh lacus sit amet nulla. Integer sodales turpis vel lectus ultrices, eu convallis erat.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EFF3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633767" y="8810273"/>
            <a:ext cx="3086100" cy="3086100"/>
            <a:chOff x="0" y="0"/>
            <a:chExt cx="812800" cy="81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-1431867" y="8810273"/>
            <a:ext cx="3086100" cy="3086100"/>
            <a:chOff x="0" y="0"/>
            <a:chExt cx="812800" cy="812800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7" id="7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-1187091" y="-1609373"/>
            <a:ext cx="3086100" cy="3086100"/>
            <a:chOff x="0" y="0"/>
            <a:chExt cx="812800" cy="812800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0" id="10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6388991" y="-1609373"/>
            <a:ext cx="3086100" cy="3086100"/>
            <a:chOff x="0" y="0"/>
            <a:chExt cx="812800" cy="812800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812800" cy="812800"/>
            </a:xfrm>
            <a:custGeom>
              <a:avLst/>
              <a:gdLst/>
              <a:ahLst/>
              <a:cxnLst/>
              <a:rect r="r" b="b" t="t" l="l"/>
              <a:pathLst>
                <a:path h="812800" w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C5CADC">
                <a:alpha val="17647"/>
              </a:srgbClr>
            </a:solidFill>
          </p:spPr>
        </p:sp>
        <p:sp>
          <p:nvSpPr>
            <p:cNvPr name="TextBox 13" id="13"/>
            <p:cNvSpPr txBox="true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14" id="14"/>
          <p:cNvSpPr/>
          <p:nvPr/>
        </p:nvSpPr>
        <p:spPr>
          <a:xfrm flipH="false" flipV="false" rot="0">
            <a:off x="-165900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0"/>
                </a:moveTo>
                <a:lnTo>
                  <a:pt x="4129818" y="0"/>
                </a:lnTo>
                <a:lnTo>
                  <a:pt x="4129818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true" flipV="true" rot="0">
            <a:off x="14324082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4114800"/>
                </a:moveTo>
                <a:lnTo>
                  <a:pt x="0" y="4114800"/>
                </a:lnTo>
                <a:lnTo>
                  <a:pt x="0" y="0"/>
                </a:lnTo>
                <a:lnTo>
                  <a:pt x="4129818" y="0"/>
                </a:lnTo>
                <a:lnTo>
                  <a:pt x="4129818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true" flipV="false" rot="0">
            <a:off x="14324082" y="-2202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4129818" y="0"/>
                </a:moveTo>
                <a:lnTo>
                  <a:pt x="0" y="0"/>
                </a:lnTo>
                <a:lnTo>
                  <a:pt x="0" y="4114800"/>
                </a:lnTo>
                <a:lnTo>
                  <a:pt x="4129818" y="4114800"/>
                </a:lnTo>
                <a:lnTo>
                  <a:pt x="4129818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true" rot="0">
            <a:off x="-165900" y="6392485"/>
            <a:ext cx="4129818" cy="4114800"/>
          </a:xfrm>
          <a:custGeom>
            <a:avLst/>
            <a:gdLst/>
            <a:ahLst/>
            <a:cxnLst/>
            <a:rect r="r" b="b" t="t" l="l"/>
            <a:pathLst>
              <a:path h="4114800" w="4129818">
                <a:moveTo>
                  <a:pt x="0" y="4114800"/>
                </a:moveTo>
                <a:lnTo>
                  <a:pt x="4129818" y="4114800"/>
                </a:lnTo>
                <a:lnTo>
                  <a:pt x="4129818" y="0"/>
                </a:lnTo>
                <a:lnTo>
                  <a:pt x="0" y="0"/>
                </a:lnTo>
                <a:lnTo>
                  <a:pt x="0" y="411480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191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7049787" y="4308485"/>
            <a:ext cx="419026" cy="1670030"/>
          </a:xfrm>
          <a:custGeom>
            <a:avLst/>
            <a:gdLst/>
            <a:ahLst/>
            <a:cxnLst/>
            <a:rect r="r" b="b" t="t" l="l"/>
            <a:pathLst>
              <a:path h="1670030" w="419026">
                <a:moveTo>
                  <a:pt x="0" y="0"/>
                </a:moveTo>
                <a:lnTo>
                  <a:pt x="419026" y="0"/>
                </a:lnTo>
                <a:lnTo>
                  <a:pt x="419026" y="1670030"/>
                </a:lnTo>
                <a:lnTo>
                  <a:pt x="0" y="1670030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5486400" y="5703018"/>
            <a:ext cx="7315200" cy="636252"/>
          </a:xfrm>
          <a:custGeom>
            <a:avLst/>
            <a:gdLst/>
            <a:ahLst/>
            <a:cxnLst/>
            <a:rect r="r" b="b" t="t" l="l"/>
            <a:pathLst>
              <a:path h="636252" w="7315200">
                <a:moveTo>
                  <a:pt x="0" y="0"/>
                </a:moveTo>
                <a:lnTo>
                  <a:pt x="7315200" y="0"/>
                </a:lnTo>
                <a:lnTo>
                  <a:pt x="7315200" y="636252"/>
                </a:lnTo>
                <a:lnTo>
                  <a:pt x="0" y="636252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21" id="21"/>
          <p:cNvSpPr txBox="true"/>
          <p:nvPr/>
        </p:nvSpPr>
        <p:spPr>
          <a:xfrm rot="0">
            <a:off x="2885334" y="3776280"/>
            <a:ext cx="12517331" cy="156654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2880"/>
              </a:lnSpc>
            </a:pPr>
            <a:r>
              <a:rPr lang="en-US" sz="9200" b="true">
                <a:solidFill>
                  <a:srgbClr val="323C53"/>
                </a:solidFill>
                <a:latin typeface="Libre Baskerville Bold"/>
                <a:ea typeface="Libre Baskerville Bold"/>
                <a:cs typeface="Libre Baskerville Bold"/>
                <a:sym typeface="Libre Baskerville Bold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DAHCyoklwIY</dc:identifier>
  <dcterms:modified xsi:type="dcterms:W3CDTF">2011-08-01T06:04:30Z</dcterms:modified>
  <cp:revision>1</cp:revision>
</cp:coreProperties>
</file>