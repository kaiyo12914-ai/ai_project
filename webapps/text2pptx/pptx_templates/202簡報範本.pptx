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6" r:id="rId1"/>
  </p:sldMasterIdLst>
  <p:notesMasterIdLst>
    <p:notesMasterId r:id="rId25"/>
  </p:notesMasterIdLst>
  <p:handoutMasterIdLst>
    <p:handoutMasterId r:id="rId26"/>
  </p:handoutMasterIdLst>
  <p:sldIdLst>
    <p:sldId id="7349" r:id="rId2"/>
    <p:sldId id="7322" r:id="rId3"/>
    <p:sldId id="7219" r:id="rId4"/>
    <p:sldId id="7361" r:id="rId5"/>
    <p:sldId id="7358" r:id="rId6"/>
    <p:sldId id="7341" r:id="rId7"/>
    <p:sldId id="7336" r:id="rId8"/>
    <p:sldId id="5524" r:id="rId9"/>
    <p:sldId id="6964" r:id="rId10"/>
    <p:sldId id="4801" r:id="rId11"/>
    <p:sldId id="7365" r:id="rId12"/>
    <p:sldId id="4797" r:id="rId13"/>
    <p:sldId id="7250" r:id="rId14"/>
    <p:sldId id="7249" r:id="rId15"/>
    <p:sldId id="7295" r:id="rId16"/>
    <p:sldId id="7117" r:id="rId17"/>
    <p:sldId id="7205" r:id="rId18"/>
    <p:sldId id="7310" r:id="rId19"/>
    <p:sldId id="6966" r:id="rId20"/>
    <p:sldId id="6967" r:id="rId21"/>
    <p:sldId id="4057" r:id="rId22"/>
    <p:sldId id="5446" r:id="rId23"/>
    <p:sldId id="7325" r:id="rId24"/>
  </p:sldIdLst>
  <p:sldSz cx="9144000" cy="6858000" type="screen4x3"/>
  <p:notesSz cx="6807200" cy="9939338"/>
  <p:custShowLst>
    <p:custShow name="自訂放映 1" id="0">
      <p:sldLst>
        <p:sld r:id="rId11"/>
        <p:sld r:id="rId13"/>
        <p:sld r:id="rId22"/>
        <p:sld r:id="rId23"/>
      </p:sldLst>
    </p:custShow>
    <p:custShow name="自訂放映 2" id="1">
      <p:sldLst>
        <p:sld r:id="rId9"/>
      </p:sldLst>
    </p:custShow>
  </p:custShowLst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1" userDrawn="1">
          <p15:clr>
            <a:srgbClr val="A4A3A4"/>
          </p15:clr>
        </p15:guide>
        <p15:guide id="2" pos="2161" userDrawn="1">
          <p15:clr>
            <a:srgbClr val="A4A3A4"/>
          </p15:clr>
        </p15:guide>
        <p15:guide id="3" orient="horz" pos="3092" userDrawn="1">
          <p15:clr>
            <a:srgbClr val="A4A3A4"/>
          </p15:clr>
        </p15:guide>
        <p15:guide id="4" pos="2141" userDrawn="1">
          <p15:clr>
            <a:srgbClr val="A4A3A4"/>
          </p15:clr>
        </p15:guide>
        <p15:guide id="5" orient="horz" pos="3115" userDrawn="1">
          <p15:clr>
            <a:srgbClr val="A4A3A4"/>
          </p15:clr>
        </p15:guide>
        <p15:guide id="6" orient="horz" pos="3095" userDrawn="1">
          <p15:clr>
            <a:srgbClr val="A4A3A4"/>
          </p15:clr>
        </p15:guide>
        <p15:guide id="7" pos="2164" userDrawn="1">
          <p15:clr>
            <a:srgbClr val="A4A3A4"/>
          </p15:clr>
        </p15:guide>
        <p15:guide id="8" pos="2144" userDrawn="1">
          <p15:clr>
            <a:srgbClr val="A4A3A4"/>
          </p15:clr>
        </p15:guide>
        <p15:guide id="9" orient="horz" pos="3107" userDrawn="1">
          <p15:clr>
            <a:srgbClr val="A4A3A4"/>
          </p15:clr>
        </p15:guide>
        <p15:guide id="10" orient="horz" pos="3090" userDrawn="1">
          <p15:clr>
            <a:srgbClr val="A4A3A4"/>
          </p15:clr>
        </p15:guide>
        <p15:guide id="11" pos="2157" userDrawn="1">
          <p15:clr>
            <a:srgbClr val="A4A3A4"/>
          </p15:clr>
        </p15:guide>
        <p15:guide id="12" pos="2140" userDrawn="1">
          <p15:clr>
            <a:srgbClr val="A4A3A4"/>
          </p15:clr>
        </p15:guide>
        <p15:guide id="13" pos="2159" userDrawn="1">
          <p15:clr>
            <a:srgbClr val="A4A3A4"/>
          </p15:clr>
        </p15:guide>
        <p15:guide id="14" orient="horz" pos="3128" userDrawn="1">
          <p15:clr>
            <a:srgbClr val="A4A3A4"/>
          </p15:clr>
        </p15:guide>
        <p15:guide id="15" orient="horz" pos="3109" userDrawn="1">
          <p15:clr>
            <a:srgbClr val="A4A3A4"/>
          </p15:clr>
        </p15:guide>
        <p15:guide id="16" orient="horz" pos="3132" userDrawn="1">
          <p15:clr>
            <a:srgbClr val="A4A3A4"/>
          </p15:clr>
        </p15:guide>
        <p15:guide id="17" orient="horz" pos="3112" userDrawn="1">
          <p15:clr>
            <a:srgbClr val="A4A3A4"/>
          </p15:clr>
        </p15:guide>
        <p15:guide id="18" orient="horz" pos="3124" userDrawn="1">
          <p15:clr>
            <a:srgbClr val="A4A3A4"/>
          </p15:clr>
        </p15:guide>
        <p15:guide id="19" orient="horz" pos="3136" userDrawn="1">
          <p15:clr>
            <a:srgbClr val="A4A3A4"/>
          </p15:clr>
        </p15:guide>
        <p15:guide id="20" orient="horz" pos="3127" userDrawn="1">
          <p15:clr>
            <a:srgbClr val="A4A3A4"/>
          </p15:clr>
        </p15:guide>
        <p15:guide id="21" orient="horz" pos="3110" userDrawn="1">
          <p15:clr>
            <a:srgbClr val="A4A3A4"/>
          </p15:clr>
        </p15:guide>
        <p15:guide id="22" orient="horz" pos="3149" userDrawn="1">
          <p15:clr>
            <a:srgbClr val="A4A3A4"/>
          </p15:clr>
        </p15:guide>
        <p15:guide id="23" orient="horz" pos="3129" userDrawn="1">
          <p15:clr>
            <a:srgbClr val="A4A3A4"/>
          </p15:clr>
        </p15:guide>
        <p15:guide id="24" orient="horz" pos="3153" userDrawn="1">
          <p15:clr>
            <a:srgbClr val="A4A3A4"/>
          </p15:clr>
        </p15:guide>
        <p15:guide id="25" orient="horz" pos="3133" userDrawn="1">
          <p15:clr>
            <a:srgbClr val="A4A3A4"/>
          </p15:clr>
        </p15:guide>
        <p15:guide id="26" orient="horz" pos="3145" userDrawn="1">
          <p15:clr>
            <a:srgbClr val="A4A3A4"/>
          </p15:clr>
        </p15:guide>
        <p15:guide id="27" pos="2167" userDrawn="1">
          <p15:clr>
            <a:srgbClr val="A4A3A4"/>
          </p15:clr>
        </p15:guide>
        <p15:guide id="28" pos="2147" userDrawn="1">
          <p15:clr>
            <a:srgbClr val="A4A3A4"/>
          </p15:clr>
        </p15:guide>
        <p15:guide id="29" pos="2160" userDrawn="1">
          <p15:clr>
            <a:srgbClr val="A4A3A4"/>
          </p15:clr>
        </p15:guide>
        <p15:guide id="30" pos="2143" userDrawn="1">
          <p15:clr>
            <a:srgbClr val="A4A3A4"/>
          </p15:clr>
        </p15:guide>
        <p15:guide id="31" pos="216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FFF"/>
    <a:srgbClr val="FDD669"/>
    <a:srgbClr val="F6F6F6"/>
    <a:srgbClr val="0000CC"/>
    <a:srgbClr val="CCFFCC"/>
    <a:srgbClr val="CC0066"/>
    <a:srgbClr val="0099FF"/>
    <a:srgbClr val="FF66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6429" autoAdjust="0"/>
  </p:normalViewPr>
  <p:slideViewPr>
    <p:cSldViewPr showGuides="1">
      <p:cViewPr>
        <p:scale>
          <a:sx n="89" d="100"/>
          <a:sy n="89" d="100"/>
        </p:scale>
        <p:origin x="1242" y="-120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-351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howGuides="1">
      <p:cViewPr>
        <p:scale>
          <a:sx n="120" d="100"/>
          <a:sy n="120" d="100"/>
        </p:scale>
        <p:origin x="3066" y="-1266"/>
      </p:cViewPr>
      <p:guideLst>
        <p:guide orient="horz" pos="3111"/>
        <p:guide pos="2161"/>
        <p:guide orient="horz" pos="3092"/>
        <p:guide pos="2141"/>
        <p:guide orient="horz" pos="3115"/>
        <p:guide orient="horz" pos="3095"/>
        <p:guide pos="2164"/>
        <p:guide pos="2144"/>
        <p:guide orient="horz" pos="3107"/>
        <p:guide orient="horz" pos="3090"/>
        <p:guide pos="2157"/>
        <p:guide pos="2140"/>
        <p:guide pos="2159"/>
        <p:guide orient="horz" pos="3128"/>
        <p:guide orient="horz" pos="3109"/>
        <p:guide orient="horz" pos="3132"/>
        <p:guide orient="horz" pos="3112"/>
        <p:guide orient="horz" pos="3124"/>
        <p:guide orient="horz" pos="3136"/>
        <p:guide orient="horz" pos="3127"/>
        <p:guide orient="horz" pos="3110"/>
        <p:guide orient="horz" pos="3149"/>
        <p:guide orient="horz" pos="3129"/>
        <p:guide orient="horz" pos="3153"/>
        <p:guide orient="horz" pos="3133"/>
        <p:guide orient="horz" pos="3145"/>
        <p:guide pos="2167"/>
        <p:guide pos="2147"/>
        <p:guide pos="2160"/>
        <p:guide pos="2143"/>
        <p:guide pos="216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6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4563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28ADF2C0-3ED1-4E56-8738-D71CAC85150E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6" y="9440485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4563" y="9440485"/>
            <a:ext cx="2951071" cy="497289"/>
          </a:xfrm>
          <a:prstGeom prst="rect">
            <a:avLst/>
          </a:prstGeom>
        </p:spPr>
        <p:txBody>
          <a:bodyPr vert="horz" wrap="square" lIns="91373" tIns="45690" rIns="91373" bIns="456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A7D8DC6-8184-4791-B93D-2F664BFCAB0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4970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6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4563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7F092259-CD0E-4671-B47B-BE7602B073D1}" type="datetimeFigureOut">
              <a:rPr lang="zh-TW" altLang="en-US"/>
              <a:pPr>
                <a:defRPr/>
              </a:pPr>
              <a:t>2026/4/9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6887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73" tIns="45690" rIns="91373" bIns="4569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2035" y="4720233"/>
            <a:ext cx="5444798" cy="4472380"/>
          </a:xfrm>
          <a:prstGeom prst="rect">
            <a:avLst/>
          </a:prstGeom>
        </p:spPr>
        <p:txBody>
          <a:bodyPr vert="horz" lIns="91373" tIns="45690" rIns="91373" bIns="4569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6" y="9440485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4563" y="9440485"/>
            <a:ext cx="2951071" cy="497289"/>
          </a:xfrm>
          <a:prstGeom prst="rect">
            <a:avLst/>
          </a:prstGeom>
        </p:spPr>
        <p:txBody>
          <a:bodyPr vert="horz" wrap="square" lIns="91373" tIns="45690" rIns="91373" bIns="456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27813B8-BD71-47EA-8F5C-0B8E83E267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8052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23925" y="746125"/>
            <a:ext cx="4968875" cy="372586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A016CC-36D2-40A2-AEF6-8F856D4ACFE0}" type="slidenum">
              <a:rPr lang="en-US" altLang="zh-TW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zh-TW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233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xfrm>
            <a:off x="3848383" y="9431919"/>
            <a:ext cx="2947721" cy="49474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4284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0287" indent="-284722" defTabSz="914284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38902" indent="-227783" defTabSz="914284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594468" indent="-227783" defTabSz="914284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0021" indent="-227783" defTabSz="914284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05590" indent="-227783" defTabSz="914284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61146" indent="-227783" defTabSz="914284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16705" indent="-227783" defTabSz="914284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72269" indent="-227783" defTabSz="914284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fld id="{5258E0DE-6D87-4578-A125-0B8194F7F91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/>
              <a:t>3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1492" name="備忘稿版面配置區 1"/>
          <p:cNvSpPr>
            <a:spLocks noGrp="1"/>
          </p:cNvSpPr>
          <p:nvPr>
            <p:ph type="body" idx="1"/>
          </p:nvPr>
        </p:nvSpPr>
        <p:spPr bwMode="auto">
          <a:xfrm>
            <a:off x="161754" y="4715975"/>
            <a:ext cx="6472613" cy="492209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zh-TW" altLang="en-US" sz="3000" b="1">
              <a:ea typeface="標楷體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285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xfrm>
            <a:off x="3853776" y="9442477"/>
            <a:ext cx="2951851" cy="4953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1175" indent="-285064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0269" indent="-228056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596381" indent="-228056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2481" indent="-228056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08597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64699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0805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76916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fld id="{5258E0DE-6D87-4578-A125-0B8194F7F91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/>
              <a:t>4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1492" name="備忘稿版面配置區 1"/>
          <p:cNvSpPr>
            <a:spLocks noGrp="1"/>
          </p:cNvSpPr>
          <p:nvPr>
            <p:ph type="body" idx="1"/>
          </p:nvPr>
        </p:nvSpPr>
        <p:spPr bwMode="auto">
          <a:xfrm>
            <a:off x="161981" y="4721254"/>
            <a:ext cx="6481683" cy="49275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zh-TW" altLang="en-US" sz="3000" b="1">
              <a:ea typeface="標楷體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457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23925" y="746125"/>
            <a:ext cx="4968875" cy="372586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A016CC-36D2-40A2-AEF6-8F856D4ACFE0}" type="slidenum">
              <a:rPr lang="en-US" altLang="zh-TW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altLang="zh-TW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731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xfrm>
            <a:off x="3853777" y="9442478"/>
            <a:ext cx="2951851" cy="4953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1099" indent="-285035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0154" indent="-228033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596219" indent="-228033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2273" indent="-228033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08342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64398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0458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76522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fld id="{5258E0DE-6D87-4578-A125-0B8194F7F91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/>
              <a:t>6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1492" name="備忘稿版面配置區 1"/>
          <p:cNvSpPr>
            <a:spLocks noGrp="1"/>
          </p:cNvSpPr>
          <p:nvPr>
            <p:ph type="body" idx="1"/>
          </p:nvPr>
        </p:nvSpPr>
        <p:spPr bwMode="auto">
          <a:xfrm>
            <a:off x="161982" y="4721255"/>
            <a:ext cx="6481683" cy="49275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zh-TW" altLang="en-US" sz="3000" b="1">
              <a:ea typeface="標楷體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513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525" indent="-285518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841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5257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676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509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7341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417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100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r>
              <a:rPr lang="en-US" altLang="zh-TW">
                <a:solidFill>
                  <a:srgbClr val="000000"/>
                </a:solidFill>
              </a:rPr>
              <a:t>第頁，共29頁</a:t>
            </a:r>
          </a:p>
        </p:txBody>
      </p:sp>
      <p:sp>
        <p:nvSpPr>
          <p:cNvPr id="1781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525" indent="-285518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841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5257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676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509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7341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417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100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959A26FD-2741-4D9F-9C41-375CBC6BD8B1}" type="slidenum">
              <a:rPr lang="en-US" altLang="zh-TW" smtClean="0">
                <a:solidFill>
                  <a:srgbClr val="000000"/>
                </a:solidFill>
              </a:rPr>
              <a:pPr/>
              <a:t>7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50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932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353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436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721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709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99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591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61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1464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802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8176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426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942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0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79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182688" y="476250"/>
            <a:ext cx="6913562" cy="13843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en-US" altLang="zh-TW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zh-TW" altLang="en-US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154113" y="5138738"/>
            <a:ext cx="6943725" cy="1495425"/>
            <a:chOff x="746" y="3209"/>
            <a:chExt cx="4373" cy="829"/>
          </a:xfrm>
        </p:grpSpPr>
        <p:sp>
          <p:nvSpPr>
            <p:cNvPr id="4" name="Rectangle 11"/>
            <p:cNvSpPr>
              <a:spLocks noChangeArrowheads="1"/>
            </p:cNvSpPr>
            <p:nvPr/>
          </p:nvSpPr>
          <p:spPr bwMode="auto">
            <a:xfrm>
              <a:off x="746" y="3209"/>
              <a:ext cx="1462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12"/>
            <p:cNvSpPr>
              <a:spLocks noChangeArrowheads="1"/>
            </p:cNvSpPr>
            <p:nvPr/>
          </p:nvSpPr>
          <p:spPr bwMode="auto">
            <a:xfrm>
              <a:off x="2095" y="3209"/>
              <a:ext cx="3024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群組 7"/>
          <p:cNvGrpSpPr>
            <a:grpSpLocks/>
          </p:cNvGrpSpPr>
          <p:nvPr/>
        </p:nvGrpSpPr>
        <p:grpSpPr bwMode="auto">
          <a:xfrm>
            <a:off x="2483768" y="1847984"/>
            <a:ext cx="4259262" cy="3238500"/>
            <a:chOff x="2335" y="2993"/>
            <a:chExt cx="7321" cy="5649"/>
          </a:xfrm>
        </p:grpSpPr>
        <p:pic>
          <p:nvPicPr>
            <p:cNvPr id="7" name="Picture 3" descr="新部徽1100080917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539"/>
            <a:stretch>
              <a:fillRect/>
            </a:stretch>
          </p:blipFill>
          <p:spPr bwMode="auto">
            <a:xfrm>
              <a:off x="2335" y="2993"/>
              <a:ext cx="7240" cy="5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 descr="新部徽11000809171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762" b="18"/>
            <a:stretch>
              <a:fillRect/>
            </a:stretch>
          </p:blipFill>
          <p:spPr bwMode="auto">
            <a:xfrm>
              <a:off x="2416" y="8006"/>
              <a:ext cx="7240" cy="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420008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版型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1520" y="221796"/>
            <a:ext cx="8424936" cy="322781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0775" indent="-555625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19329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971601" y="1268760"/>
            <a:ext cx="7200800" cy="3926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ts val="6500"/>
              </a:lnSpc>
              <a:spcBef>
                <a:spcPct val="0"/>
              </a:spcBef>
              <a:spcAft>
                <a:spcPts val="6000"/>
              </a:spcAft>
              <a:buFontTx/>
              <a:buNone/>
            </a:pPr>
            <a:endParaRPr lang="en-US" altLang="zh-TW" sz="80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en-US" altLang="zh-TW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78AD2-FE63-469B-86AD-6487D6BF20C8}" type="slidenum">
              <a:rPr lang="en-US" altLang="zh-TW" sz="1800" smtClean="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‹#›</a:t>
            </a:fld>
            <a:endParaRPr lang="en-US" altLang="zh-TW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483768" y="1124744"/>
            <a:ext cx="4104456" cy="33239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1209675" indent="-1209675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394524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92"/>
          <p:cNvGraphicFramePr>
            <a:graphicFrameLocks noGrp="1"/>
          </p:cNvGraphicFramePr>
          <p:nvPr/>
        </p:nvGraphicFramePr>
        <p:xfrm>
          <a:off x="287338" y="260350"/>
          <a:ext cx="8677275" cy="6335713"/>
        </p:xfrm>
        <a:graphic>
          <a:graphicData uri="http://schemas.openxmlformats.org/drawingml/2006/table">
            <a:tbl>
              <a:tblPr/>
              <a:tblGrid>
                <a:gridCol w="57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2463">
                <a:tc gridSpan="5"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825" y="3429000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2808000" algn="just">
              <a:lnSpc>
                <a:spcPct val="100000"/>
              </a:lnSpc>
            </a:pPr>
            <a:endParaRPr kumimoji="1"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kumimoji="1" lang="zh-TW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024188" y="210923"/>
            <a:ext cx="5868987" cy="316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zh-TW" altLang="en-US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8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38875"/>
            <a:ext cx="2133600" cy="476250"/>
          </a:xfrm>
        </p:spPr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9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04" y="498459"/>
            <a:ext cx="2124148" cy="288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0940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型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4"/>
          <p:cNvSpPr txBox="1"/>
          <p:nvPr/>
        </p:nvSpPr>
        <p:spPr bwMode="auto">
          <a:xfrm>
            <a:off x="1547664" y="2330640"/>
            <a:ext cx="6048672" cy="198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56665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4"/>
          <p:cNvSpPr txBox="1"/>
          <p:nvPr/>
        </p:nvSpPr>
        <p:spPr bwMode="auto">
          <a:xfrm>
            <a:off x="1008175" y="2450991"/>
            <a:ext cx="6984776" cy="1783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92"/>
          <p:cNvGraphicFramePr>
            <a:graphicFrameLocks noGrp="1"/>
          </p:cNvGraphicFramePr>
          <p:nvPr/>
        </p:nvGraphicFramePr>
        <p:xfrm>
          <a:off x="287338" y="260350"/>
          <a:ext cx="8677275" cy="6335713"/>
        </p:xfrm>
        <a:graphic>
          <a:graphicData uri="http://schemas.openxmlformats.org/drawingml/2006/table">
            <a:tbl>
              <a:tblPr/>
              <a:tblGrid>
                <a:gridCol w="57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2463">
                <a:tc gridSpan="5"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41705" y="3899953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ts val="4000"/>
              </a:lnSpc>
            </a:pPr>
            <a:endParaRPr lang="zh-TW" altLang="en-US" dirty="0">
              <a:cs typeface="Times New Roman" pitchFamily="18" charset="0"/>
            </a:endParaRPr>
          </a:p>
        </p:txBody>
      </p:sp>
      <p:sp>
        <p:nvSpPr>
          <p:cNvPr id="7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4016" y="128824"/>
            <a:ext cx="8820472" cy="494623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buClr>
                <a:srgbClr val="FFFF00"/>
              </a:buClr>
              <a:buSzPct val="120000"/>
              <a:tabLst>
                <a:tab pos="895350" algn="l"/>
              </a:tabLst>
              <a:defRPr/>
            </a:pPr>
            <a:endParaRPr lang="en-US" altLang="zh-TW" b="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2723" y="260648"/>
            <a:ext cx="8237709" cy="3202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200"/>
              </a:lnSpc>
              <a:buClr>
                <a:srgbClr val="FFFF00"/>
              </a:buClr>
              <a:buSzPct val="10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/>
        </p:nvSpPr>
        <p:spPr>
          <a:xfrm>
            <a:off x="251520" y="260648"/>
            <a:ext cx="84969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/>
            <a:endParaRPr lang="en-US" altLang="zh-TW" sz="40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標楷體" pitchFamily="65" charset="-120"/>
              <a:ea typeface="標楷體" pitchFamily="65" charset="-120"/>
            </a:endParaRPr>
          </a:p>
          <a:p>
            <a:pPr marL="485775" indent="-485775" algn="just"/>
            <a:endParaRPr lang="en-US" altLang="zh-TW" sz="4000" spc="-2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/>
        </p:nvSpPr>
        <p:spPr>
          <a:xfrm>
            <a:off x="-57720" y="29657"/>
            <a:ext cx="9132316" cy="6760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>
              <a:lnSpc>
                <a:spcPts val="4000"/>
              </a:lnSpc>
            </a:pPr>
            <a:endParaRPr lang="en-US" altLang="zh-TW" sz="38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TW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1763688" y="1268760"/>
            <a:ext cx="6048672" cy="461664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 algn="ctr">
              <a:spcBef>
                <a:spcPct val="0"/>
              </a:spcBef>
              <a:buNone/>
              <a:defRPr/>
            </a:pPr>
            <a:endParaRPr lang="zh-TW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87915" y="692696"/>
            <a:ext cx="7776789" cy="371513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spc="-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051720" y="1678156"/>
            <a:ext cx="5112568" cy="30469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92"/>
          <p:cNvGraphicFramePr>
            <a:graphicFrameLocks noGrp="1"/>
          </p:cNvGraphicFramePr>
          <p:nvPr/>
        </p:nvGraphicFramePr>
        <p:xfrm>
          <a:off x="287338" y="260350"/>
          <a:ext cx="8677275" cy="6335713"/>
        </p:xfrm>
        <a:graphic>
          <a:graphicData uri="http://schemas.openxmlformats.org/drawingml/2006/table">
            <a:tbl>
              <a:tblPr/>
              <a:tblGrid>
                <a:gridCol w="57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2463">
                <a:tc gridSpan="5"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825" y="3429000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7600" algn="just"/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368425" indent="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024188" y="260351"/>
            <a:ext cx="5868987" cy="316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en-US" altLang="zh-TW" sz="66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zh-TW" altLang="en-US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8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38875"/>
            <a:ext cx="2133600" cy="476250"/>
          </a:xfrm>
        </p:spPr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9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84" y="332656"/>
            <a:ext cx="2339999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0940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型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1520" y="116632"/>
            <a:ext cx="8640960" cy="617734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6575" indent="-536575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56665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版型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0" y="-27384"/>
            <a:ext cx="9144000" cy="707886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None/>
            </a:pPr>
            <a:endParaRPr lang="zh-TW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47" descr="Z:\08-對外展示相關\1-26展示\105輪型戰車3D圖(已加上機槍)\1100426-D1模擬圖\D1_20210326-1.JPG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013098"/>
            <a:ext cx="5805170" cy="44856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字方塊 2"/>
          <p:cNvSpPr txBox="1">
            <a:spLocks noChangeArrowheads="1"/>
          </p:cNvSpPr>
          <p:nvPr/>
        </p:nvSpPr>
        <p:spPr bwMode="auto">
          <a:xfrm>
            <a:off x="0" y="434579"/>
            <a:ext cx="4721860" cy="23336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5" name="直線單箭頭接點 49"/>
          <p:cNvCxnSpPr/>
          <p:nvPr/>
        </p:nvCxnSpPr>
        <p:spPr>
          <a:xfrm>
            <a:off x="2209800" y="2377679"/>
            <a:ext cx="1642120" cy="3355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2"/>
          <p:cNvSpPr txBox="1">
            <a:spLocks noChangeArrowheads="1"/>
          </p:cNvSpPr>
          <p:nvPr/>
        </p:nvSpPr>
        <p:spPr bwMode="auto">
          <a:xfrm>
            <a:off x="5950585" y="434579"/>
            <a:ext cx="3193415" cy="16357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7" name="直線單箭頭接點 51"/>
          <p:cNvCxnSpPr/>
          <p:nvPr/>
        </p:nvCxnSpPr>
        <p:spPr>
          <a:xfrm flipH="1">
            <a:off x="4988178" y="1499452"/>
            <a:ext cx="962408" cy="872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2"/>
          <p:cNvSpPr txBox="1">
            <a:spLocks noChangeArrowheads="1"/>
          </p:cNvSpPr>
          <p:nvPr/>
        </p:nvSpPr>
        <p:spPr bwMode="auto">
          <a:xfrm>
            <a:off x="31115" y="2713198"/>
            <a:ext cx="2329815" cy="16478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9" name="直線單箭頭接點 53"/>
          <p:cNvCxnSpPr/>
          <p:nvPr/>
        </p:nvCxnSpPr>
        <p:spPr>
          <a:xfrm flipV="1">
            <a:off x="2360930" y="3799048"/>
            <a:ext cx="639445" cy="62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2"/>
          <p:cNvSpPr txBox="1">
            <a:spLocks noChangeArrowheads="1"/>
          </p:cNvSpPr>
          <p:nvPr/>
        </p:nvSpPr>
        <p:spPr bwMode="auto">
          <a:xfrm>
            <a:off x="6423977" y="2444100"/>
            <a:ext cx="2756535" cy="20650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11" name="直線單箭頭接點 55"/>
          <p:cNvCxnSpPr/>
          <p:nvPr/>
        </p:nvCxnSpPr>
        <p:spPr>
          <a:xfrm flipH="1" flipV="1">
            <a:off x="4939665" y="2963070"/>
            <a:ext cx="1456055" cy="4464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2"/>
          <p:cNvSpPr txBox="1">
            <a:spLocks noChangeArrowheads="1"/>
          </p:cNvSpPr>
          <p:nvPr/>
        </p:nvSpPr>
        <p:spPr bwMode="auto">
          <a:xfrm>
            <a:off x="5412656" y="4782458"/>
            <a:ext cx="3370580" cy="14325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lnSpc>
                <a:spcPts val="3000"/>
              </a:lnSpc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13" name="直線單箭頭接點 57"/>
          <p:cNvCxnSpPr/>
          <p:nvPr/>
        </p:nvCxnSpPr>
        <p:spPr>
          <a:xfrm flipH="1" flipV="1">
            <a:off x="4936406" y="4782458"/>
            <a:ext cx="467360" cy="3962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2"/>
          <p:cNvSpPr txBox="1">
            <a:spLocks noChangeArrowheads="1"/>
          </p:cNvSpPr>
          <p:nvPr/>
        </p:nvSpPr>
        <p:spPr bwMode="auto">
          <a:xfrm>
            <a:off x="31115" y="4903552"/>
            <a:ext cx="3589020" cy="1514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398" y="679996"/>
            <a:ext cx="172819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11932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 shadeToTitle="1">
        <a:gradFill rotWithShape="0">
          <a:gsLst>
            <a:gs pos="0">
              <a:srgbClr val="0000CC"/>
            </a:gs>
            <a:gs pos="100000">
              <a:schemeClr val="tx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6849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75881CBC-3CC9-48CC-B4D0-6AEFD03E6F38}" type="datetime1">
              <a:rPr lang="zh-TW" altLang="en-US" smtClean="0"/>
              <a:t>2026/4/9</a:t>
            </a:fld>
            <a:endParaRPr lang="en-US" altLang="zh-TW"/>
          </a:p>
        </p:txBody>
      </p:sp>
      <p:sp>
        <p:nvSpPr>
          <p:cNvPr id="26849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16263" y="659765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  <a:latin typeface="Times New Roman" pitchFamily="18" charset="0"/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1613" y="62388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DAFCD010-7221-444E-83B6-2A684E19DE5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6"/>
          <p:cNvSpPr txBox="1">
            <a:spLocks noChangeArrowheads="1"/>
          </p:cNvSpPr>
          <p:nvPr userDrawn="1"/>
        </p:nvSpPr>
        <p:spPr>
          <a:xfrm>
            <a:off x="7029450" y="653415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>
              <a:defRPr/>
            </a:pPr>
            <a:fld id="{EE5F5A5E-7A0C-4C33-9DC8-1D4E86B0FF7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8" name="Rectangle 6"/>
          <p:cNvSpPr txBox="1">
            <a:spLocks noChangeArrowheads="1"/>
          </p:cNvSpPr>
          <p:nvPr userDrawn="1"/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eaLnBrk="1" hangingPunct="1">
              <a:defRPr/>
            </a:pPr>
            <a:fld id="{06C2DD8A-CBFD-4109-A8C0-B0C780A105A9}" type="slidenum">
              <a:rPr lang="en-US" altLang="zh-TW" smtClean="0">
                <a:solidFill>
                  <a:srgbClr val="FFFFFF"/>
                </a:solidFill>
                <a:ea typeface="標楷體" pitchFamily="65" charset="-120"/>
              </a:rPr>
              <a:pPr algn="r" eaLnBrk="1" hangingPunct="1">
                <a:defRPr/>
              </a:pPr>
              <a:t>‹#›</a:t>
            </a:fld>
            <a:endParaRPr lang="en-US" altLang="zh-TW">
              <a:solidFill>
                <a:srgbClr val="FFFFFF"/>
              </a:solidFill>
              <a:ea typeface="標楷體" pitchFamily="65" charset="-120"/>
            </a:endParaRPr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3563888" y="0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rgbClr val="FFFFFF"/>
                </a:solidFill>
                <a:latin typeface="Times New Roman" pitchFamily="18" charset="0"/>
                <a:ea typeface="標楷體" pitchFamily="65" charset="-120"/>
              </a:defRPr>
            </a:lvl1pPr>
          </a:lstStyle>
          <a:p>
            <a:pPr algn="ctr"/>
            <a:r>
              <a:rPr lang="zh-TW" altLang="en-US" sz="1200" dirty="0"/>
              <a:t>無（本件屬一般公務資訊）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9981" r:id="rId1"/>
    <p:sldLayoutId id="2147509982" r:id="rId2"/>
    <p:sldLayoutId id="2147509987" r:id="rId3"/>
    <p:sldLayoutId id="2147509994" r:id="rId4"/>
    <p:sldLayoutId id="2147509993" r:id="rId5"/>
    <p:sldLayoutId id="2147509992" r:id="rId6"/>
    <p:sldLayoutId id="2147509995" r:id="rId7"/>
    <p:sldLayoutId id="2147509996" r:id="rId8"/>
    <p:sldLayoutId id="2147509997" r:id="rId9"/>
    <p:sldLayoutId id="2147509998" r:id="rId10"/>
    <p:sldLayoutId id="2147509999" r:id="rId11"/>
    <p:sldLayoutId id="2147510000" r:id="rId12"/>
    <p:sldLayoutId id="2147510001" r:id="rId13"/>
    <p:sldLayoutId id="2147510002" r:id="rId14"/>
    <p:sldLayoutId id="2147510003" r:id="rId15"/>
    <p:sldLayoutId id="2147510004" r:id="rId16"/>
    <p:sldLayoutId id="2147510005" r:id="rId17"/>
    <p:sldLayoutId id="2147510006" r:id="rId18"/>
    <p:sldLayoutId id="2147510007" r:id="rId19"/>
    <p:sldLayoutId id="2147510008" r:id="rId20"/>
    <p:sldLayoutId id="2147510009" r:id="rId21"/>
    <p:sldLayoutId id="2147510010" r:id="rId22"/>
    <p:sldLayoutId id="2147510011" r:id="rId23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3"/>
          <p:cNvSpPr>
            <a:spLocks noChangeArrowheads="1"/>
          </p:cNvSpPr>
          <p:nvPr/>
        </p:nvSpPr>
        <p:spPr bwMode="auto">
          <a:xfrm>
            <a:off x="971601" y="1268760"/>
            <a:ext cx="7200800" cy="3926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ts val="6500"/>
              </a:lnSpc>
              <a:spcBef>
                <a:spcPct val="0"/>
              </a:spcBef>
              <a:spcAft>
                <a:spcPts val="6000"/>
              </a:spcAft>
              <a:buFontTx/>
              <a:buNone/>
            </a:pPr>
            <a:endParaRPr lang="en-US" altLang="zh-TW" sz="80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en-US" altLang="zh-TW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747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78AD2-FE63-469B-86AD-6487D6BF20C8}" type="slidenum">
              <a:rPr lang="en-US" altLang="zh-TW" sz="1800" smtClean="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59443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 bwMode="auto">
          <a:xfrm>
            <a:off x="1008175" y="2450991"/>
            <a:ext cx="6984776" cy="1783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823169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8" name="Rectangle 1"/>
          <p:cNvSpPr>
            <a:spLocks noChangeArrowheads="1"/>
          </p:cNvSpPr>
          <p:nvPr/>
        </p:nvSpPr>
        <p:spPr bwMode="auto">
          <a:xfrm>
            <a:off x="250825" y="3429000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2808000" algn="just">
              <a:lnSpc>
                <a:spcPct val="100000"/>
              </a:lnSpc>
            </a:pPr>
            <a:endParaRPr kumimoji="1"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kumimoji="1" lang="zh-TW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024188" y="210923"/>
            <a:ext cx="5868987" cy="316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zh-TW" altLang="en-US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38875"/>
            <a:ext cx="2133600" cy="476250"/>
          </a:xfrm>
        </p:spPr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301450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8" name="Rectangle 1"/>
          <p:cNvSpPr>
            <a:spLocks noChangeArrowheads="1"/>
          </p:cNvSpPr>
          <p:nvPr/>
        </p:nvSpPr>
        <p:spPr bwMode="auto">
          <a:xfrm>
            <a:off x="241705" y="3899953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ts val="4000"/>
              </a:lnSpc>
            </a:pPr>
            <a:endParaRPr lang="zh-TW" altLang="en-US" dirty="0"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941626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 bwMode="auto">
          <a:xfrm>
            <a:off x="1547664" y="2330640"/>
            <a:ext cx="6048672" cy="198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198332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8" name="Rectangle 1"/>
          <p:cNvSpPr>
            <a:spLocks noChangeArrowheads="1"/>
          </p:cNvSpPr>
          <p:nvPr/>
        </p:nvSpPr>
        <p:spPr bwMode="auto">
          <a:xfrm>
            <a:off x="250825" y="3429000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7600" algn="just"/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368425" indent="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024188" y="260351"/>
            <a:ext cx="5868987" cy="316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en-US" altLang="zh-TW" sz="66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zh-TW" altLang="en-US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38875"/>
            <a:ext cx="2133600" cy="476250"/>
          </a:xfrm>
        </p:spPr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84548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182688" y="476250"/>
            <a:ext cx="6913562" cy="13843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en-US" altLang="zh-TW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zh-TW" altLang="en-US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4515" name="Group 10"/>
          <p:cNvGrpSpPr>
            <a:grpSpLocks/>
          </p:cNvGrpSpPr>
          <p:nvPr/>
        </p:nvGrpSpPr>
        <p:grpSpPr bwMode="auto">
          <a:xfrm>
            <a:off x="1154113" y="5138738"/>
            <a:ext cx="6943725" cy="1495425"/>
            <a:chOff x="746" y="3209"/>
            <a:chExt cx="4373" cy="829"/>
          </a:xfrm>
        </p:grpSpPr>
        <p:sp>
          <p:nvSpPr>
            <p:cNvPr id="64520" name="Rectangle 11"/>
            <p:cNvSpPr>
              <a:spLocks noChangeArrowheads="1"/>
            </p:cNvSpPr>
            <p:nvPr/>
          </p:nvSpPr>
          <p:spPr bwMode="auto">
            <a:xfrm>
              <a:off x="746" y="3209"/>
              <a:ext cx="1462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4521" name="Rectangle 12"/>
            <p:cNvSpPr>
              <a:spLocks noChangeArrowheads="1"/>
            </p:cNvSpPr>
            <p:nvPr/>
          </p:nvSpPr>
          <p:spPr bwMode="auto">
            <a:xfrm>
              <a:off x="2095" y="3209"/>
              <a:ext cx="3024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534281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885462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 txBox="1">
            <a:spLocks noChangeArrowheads="1"/>
          </p:cNvSpPr>
          <p:nvPr/>
        </p:nvSpPr>
        <p:spPr bwMode="auto">
          <a:xfrm>
            <a:off x="2483768" y="1124744"/>
            <a:ext cx="4104456" cy="33239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1209675" indent="-1209675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77354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6001810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1520" y="116632"/>
            <a:ext cx="8640960" cy="617734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6575" indent="-536575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65342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078711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51520" y="221796"/>
            <a:ext cx="8424936" cy="322781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0775" indent="-555625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98831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0" y="-27384"/>
            <a:ext cx="9144000" cy="707886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None/>
            </a:pPr>
            <a:endParaRPr lang="zh-TW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9" name="文字方塊 2"/>
          <p:cNvSpPr txBox="1">
            <a:spLocks noChangeArrowheads="1"/>
          </p:cNvSpPr>
          <p:nvPr/>
        </p:nvSpPr>
        <p:spPr bwMode="auto">
          <a:xfrm>
            <a:off x="0" y="434579"/>
            <a:ext cx="4721860" cy="23336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1" name="文字方塊 2"/>
          <p:cNvSpPr txBox="1">
            <a:spLocks noChangeArrowheads="1"/>
          </p:cNvSpPr>
          <p:nvPr/>
        </p:nvSpPr>
        <p:spPr bwMode="auto">
          <a:xfrm>
            <a:off x="5950585" y="434579"/>
            <a:ext cx="3193415" cy="16357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3" name="文字方塊 2"/>
          <p:cNvSpPr txBox="1">
            <a:spLocks noChangeArrowheads="1"/>
          </p:cNvSpPr>
          <p:nvPr/>
        </p:nvSpPr>
        <p:spPr bwMode="auto">
          <a:xfrm>
            <a:off x="31115" y="2713198"/>
            <a:ext cx="2329815" cy="16478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5" name="文字方塊 2"/>
          <p:cNvSpPr txBox="1">
            <a:spLocks noChangeArrowheads="1"/>
          </p:cNvSpPr>
          <p:nvPr/>
        </p:nvSpPr>
        <p:spPr bwMode="auto">
          <a:xfrm>
            <a:off x="6423977" y="2444100"/>
            <a:ext cx="2756535" cy="20650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7" name="文字方塊 2"/>
          <p:cNvSpPr txBox="1">
            <a:spLocks noChangeArrowheads="1"/>
          </p:cNvSpPr>
          <p:nvPr/>
        </p:nvSpPr>
        <p:spPr bwMode="auto">
          <a:xfrm>
            <a:off x="5412656" y="4782458"/>
            <a:ext cx="3370580" cy="14325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lnSpc>
                <a:spcPts val="3000"/>
              </a:lnSpc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9" name="文字方塊 2"/>
          <p:cNvSpPr txBox="1">
            <a:spLocks noChangeArrowheads="1"/>
          </p:cNvSpPr>
          <p:nvPr/>
        </p:nvSpPr>
        <p:spPr bwMode="auto">
          <a:xfrm>
            <a:off x="31115" y="4903552"/>
            <a:ext cx="3589020" cy="1514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398" y="679996"/>
            <a:ext cx="172819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98747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44016" y="128824"/>
            <a:ext cx="8820472" cy="494623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buClr>
                <a:srgbClr val="FFFF00"/>
              </a:buClr>
              <a:buSzPct val="120000"/>
              <a:tabLst>
                <a:tab pos="895350" algn="l"/>
              </a:tabLst>
              <a:defRPr/>
            </a:pPr>
            <a:endParaRPr lang="en-US" altLang="zh-TW" b="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690068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22723" y="260648"/>
            <a:ext cx="8237709" cy="3202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200"/>
              </a:lnSpc>
              <a:buClr>
                <a:srgbClr val="FFFF00"/>
              </a:buClr>
              <a:buSzPct val="10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538649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520" y="260648"/>
            <a:ext cx="84969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/>
            <a:endParaRPr lang="en-US" altLang="zh-TW" sz="40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標楷體" pitchFamily="65" charset="-120"/>
              <a:ea typeface="標楷體" pitchFamily="65" charset="-120"/>
            </a:endParaRPr>
          </a:p>
          <a:p>
            <a:pPr marL="485775" indent="-485775" algn="just"/>
            <a:endParaRPr lang="en-US" altLang="zh-TW" sz="4000" spc="-2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6958204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57720" y="29657"/>
            <a:ext cx="9132316" cy="6760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>
              <a:lnSpc>
                <a:spcPts val="4000"/>
              </a:lnSpc>
            </a:pPr>
            <a:endParaRPr lang="en-US" altLang="zh-TW" sz="38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004712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TW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926985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 txBox="1">
            <a:spLocks noChangeArrowheads="1"/>
          </p:cNvSpPr>
          <p:nvPr/>
        </p:nvSpPr>
        <p:spPr bwMode="auto">
          <a:xfrm>
            <a:off x="1763688" y="1268760"/>
            <a:ext cx="6048672" cy="461664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 algn="ctr">
              <a:spcBef>
                <a:spcPct val="0"/>
              </a:spcBef>
              <a:buNone/>
              <a:defRPr/>
            </a:pPr>
            <a:endParaRPr lang="zh-TW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795601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888235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7915" y="692696"/>
            <a:ext cx="7776789" cy="371513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spc="-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582552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2051720" y="1678156"/>
            <a:ext cx="5112568" cy="30469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635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91810</TotalTime>
  <Words>33</Words>
  <Application>Microsoft Office PowerPoint</Application>
  <PresentationFormat>如螢幕大小 (4:3)</PresentationFormat>
  <Paragraphs>59</Paragraphs>
  <Slides>23</Slides>
  <Notes>18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  <vt:variant>
        <vt:lpstr>自訂放映</vt:lpstr>
      </vt:variant>
      <vt:variant>
        <vt:i4>2</vt:i4>
      </vt:variant>
    </vt:vector>
  </HeadingPairs>
  <TitlesOfParts>
    <vt:vector size="31" baseType="lpstr">
      <vt:lpstr>標楷體</vt:lpstr>
      <vt:lpstr>Arial</vt:lpstr>
      <vt:lpstr>Calibri</vt:lpstr>
      <vt:lpstr>Times New Roman</vt:lpstr>
      <vt:lpstr>Wingdings</vt:lpstr>
      <vt:lpstr>6_預設簡報設計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自訂放映 1</vt:lpstr>
      <vt:lpstr>自訂放映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109598006@cc.ntut.edu.tw</cp:lastModifiedBy>
  <cp:revision>6054</cp:revision>
  <cp:lastPrinted>2026-01-30T05:59:42Z</cp:lastPrinted>
  <dcterms:created xsi:type="dcterms:W3CDTF">2010-10-18T00:33:31Z</dcterms:created>
  <dcterms:modified xsi:type="dcterms:W3CDTF">2026-04-09T07:16:22Z</dcterms:modified>
</cp:coreProperties>
</file>