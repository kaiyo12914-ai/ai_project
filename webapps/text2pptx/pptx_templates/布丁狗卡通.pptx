
<file path=[Content_Types].xml><?xml version="1.0" encoding="utf-8"?>
<ns0:Types xmlns:ns0="http://schemas.openxmlformats.org/package/2006/content-types">
  <ns0:Default Extension="fntdata" ContentType="application/x-fontdata"/>
  <ns0:Default Extension="jpeg" ContentType="image/jpeg"/>
  <ns0:Default Extension="png" ContentType="image/png"/>
  <ns0:Default Extension="rels" ContentType="application/vnd.openxmlformats-package.relationships+xml"/>
  <ns0:Default Extension="xml" ContentType="application/xml"/>
  <ns0:Override PartName="/docProps/app.xml" ContentType="application/vnd.openxmlformats-officedocument.extended-properties+xml"/>
  <ns0:Override PartName="/docProps/core.xml" ContentType="application/vnd.openxmlformats-package.core-properties+xml"/>
  <ns0:Override PartName="/ppt/media/image11.svg" ContentType="image/svg+xml"/>
  <ns0:Override PartName="/ppt/media/image13.svg" ContentType="image/svg+xml"/>
  <ns0:Override PartName="/ppt/media/image15.svg" ContentType="image/svg+xml"/>
  <ns0:Override PartName="/ppt/media/image17.svg" ContentType="image/svg+xml"/>
  <ns0:Override PartName="/ppt/media/image20.svg" ContentType="image/svg+xml"/>
  <ns0:Override PartName="/ppt/media/image22.svg" ContentType="image/svg+xml"/>
  <ns0:Override PartName="/ppt/media/image24.svg" ContentType="image/svg+xml"/>
  <ns0:Override PartName="/ppt/media/image26.svg" ContentType="image/svg+xml"/>
  <ns0:Override PartName="/ppt/media/image28.svg" ContentType="image/svg+xml"/>
  <ns0:Override PartName="/ppt/media/image3.svg" ContentType="image/svg+xml"/>
  <ns0:Override PartName="/ppt/media/image30.svg" ContentType="image/svg+xml"/>
  <ns0:Override PartName="/ppt/media/image32.svg" ContentType="image/svg+xml"/>
  <ns0:Override PartName="/ppt/media/image34.svg" ContentType="image/svg+xml"/>
  <ns0:Override PartName="/ppt/media/image37.svg" ContentType="image/svg+xml"/>
  <ns0:Override PartName="/ppt/media/image39.svg" ContentType="image/svg+xml"/>
  <ns0:Override PartName="/ppt/media/image41.svg" ContentType="image/svg+xml"/>
  <ns0:Override PartName="/ppt/media/image43.svg" ContentType="image/svg+xml"/>
  <ns0:Override PartName="/ppt/media/image45.svg" ContentType="image/svg+xml"/>
  <ns0:Override PartName="/ppt/media/image47.svg" ContentType="image/svg+xml"/>
  <ns0:Override PartName="/ppt/media/image49.svg" ContentType="image/svg+xml"/>
  <ns0:Override PartName="/ppt/media/image5.svg" ContentType="image/svg+xml"/>
  <ns0:Override PartName="/ppt/media/image52.svg" ContentType="image/svg+xml"/>
  <ns0:Override PartName="/ppt/media/image55.svg" ContentType="image/svg+xml"/>
  <ns0:Override PartName="/ppt/media/image57.svg" ContentType="image/svg+xml"/>
  <ns0:Override PartName="/ppt/media/image59.svg" ContentType="image/svg+xml"/>
  <ns0:Override PartName="/ppt/media/image61.svg" ContentType="image/svg+xml"/>
  <ns0:Override PartName="/ppt/media/image63.svg" ContentType="image/svg+xml"/>
  <ns0:Override PartName="/ppt/media/image7.svg" ContentType="image/svg+xml"/>
  <ns0:Override PartName="/ppt/media/image9.svg" ContentType="image/svg+xml"/>
  <ns0:Override PartName="/ppt/presProps.xml" ContentType="application/vnd.openxmlformats-officedocument.presentationml.presProps+xml"/>
  <ns0:Override PartName="/ppt/presentation.xml" ContentType="application/vnd.openxmlformats-officedocument.presentationml.presentation.main+xml"/>
  <ns0:Override PartName="/ppt/slideLayouts/slideLayout7.xml" ContentType="application/vnd.openxmlformats-officedocument.presentationml.slideLayout+xml"/>
  <ns0:Override PartName="/ppt/slideMasters/slideMaster1.xml" ContentType="application/vnd.openxmlformats-officedocument.presentationml.slideMaster+xml"/>
  <ns0:Override PartName="/ppt/slides/slide1.xml" ContentType="application/vnd.openxmlformats-officedocument.presentationml.slide+xml"/>
  <ns0:Override PartName="/ppt/slides/slide10.xml" ContentType="application/vnd.openxmlformats-officedocument.presentationml.slide+xml"/>
  <ns0:Override PartName="/ppt/slides/slide11.xml" ContentType="application/vnd.openxmlformats-officedocument.presentationml.slide+xml"/>
  <ns0:Override PartName="/ppt/slides/slide2.xml" ContentType="application/vnd.openxmlformats-officedocument.presentationml.slide+xml"/>
  <ns0:Override PartName="/ppt/slides/slide3.xml" ContentType="application/vnd.openxmlformats-officedocument.presentationml.slide+xml"/>
  <ns0:Override PartName="/ppt/slides/slide4.xml" ContentType="application/vnd.openxmlformats-officedocument.presentationml.slide+xml"/>
  <ns0:Override PartName="/ppt/slides/slide5.xml" ContentType="application/vnd.openxmlformats-officedocument.presentationml.slide+xml"/>
  <ns0:Override PartName="/ppt/slides/slide6.xml" ContentType="application/vnd.openxmlformats-officedocument.presentationml.slide+xml"/>
  <ns0:Override PartName="/ppt/slides/slide7.xml" ContentType="application/vnd.openxmlformats-officedocument.presentationml.slide+xml"/>
  <ns0:Override PartName="/ppt/slides/slide8.xml" ContentType="application/vnd.openxmlformats-officedocument.presentationml.slide+xml"/>
  <ns0:Override PartName="/ppt/slides/slide9.xml" ContentType="application/vnd.openxmlformats-officedocument.presentationml.slide+xml"/>
  <ns0:Override PartName="/ppt/tableStyles.xml" ContentType="application/vnd.openxmlformats-officedocument.presentationml.tableStyles+xml"/>
  <ns0:Override PartName="/ppt/theme/theme1.xml" ContentType="application/vnd.openxmlformats-officedocument.theme+xml"/>
  <ns0:Override PartName="/ppt/viewProps.xml" ContentType="application/vnd.openxmlformats-officedocument.presentationml.viewProps+xml"/>
  <ns0:Override PartName="/ppt/slideLayouts/slideLayout12.xml" ContentType="application/vnd.openxmlformats-officedocument.presentationml.slideLayout+xml"/>
  <ns0:Override PartName="/ppt/slideLayouts/slideLayout13.xml" ContentType="application/vnd.openxmlformats-officedocument.presentationml.slideLayout+xml"/>
  <ns0:Override PartName="/ppt/slideLayouts/slideLayout14.xml" ContentType="application/vnd.openxmlformats-officedocument.presentationml.slideLayout+xml"/>
  <ns0:Override PartName="/ppt/slideLayouts/slideLayout15.xml" ContentType="application/vnd.openxmlformats-officedocument.presentationml.slideLayout+xml"/>
  <ns0:Override PartName="/ppt/slideLayouts/slideLayout16.xml" ContentType="application/vnd.openxmlformats-officedocument.presentationml.slideLayout+xml"/>
  <ns0:Override PartName="/ppt/slideLayouts/slideLayout17.xml" ContentType="application/vnd.openxmlformats-officedocument.presentationml.slideLayout+xml"/>
  <ns0:Override PartName="/ppt/slideLayouts/slideLayout18.xml" ContentType="application/vnd.openxmlformats-officedocument.presentationml.slideLayout+xml"/>
  <ns0:Override PartName="/ppt/slideLayouts/slideLayout19.xml" ContentType="application/vnd.openxmlformats-officedocument.presentationml.slideLayout+xml"/>
  <ns0:Override PartName="/ppt/slideLayouts/slideLayout20.xml" ContentType="application/vnd.openxmlformats-officedocument.presentationml.slideLayout+xml"/>
  <ns0:Override PartName="/ppt/slideLayouts/slideLayout21.xml" ContentType="application/vnd.openxmlformats-officedocument.presentationml.slideLayout+xml"/>
</ns0: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 saveSubsetFonts="1" embedTrueTypeFonts="true">
  <ns0:sldMasterIdLst>
    <ns0:sldMasterId id="2147483648" ns1:id="rId1"/>
  </ns0:sldMasterIdLst>
  <ns0:sldIdLst>
    <ns0:sldId id="256" ns1:id="rId6"/>
    <ns0:sldId id="257" ns1:id="rId7"/>
    <ns0:sldId id="258" ns1:id="rId8"/>
    <ns0:sldId id="259" ns1:id="rId9"/>
    <ns0:sldId id="260" ns1:id="rId10"/>
    <ns0:sldId id="261" ns1:id="rId11"/>
    <ns0:sldId id="262" ns1:id="rId12"/>
    <ns0:sldId id="263" ns1:id="rId13"/>
    <ns0:sldId id="264" ns1:id="rId14"/>
    <ns0:sldId id="265" ns1:id="rId15"/>
    <ns0:sldId id="266" ns1:id="rId16"/>
  </ns0:sldIdLst>
  <ns0:sldSz cx="18288000" cy="10287000"/>
  <ns0:notesSz cx="6858000" cy="9144000"/>
  <ns0:embeddedFontLst>
    <ns0:embeddedFont>
      <ns0:font typeface="Balabeloo" charset="1" panose="00000500000000000000"/>
      <ns0:regular ns1:id="rId17"/>
    </ns0:embeddedFont>
    <ns0:embeddedFont>
      <ns0:font typeface="Baloo Tammudu" charset="1" panose="03080902040302020200"/>
      <ns0:regular ns1:id="rId18"/>
    </ns0:embeddedFont>
  </ns0:embeddedFontLst>
  <ns0:defaultTextStyle>
    <ns2:defPPr>
      <ns2:defRPr lang="en-US"/>
    </ns2:defPPr>
    <ns2:lvl1pPr marL="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1pPr>
    <ns2:lvl2pPr marL="45720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2pPr>
    <ns2:lvl3pPr marL="91440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3pPr>
    <ns2:lvl4pPr marL="137160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4pPr>
    <ns2:lvl5pPr marL="182880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5pPr>
    <ns2:lvl6pPr marL="228600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6pPr>
    <ns2:lvl7pPr marL="274320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7pPr>
    <ns2:lvl8pPr marL="320040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8pPr>
    <ns2:lvl9pPr marL="365760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?>
<ns0:Relationships xmlns:ns0="http://schemas.openxmlformats.org/package/2006/relationships"><ns0:Relationship Id="rId1" Type="http://schemas.openxmlformats.org/officeDocument/2006/relationships/slideMaster" Target="slideMasters/slideMaster1.xml" /><ns0:Relationship Id="rId2" Type="http://schemas.openxmlformats.org/officeDocument/2006/relationships/presProps" Target="presProps.xml" /><ns0:Relationship Id="rId3" Type="http://schemas.openxmlformats.org/officeDocument/2006/relationships/viewProps" Target="viewProps.xml" /><ns0:Relationship Id="rId4" Type="http://schemas.openxmlformats.org/officeDocument/2006/relationships/theme" Target="theme/theme1.xml" /><ns0:Relationship Id="rId5" Type="http://schemas.openxmlformats.org/officeDocument/2006/relationships/tableStyles" Target="tableStyles.xml" /><ns0:Relationship Id="rId6" Type="http://schemas.openxmlformats.org/officeDocument/2006/relationships/slide" Target="slides/slide1.xml" /><ns0:Relationship Id="rId7" Type="http://schemas.openxmlformats.org/officeDocument/2006/relationships/slide" Target="slides/slide2.xml" /><ns0:Relationship Id="rId8" Type="http://schemas.openxmlformats.org/officeDocument/2006/relationships/slide" Target="slides/slide3.xml" /><ns0:Relationship Id="rId9" Type="http://schemas.openxmlformats.org/officeDocument/2006/relationships/slide" Target="slides/slide4.xml" /><ns0:Relationship Id="rId10" Type="http://schemas.openxmlformats.org/officeDocument/2006/relationships/slide" Target="slides/slide5.xml" /><ns0:Relationship Id="rId11" Type="http://schemas.openxmlformats.org/officeDocument/2006/relationships/slide" Target="slides/slide6.xml" /><ns0:Relationship Id="rId12" Type="http://schemas.openxmlformats.org/officeDocument/2006/relationships/slide" Target="slides/slide7.xml" /><ns0:Relationship Id="rId13" Type="http://schemas.openxmlformats.org/officeDocument/2006/relationships/slide" Target="slides/slide8.xml" /><ns0:Relationship Id="rId14" Type="http://schemas.openxmlformats.org/officeDocument/2006/relationships/slide" Target="slides/slide9.xml" /><ns0:Relationship Id="rId15" Type="http://schemas.openxmlformats.org/officeDocument/2006/relationships/slide" Target="slides/slide10.xml" /><ns0:Relationship Id="rId16" Type="http://schemas.openxmlformats.org/officeDocument/2006/relationships/slide" Target="slides/slide11.xml" /><ns0:Relationship Id="rId17" Type="http://schemas.openxmlformats.org/officeDocument/2006/relationships/font" Target="fonts/font17.fntdata" /><ns0:Relationship Id="rId18" Type="http://schemas.openxmlformats.org/officeDocument/2006/relationships/font" Target="fonts/font18.fntdata" /></ns0:Relationships>
</file>

<file path=ppt/slideLayouts/_rels/slideLayout7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ns0:Relationship Id="rId2" Type="http://schemas.openxmlformats.org/officeDocument/2006/relationships/image" Target="../media/image1.jpeg" /><ns0:Relationship Id="rId3" Type="http://schemas.openxmlformats.org/officeDocument/2006/relationships/image" Target="../media/image2.png" /><ns0:Relationship Id="rId4" Type="http://schemas.openxmlformats.org/officeDocument/2006/relationships/image" Target="../media/image3.svg" /><ns0:Relationship Id="rId5" Type="http://schemas.openxmlformats.org/officeDocument/2006/relationships/image" Target="../media/image4.png" /><ns0:Relationship Id="rId6" Type="http://schemas.openxmlformats.org/officeDocument/2006/relationships/image" Target="../media/image5.svg" /><ns0:Relationship Id="rId7" Type="http://schemas.openxmlformats.org/officeDocument/2006/relationships/image" Target="../media/image6.png" /><ns0:Relationship Id="rId8" Type="http://schemas.openxmlformats.org/officeDocument/2006/relationships/image" Target="../media/image7.svg" /><ns0:Relationship Id="rId9" Type="http://schemas.openxmlformats.org/officeDocument/2006/relationships/image" Target="../media/image8.png" /><ns0:Relationship Id="rId10" Type="http://schemas.openxmlformats.org/officeDocument/2006/relationships/image" Target="../media/image9.svg" /><ns0:Relationship Id="rId11" Type="http://schemas.openxmlformats.org/officeDocument/2006/relationships/image" Target="../media/image10.png" /><ns0:Relationship Id="rId12" Type="http://schemas.openxmlformats.org/officeDocument/2006/relationships/image" Target="../media/image11.svg" /><ns0:Relationship Id="rId13" Type="http://schemas.openxmlformats.org/officeDocument/2006/relationships/image" Target="../media/image12.png" /><ns0:Relationship Id="rId14" Type="http://schemas.openxmlformats.org/officeDocument/2006/relationships/image" Target="../media/image13.svg" /><ns0:Relationship Id="rId15" Type="http://schemas.openxmlformats.org/officeDocument/2006/relationships/image" Target="../media/image14.png" /><ns0:Relationship Id="rId16" Type="http://schemas.openxmlformats.org/officeDocument/2006/relationships/image" Target="../media/image15.svg" /><ns0:Relationship Id="rId17" Type="http://schemas.openxmlformats.org/officeDocument/2006/relationships/image" Target="../media/image14.png" /><ns0:Relationship Id="rId18" Type="http://schemas.openxmlformats.org/officeDocument/2006/relationships/image" Target="../media/image15.svg" /><ns0:Relationship Id="rId19" Type="http://schemas.openxmlformats.org/officeDocument/2006/relationships/image" Target="../media/image16.png" /><ns0:Relationship Id="rId20" Type="http://schemas.openxmlformats.org/officeDocument/2006/relationships/image" Target="../media/image17.svg" /></ns0:Relationships>
</file>

<file path=ppt/slideLayouts/_rels/slideLayout12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ns0:Relationship Id="rId2" Type="http://schemas.openxmlformats.org/officeDocument/2006/relationships/image" Target="../media/image18.jpeg" /><ns0:Relationship Id="rId3" Type="http://schemas.openxmlformats.org/officeDocument/2006/relationships/image" Target="../media/image19.png" /><ns0:Relationship Id="rId4" Type="http://schemas.openxmlformats.org/officeDocument/2006/relationships/image" Target="../media/image20.svg" /><ns0:Relationship Id="rId5" Type="http://schemas.openxmlformats.org/officeDocument/2006/relationships/image" Target="../media/image21.png" /><ns0:Relationship Id="rId6" Type="http://schemas.openxmlformats.org/officeDocument/2006/relationships/image" Target="../media/image22.svg" /><ns0:Relationship Id="rId7" Type="http://schemas.openxmlformats.org/officeDocument/2006/relationships/image" Target="../media/image23.png" /><ns0:Relationship Id="rId8" Type="http://schemas.openxmlformats.org/officeDocument/2006/relationships/image" Target="../media/image24.svg" /><ns0:Relationship Id="rId9" Type="http://schemas.openxmlformats.org/officeDocument/2006/relationships/image" Target="../media/image25.png" /><ns0:Relationship Id="rId10" Type="http://schemas.openxmlformats.org/officeDocument/2006/relationships/image" Target="../media/image26.svg" /><ns0:Relationship Id="rId11" Type="http://schemas.openxmlformats.org/officeDocument/2006/relationships/image" Target="../media/image27.png" /><ns0:Relationship Id="rId12" Type="http://schemas.openxmlformats.org/officeDocument/2006/relationships/image" Target="../media/image28.svg" /></ns0:Relationships>
</file>

<file path=ppt/slideLayouts/_rels/slideLayout13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ns0:Relationship Id="rId2" Type="http://schemas.openxmlformats.org/officeDocument/2006/relationships/image" Target="../media/image1.jpeg" /><ns0:Relationship Id="rId3" Type="http://schemas.openxmlformats.org/officeDocument/2006/relationships/image" Target="../media/image29.png" /><ns0:Relationship Id="rId4" Type="http://schemas.openxmlformats.org/officeDocument/2006/relationships/image" Target="../media/image30.svg" /><ns0:Relationship Id="rId5" Type="http://schemas.openxmlformats.org/officeDocument/2006/relationships/image" Target="../media/image14.png" /><ns0:Relationship Id="rId6" Type="http://schemas.openxmlformats.org/officeDocument/2006/relationships/image" Target="../media/image15.svg" /><ns0:Relationship Id="rId7" Type="http://schemas.openxmlformats.org/officeDocument/2006/relationships/image" Target="../media/image31.png" /><ns0:Relationship Id="rId8" Type="http://schemas.openxmlformats.org/officeDocument/2006/relationships/image" Target="../media/image32.svg" /></ns0:Relationships>
</file>

<file path=ppt/slideLayouts/_rels/slideLayout14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ns0:Relationship Id="rId2" Type="http://schemas.openxmlformats.org/officeDocument/2006/relationships/image" Target="../media/image18.jpeg" /><ns0:Relationship Id="rId3" Type="http://schemas.openxmlformats.org/officeDocument/2006/relationships/image" Target="../media/image33.png" /><ns0:Relationship Id="rId4" Type="http://schemas.openxmlformats.org/officeDocument/2006/relationships/image" Target="../media/image34.svg" /><ns0:Relationship Id="rId5" Type="http://schemas.openxmlformats.org/officeDocument/2006/relationships/image" Target="../media/image25.png" /><ns0:Relationship Id="rId6" Type="http://schemas.openxmlformats.org/officeDocument/2006/relationships/image" Target="../media/image26.svg" /><ns0:Relationship Id="rId7" Type="http://schemas.openxmlformats.org/officeDocument/2006/relationships/image" Target="../media/image14.png" /><ns0:Relationship Id="rId8" Type="http://schemas.openxmlformats.org/officeDocument/2006/relationships/image" Target="../media/image15.svg" /></ns0:Relationships>
</file>

<file path=ppt/slideLayouts/_rels/slideLayout15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ns0:Relationship Id="rId2" Type="http://schemas.openxmlformats.org/officeDocument/2006/relationships/image" Target="../media/image35.jpeg" /><ns0:Relationship Id="rId3" Type="http://schemas.openxmlformats.org/officeDocument/2006/relationships/image" Target="../media/image27.png" /><ns0:Relationship Id="rId4" Type="http://schemas.openxmlformats.org/officeDocument/2006/relationships/image" Target="../media/image28.svg" /><ns0:Relationship Id="rId5" Type="http://schemas.openxmlformats.org/officeDocument/2006/relationships/image" Target="../media/image36.png" /><ns0:Relationship Id="rId6" Type="http://schemas.openxmlformats.org/officeDocument/2006/relationships/image" Target="../media/image37.svg" /><ns0:Relationship Id="rId7" Type="http://schemas.openxmlformats.org/officeDocument/2006/relationships/image" Target="../media/image38.png" /><ns0:Relationship Id="rId8" Type="http://schemas.openxmlformats.org/officeDocument/2006/relationships/image" Target="../media/image39.svg" /></ns0:Relationships>
</file>

<file path=ppt/slideLayouts/_rels/slideLayout16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ns0:Relationship Id="rId2" Type="http://schemas.openxmlformats.org/officeDocument/2006/relationships/image" Target="../media/image18.jpeg" /><ns0:Relationship Id="rId3" Type="http://schemas.openxmlformats.org/officeDocument/2006/relationships/image" Target="../media/image40.png" /><ns0:Relationship Id="rId4" Type="http://schemas.openxmlformats.org/officeDocument/2006/relationships/image" Target="../media/image41.svg" /><ns0:Relationship Id="rId5" Type="http://schemas.openxmlformats.org/officeDocument/2006/relationships/image" Target="../media/image40.png" /><ns0:Relationship Id="rId6" Type="http://schemas.openxmlformats.org/officeDocument/2006/relationships/image" Target="../media/image41.svg" /><ns0:Relationship Id="rId7" Type="http://schemas.openxmlformats.org/officeDocument/2006/relationships/image" Target="../media/image40.png" /><ns0:Relationship Id="rId8" Type="http://schemas.openxmlformats.org/officeDocument/2006/relationships/image" Target="../media/image41.svg" /><ns0:Relationship Id="rId9" Type="http://schemas.openxmlformats.org/officeDocument/2006/relationships/image" Target="../media/image42.png" /><ns0:Relationship Id="rId10" Type="http://schemas.openxmlformats.org/officeDocument/2006/relationships/image" Target="../media/image43.svg" /><ns0:Relationship Id="rId11" Type="http://schemas.openxmlformats.org/officeDocument/2006/relationships/image" Target="../media/image14.png" /><ns0:Relationship Id="rId12" Type="http://schemas.openxmlformats.org/officeDocument/2006/relationships/image" Target="../media/image15.svg" /><ns0:Relationship Id="rId13" Type="http://schemas.openxmlformats.org/officeDocument/2006/relationships/image" Target="../media/image16.png" /><ns0:Relationship Id="rId14" Type="http://schemas.openxmlformats.org/officeDocument/2006/relationships/image" Target="../media/image17.svg" /><ns0:Relationship Id="rId15" Type="http://schemas.openxmlformats.org/officeDocument/2006/relationships/image" Target="../media/image44.png" /><ns0:Relationship Id="rId16" Type="http://schemas.openxmlformats.org/officeDocument/2006/relationships/image" Target="../media/image45.svg" /></ns0:Relationships>
</file>

<file path=ppt/slideLayouts/_rels/slideLayout17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ns0:Relationship Id="rId2" Type="http://schemas.openxmlformats.org/officeDocument/2006/relationships/image" Target="../media/image1.jpeg" /><ns0:Relationship Id="rId3" Type="http://schemas.openxmlformats.org/officeDocument/2006/relationships/image" Target="../media/image23.png" /><ns0:Relationship Id="rId4" Type="http://schemas.openxmlformats.org/officeDocument/2006/relationships/image" Target="../media/image24.svg" /><ns0:Relationship Id="rId5" Type="http://schemas.openxmlformats.org/officeDocument/2006/relationships/image" Target="../media/image10.png" /><ns0:Relationship Id="rId6" Type="http://schemas.openxmlformats.org/officeDocument/2006/relationships/image" Target="../media/image11.svg" /><ns0:Relationship Id="rId7" Type="http://schemas.openxmlformats.org/officeDocument/2006/relationships/image" Target="../media/image46.png" /><ns0:Relationship Id="rId8" Type="http://schemas.openxmlformats.org/officeDocument/2006/relationships/image" Target="../media/image47.svg" /><ns0:Relationship Id="rId9" Type="http://schemas.openxmlformats.org/officeDocument/2006/relationships/image" Target="../media/image38.png" /><ns0:Relationship Id="rId10" Type="http://schemas.openxmlformats.org/officeDocument/2006/relationships/image" Target="../media/image39.svg" /><ns0:Relationship Id="rId11" Type="http://schemas.openxmlformats.org/officeDocument/2006/relationships/image" Target="../media/image14.png" /><ns0:Relationship Id="rId12" Type="http://schemas.openxmlformats.org/officeDocument/2006/relationships/image" Target="../media/image15.svg" /></ns0:Relationships>
</file>

<file path=ppt/slideLayouts/_rels/slideLayout18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ns0:Relationship Id="rId2" Type="http://schemas.openxmlformats.org/officeDocument/2006/relationships/image" Target="../media/image18.jpeg" /><ns0:Relationship Id="rId3" Type="http://schemas.openxmlformats.org/officeDocument/2006/relationships/image" Target="../media/image48.png" /><ns0:Relationship Id="rId4" Type="http://schemas.openxmlformats.org/officeDocument/2006/relationships/image" Target="../media/image49.svg" /><ns0:Relationship Id="rId5" Type="http://schemas.openxmlformats.org/officeDocument/2006/relationships/image" Target="../media/image50.jpeg" /><ns0:Relationship Id="rId6" Type="http://schemas.openxmlformats.org/officeDocument/2006/relationships/image" Target="../media/image51.png" /><ns0:Relationship Id="rId7" Type="http://schemas.openxmlformats.org/officeDocument/2006/relationships/image" Target="../media/image52.svg" /><ns0:Relationship Id="rId8" Type="http://schemas.openxmlformats.org/officeDocument/2006/relationships/image" Target="../media/image4.png" /><ns0:Relationship Id="rId9" Type="http://schemas.openxmlformats.org/officeDocument/2006/relationships/image" Target="../media/image5.svg" /><ns0:Relationship Id="rId10" Type="http://schemas.openxmlformats.org/officeDocument/2006/relationships/image" Target="../media/image27.png" /><ns0:Relationship Id="rId11" Type="http://schemas.openxmlformats.org/officeDocument/2006/relationships/image" Target="../media/image28.svg" /><ns0:Relationship Id="rId12" Type="http://schemas.openxmlformats.org/officeDocument/2006/relationships/image" Target="../media/image14.png" /><ns0:Relationship Id="rId13" Type="http://schemas.openxmlformats.org/officeDocument/2006/relationships/image" Target="../media/image15.svg" /></ns0:Relationships>
</file>

<file path=ppt/slideLayouts/_rels/slideLayout19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ns0:Relationship Id="rId2" Type="http://schemas.openxmlformats.org/officeDocument/2006/relationships/image" Target="../media/image1.jpeg" /><ns0:Relationship Id="rId3" Type="http://schemas.openxmlformats.org/officeDocument/2006/relationships/image" Target="../media/image53.png" /><ns0:Relationship Id="rId4" Type="http://schemas.openxmlformats.org/officeDocument/2006/relationships/image" Target="../media/image31.png" /><ns0:Relationship Id="rId5" Type="http://schemas.openxmlformats.org/officeDocument/2006/relationships/image" Target="../media/image32.svg" /><ns0:Relationship Id="rId6" Type="http://schemas.openxmlformats.org/officeDocument/2006/relationships/image" Target="../media/image54.png" /><ns0:Relationship Id="rId7" Type="http://schemas.openxmlformats.org/officeDocument/2006/relationships/image" Target="../media/image55.svg" /><ns0:Relationship Id="rId8" Type="http://schemas.openxmlformats.org/officeDocument/2006/relationships/image" Target="../media/image56.png" /><ns0:Relationship Id="rId9" Type="http://schemas.openxmlformats.org/officeDocument/2006/relationships/image" Target="../media/image57.svg" /><ns0:Relationship Id="rId10" Type="http://schemas.openxmlformats.org/officeDocument/2006/relationships/image" Target="../media/image16.png" /><ns0:Relationship Id="rId11" Type="http://schemas.openxmlformats.org/officeDocument/2006/relationships/image" Target="../media/image17.svg" /></ns0:Relationships>
</file>

<file path=ppt/slideLayouts/_rels/slideLayout20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ns0:Relationship Id="rId2" Type="http://schemas.openxmlformats.org/officeDocument/2006/relationships/image" Target="../media/image18.jpeg" /><ns0:Relationship Id="rId3" Type="http://schemas.openxmlformats.org/officeDocument/2006/relationships/image" Target="../media/image58.png" /><ns0:Relationship Id="rId4" Type="http://schemas.openxmlformats.org/officeDocument/2006/relationships/image" Target="../media/image59.svg" /><ns0:Relationship Id="rId5" Type="http://schemas.openxmlformats.org/officeDocument/2006/relationships/image" Target="../media/image60.png" /><ns0:Relationship Id="rId6" Type="http://schemas.openxmlformats.org/officeDocument/2006/relationships/image" Target="../media/image61.svg" /><ns0:Relationship Id="rId7" Type="http://schemas.openxmlformats.org/officeDocument/2006/relationships/image" Target="../media/image62.png" /><ns0:Relationship Id="rId8" Type="http://schemas.openxmlformats.org/officeDocument/2006/relationships/image" Target="../media/image63.svg" /><ns0:Relationship Id="rId9" Type="http://schemas.openxmlformats.org/officeDocument/2006/relationships/image" Target="../media/image14.png" /><ns0:Relationship Id="rId10" Type="http://schemas.openxmlformats.org/officeDocument/2006/relationships/image" Target="../media/image15.svg" /></ns0:Relationships>
</file>

<file path=ppt/slideLayouts/_rels/slideLayout21.xml.rels><?xml version='1.0' encoding='utf-8'?>
<ns0:Relationships xmlns:ns0="http://schemas.openxmlformats.org/package/2006/relationships"><ns0:Relationship Id="rId1" Type="http://schemas.openxmlformats.org/officeDocument/2006/relationships/slideMaster" Target="../slideMasters/slideMaster1.xml" /><ns0:Relationship Id="rId2" Type="http://schemas.openxmlformats.org/officeDocument/2006/relationships/image" Target="../media/image1.jpeg" /><ns0:Relationship Id="rId3" Type="http://schemas.openxmlformats.org/officeDocument/2006/relationships/image" Target="../media/image2.png" /><ns0:Relationship Id="rId4" Type="http://schemas.openxmlformats.org/officeDocument/2006/relationships/image" Target="../media/image3.svg" /><ns0:Relationship Id="rId5" Type="http://schemas.openxmlformats.org/officeDocument/2006/relationships/image" Target="../media/image4.png" /><ns0:Relationship Id="rId6" Type="http://schemas.openxmlformats.org/officeDocument/2006/relationships/image" Target="../media/image5.svg" /><ns0:Relationship Id="rId7" Type="http://schemas.openxmlformats.org/officeDocument/2006/relationships/image" Target="../media/image6.png" /><ns0:Relationship Id="rId8" Type="http://schemas.openxmlformats.org/officeDocument/2006/relationships/image" Target="../media/image7.svg" /><ns0:Relationship Id="rId9" Type="http://schemas.openxmlformats.org/officeDocument/2006/relationships/image" Target="../media/image8.png" /><ns0:Relationship Id="rId10" Type="http://schemas.openxmlformats.org/officeDocument/2006/relationships/image" Target="../media/image9.svg" /><ns0:Relationship Id="rId11" Type="http://schemas.openxmlformats.org/officeDocument/2006/relationships/image" Target="../media/image10.png" /><ns0:Relationship Id="rId12" Type="http://schemas.openxmlformats.org/officeDocument/2006/relationships/image" Target="../media/image11.svg" /><ns0:Relationship Id="rId13" Type="http://schemas.openxmlformats.org/officeDocument/2006/relationships/image" Target="../media/image12.png" /><ns0:Relationship Id="rId14" Type="http://schemas.openxmlformats.org/officeDocument/2006/relationships/image" Target="../media/image13.svg" /><ns0:Relationship Id="rId15" Type="http://schemas.openxmlformats.org/officeDocument/2006/relationships/image" Target="../media/image14.png" /><ns0:Relationship Id="rId16" Type="http://schemas.openxmlformats.org/officeDocument/2006/relationships/image" Target="../media/image15.svg" /><ns0:Relationship Id="rId17" Type="http://schemas.openxmlformats.org/officeDocument/2006/relationships/image" Target="../media/image14.png" /><ns0:Relationship Id="rId18" Type="http://schemas.openxmlformats.org/officeDocument/2006/relationships/image" Target="../media/image15.svg" /><ns0:Relationship Id="rId19" Type="http://schemas.openxmlformats.org/officeDocument/2006/relationships/image" Target="../media/image16.png" /><ns0:Relationship Id="rId20" Type="http://schemas.openxmlformats.org/officeDocument/2006/relationships/image" Target="../media/image17.svg" /></ns0:Relationships>
</file>

<file path=ppt/slideLayouts/slideLayout7.xml><?xml version="1.0" encoding="utf-8"?>
<ns0:sldLayout xmlns:ns0="http://schemas.openxmlformats.org/presentationml/2006/main" xmlns:ns1="http://schemas.openxmlformats.org/drawingml/2006/main" xmlns:ns2="http://schemas.openxmlformats.org/officeDocument/2006/relationships" xmlns:ns3="http://schemas.microsoft.com/office/drawing/2016/SVG/main" type="blank" preserve="1">
  <ns0:cSld name="版型1"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name="Freeform 2" id="2"/>
          <ns0:cNvSpPr/>
          <ns0:nvPr/>
        </ns0:nvSpPr>
        <ns0:spPr>
          <ns1:xfrm flipH="false" flipV="false" rot="0">
            <ns1:off x="0" y="0"/>
            <ns1:ext cx="18288000" cy="10287000"/>
          </ns1:xfrm>
          <ns1:custGeom>
            <ns1:avLst/>
            <ns1:gdLst/>
            <ns1:ahLst/>
            <ns1:cxnLst/>
            <ns1:rect r="r" b="b" t="t" l="l"/>
            <ns1:pathLst>
              <ns1:path h="10287000" w="18288000">
                <ns1:moveTo>
                  <ns1:pt x="0" y="0"/>
                </ns1:moveTo>
                <ns1:lnTo>
                  <ns1:pt x="18288000" y="0"/>
                </ns1:lnTo>
                <ns1:lnTo>
                  <ns1:pt x="18288000" y="10287000"/>
                </ns1:lnTo>
                <ns1:lnTo>
                  <ns1:pt x="0" y="10287000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2"/>
            <ns1:stretch>
              <ns1:fillRect l="0" t="0" r="0" b="0"/>
            </ns1:stretch>
          </ns1:blipFill>
        </ns0:spPr>
      </ns0:sp>
      <ns0:sp>
        <ns0:nvSpPr>
          <ns0:cNvPr name="Freeform 3" id="3"/>
          <ns0:cNvSpPr/>
          <ns0:nvPr/>
        </ns0:nvSpPr>
        <ns0:spPr>
          <ns1:xfrm flipH="false" flipV="false" rot="0">
            <ns1:off x="3317806" y="254187"/>
            <ns1:ext cx="11652388" cy="9569523"/>
          </ns1:xfrm>
          <ns1:custGeom>
            <ns1:avLst/>
            <ns1:gdLst/>
            <ns1:ahLst/>
            <ns1:cxnLst/>
            <ns1:rect r="r" b="b" t="t" l="l"/>
            <ns1:pathLst>
              <ns1:path h="9569523" w="11652388">
                <ns1:moveTo>
                  <ns1:pt x="0" y="0"/>
                </ns1:moveTo>
                <ns1:lnTo>
                  <ns1:pt x="11652388" y="0"/>
                </ns1:lnTo>
                <ns1:lnTo>
                  <ns1:pt x="11652388" y="9569523"/>
                </ns1:lnTo>
                <ns1:lnTo>
                  <ns1:pt x="0" y="9569523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3">
              <ns1:extLst>
                <ns1:ext uri="{96DAC541-7B7A-43D3-8B79-37D633B846F1}">
                  <ns3:svgBlip ns2:embed="rId4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TextBox 4" id="4"/>
          <ns0:cNvSpPr txBox="true"/>
          <ns0:nvPr/>
        </ns0:nvSpPr>
        <ns0:spPr>
          <ns1:xfrm rot="358289">
            <ns1:off x="4886556" y="3005722"/>
            <ns1:ext cx="8465342" cy="3944821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14993"/>
              </ns1:lnSpc>
            </ns1:pPr>
            <ns1:r>
              <ns1:rPr lang="en-US" sz="16659">
                <ns1:solidFill>
                  <ns1:srgbClr val="EA8CA4"/>
                </ns1:solidFill>
                <ns1:latin typeface="Balabeloo"/>
                <ns1:ea typeface="Balabeloo"/>
                <ns1:cs typeface="Balabeloo"/>
                <ns1:sym typeface="Balabeloo"/>
              </ns1:rPr>
              <ns1:t/>
            </ns1:r>
          </ns1:p>
        </ns0:txBody>
      </ns0:sp>
      <ns0:sp>
        <ns0:nvSpPr>
          <ns0:cNvPr name="Freeform 5" id="5"/>
          <ns0:cNvSpPr/>
          <ns0:nvPr/>
        </ns0:nvSpPr>
        <ns0:spPr>
          <ns1:xfrm flipH="true" flipV="false" rot="455442">
            <ns1:off x="1219556" y="1497208"/>
            <ns1:ext cx="3643616" cy="4724299"/>
          </ns1:xfrm>
          <ns1:custGeom>
            <ns1:avLst/>
            <ns1:gdLst/>
            <ns1:ahLst/>
            <ns1:cxnLst/>
            <ns1:rect r="r" b="b" t="t" l="l"/>
            <ns1:pathLst>
              <ns1:path h="4724299" w="3643616">
                <ns1:moveTo>
                  <ns1:pt x="3643616" y="0"/>
                </ns1:moveTo>
                <ns1:lnTo>
                  <ns1:pt x="0" y="0"/>
                </ns1:lnTo>
                <ns1:lnTo>
                  <ns1:pt x="0" y="4724299"/>
                </ns1:lnTo>
                <ns1:lnTo>
                  <ns1:pt x="3643616" y="4724299"/>
                </ns1:lnTo>
                <ns1:lnTo>
                  <ns1:pt x="3643616" y="0"/>
                </ns1:lnTo>
                <ns1:close/>
              </ns1:path>
            </ns1:pathLst>
          </ns1:custGeom>
          <ns1:blipFill>
            <ns1:blip ns2:embed="rId5">
              <ns1:extLst>
                <ns1:ext uri="{96DAC541-7B7A-43D3-8B79-37D633B846F1}">
                  <ns3:svgBlip ns2:embed="rId6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6" id="6"/>
          <ns0:cNvSpPr/>
          <ns0:nvPr/>
        </ns0:nvSpPr>
        <ns0:spPr>
          <ns1:xfrm flipH="true" flipV="false" rot="0">
            <ns1:off x="13461303" y="4658292"/>
            <ns1:ext cx="3126643" cy="4320059"/>
          </ns1:xfrm>
          <ns1:custGeom>
            <ns1:avLst/>
            <ns1:gdLst/>
            <ns1:ahLst/>
            <ns1:cxnLst/>
            <ns1:rect r="r" b="b" t="t" l="l"/>
            <ns1:pathLst>
              <ns1:path h="4320059" w="3126643">
                <ns1:moveTo>
                  <ns1:pt x="3126643" y="0"/>
                </ns1:moveTo>
                <ns1:lnTo>
                  <ns1:pt x="0" y="0"/>
                </ns1:lnTo>
                <ns1:lnTo>
                  <ns1:pt x="0" y="4320060"/>
                </ns1:lnTo>
                <ns1:lnTo>
                  <ns1:pt x="3126643" y="4320060"/>
                </ns1:lnTo>
                <ns1:lnTo>
                  <ns1:pt x="3126643" y="0"/>
                </ns1:lnTo>
                <ns1:close/>
              </ns1:path>
            </ns1:pathLst>
          </ns1:custGeom>
          <ns1:blipFill>
            <ns1:blip ns2:embed="rId7">
              <ns1:extLst>
                <ns1:ext uri="{96DAC541-7B7A-43D3-8B79-37D633B846F1}">
                  <ns3:svgBlip ns2:embed="rId8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7" id="7"/>
          <ns0:cNvSpPr/>
          <ns0:nvPr/>
        </ns0:nvSpPr>
        <ns0:spPr>
          <ns1:xfrm flipH="false" flipV="false" rot="0">
            <ns1:off x="1355111" y="7067303"/>
            <ns1:ext cx="1178075" cy="2542608"/>
          </ns1:xfrm>
          <ns1:custGeom>
            <ns1:avLst/>
            <ns1:gdLst/>
            <ns1:ahLst/>
            <ns1:cxnLst/>
            <ns1:rect r="r" b="b" t="t" l="l"/>
            <ns1:pathLst>
              <ns1:path h="2542608" w="1178075">
                <ns1:moveTo>
                  <ns1:pt x="0" y="0"/>
                </ns1:moveTo>
                <ns1:lnTo>
                  <ns1:pt x="1178075" y="0"/>
                </ns1:lnTo>
                <ns1:lnTo>
                  <ns1:pt x="1178075" y="2542608"/>
                </ns1:lnTo>
                <ns1:lnTo>
                  <ns1:pt x="0" y="2542608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9">
              <ns1:extLst>
                <ns1:ext uri="{96DAC541-7B7A-43D3-8B79-37D633B846F1}">
                  <ns3:svgBlip ns2:embed="rId10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8" id="8"/>
          <ns0:cNvSpPr/>
          <ns0:nvPr/>
        </ns0:nvSpPr>
        <ns0:spPr>
          <ns1:xfrm flipH="true" flipV="false" rot="0">
            <ns1:off x="15840953" y="685277"/>
            <ns1:ext cx="1837934" cy="1764417"/>
          </ns1:xfrm>
          <ns1:custGeom>
            <ns1:avLst/>
            <ns1:gdLst/>
            <ns1:ahLst/>
            <ns1:cxnLst/>
            <ns1:rect r="r" b="b" t="t" l="l"/>
            <ns1:pathLst>
              <ns1:path h="1764417" w="1837934">
                <ns1:moveTo>
                  <ns1:pt x="1837934" y="0"/>
                </ns1:moveTo>
                <ns1:lnTo>
                  <ns1:pt x="0" y="0"/>
                </ns1:lnTo>
                <ns1:lnTo>
                  <ns1:pt x="0" y="1764416"/>
                </ns1:lnTo>
                <ns1:lnTo>
                  <ns1:pt x="1837934" y="1764416"/>
                </ns1:lnTo>
                <ns1:lnTo>
                  <ns1:pt x="1837934" y="0"/>
                </ns1:lnTo>
                <ns1:close/>
              </ns1:path>
            </ns1:pathLst>
          </ns1:custGeom>
          <ns1:blipFill>
            <ns1:blip ns2:embed="rId11">
              <ns1:extLst>
                <ns1:ext uri="{96DAC541-7B7A-43D3-8B79-37D633B846F1}">
                  <ns3:svgBlip ns2:embed="rId12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9" id="9"/>
          <ns0:cNvSpPr/>
          <ns0:nvPr/>
        </ns0:nvSpPr>
        <ns0:spPr>
          <ns1:xfrm flipH="false" flipV="false" rot="0">
            <ns1:off x="217084" y="6143267"/>
            <ns1:ext cx="1412814" cy="1778056"/>
          </ns1:xfrm>
          <ns1:custGeom>
            <ns1:avLst/>
            <ns1:gdLst/>
            <ns1:ahLst/>
            <ns1:cxnLst/>
            <ns1:rect r="r" b="b" t="t" l="l"/>
            <ns1:pathLst>
              <ns1:path h="1778056" w="1412814">
                <ns1:moveTo>
                  <ns1:pt x="0" y="0"/>
                </ns1:moveTo>
                <ns1:lnTo>
                  <ns1:pt x="1412814" y="0"/>
                </ns1:lnTo>
                <ns1:lnTo>
                  <ns1:pt x="1412814" y="1778056"/>
                </ns1:lnTo>
                <ns1:lnTo>
                  <ns1:pt x="0" y="1778056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13">
              <ns1:extLst>
                <ns1:ext uri="{96DAC541-7B7A-43D3-8B79-37D633B846F1}">
                  <ns3:svgBlip ns2:embed="rId14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10" id="10"/>
          <ns0:cNvSpPr/>
          <ns0:nvPr/>
        </ns0:nvSpPr>
        <ns0:spPr>
          <ns1:xfrm flipH="false" flipV="false" rot="0">
            <ns1:off x="15855348" y="2616181"/>
            <ns1:ext cx="1403952" cy="2042112"/>
          </ns1:xfrm>
          <ns1:custGeom>
            <ns1:avLst/>
            <ns1:gdLst/>
            <ns1:ahLst/>
            <ns1:cxnLst/>
            <ns1:rect r="r" b="b" t="t" l="l"/>
            <ns1:pathLst>
              <ns1:path h="2042112" w="1403952">
                <ns1:moveTo>
                  <ns1:pt x="0" y="0"/>
                </ns1:moveTo>
                <ns1:lnTo>
                  <ns1:pt x="1403952" y="0"/>
                </ns1:lnTo>
                <ns1:lnTo>
                  <ns1:pt x="1403952" y="2042111"/>
                </ns1:lnTo>
                <ns1:lnTo>
                  <ns1:pt x="0" y="2042111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15">
              <ns1:extLst>
                <ns1:ext uri="{96DAC541-7B7A-43D3-8B79-37D633B846F1}">
                  <ns3:svgBlip ns2:embed="rId16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11" id="11"/>
          <ns0:cNvSpPr/>
          <ns0:nvPr/>
        </ns0:nvSpPr>
        <ns0:spPr>
          <ns1:xfrm flipH="false" flipV="false" rot="0">
            <ns1:off x="2873683" y="6818322"/>
            <ns1:ext cx="1900252" cy="2764003"/>
          </ns1:xfrm>
          <ns1:custGeom>
            <ns1:avLst/>
            <ns1:gdLst/>
            <ns1:ahLst/>
            <ns1:cxnLst/>
            <ns1:rect r="r" b="b" t="t" l="l"/>
            <ns1:pathLst>
              <ns1:path h="2764003" w="1900252">
                <ns1:moveTo>
                  <ns1:pt x="0" y="0"/>
                </ns1:moveTo>
                <ns1:lnTo>
                  <ns1:pt x="1900253" y="0"/>
                </ns1:lnTo>
                <ns1:lnTo>
                  <ns1:pt x="1900253" y="2764003"/>
                </ns1:lnTo>
                <ns1:lnTo>
                  <ns1:pt x="0" y="2764003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17">
              <ns1:extLst>
                <ns1:ext uri="{96DAC541-7B7A-43D3-8B79-37D633B846F1}">
                  <ns3:svgBlip ns2:embed="rId18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12" id="12"/>
          <ns0:cNvSpPr/>
          <ns0:nvPr/>
        </ns0:nvSpPr>
        <ns0:spPr>
          <ns1:xfrm flipH="false" flipV="false" rot="0">
            <ns1:off x="11247669" y="685277"/>
            <ns1:ext cx="3451413" cy="2420304"/>
          </ns1:xfrm>
          <ns1:custGeom>
            <ns1:avLst/>
            <ns1:gdLst/>
            <ns1:ahLst/>
            <ns1:cxnLst/>
            <ns1:rect r="r" b="b" t="t" l="l"/>
            <ns1:pathLst>
              <ns1:path h="2420304" w="3451413">
                <ns1:moveTo>
                  <ns1:pt x="0" y="0"/>
                </ns1:moveTo>
                <ns1:lnTo>
                  <ns1:pt x="3451413" y="0"/>
                </ns1:lnTo>
                <ns1:lnTo>
                  <ns1:pt x="3451413" y="2420303"/>
                </ns1:lnTo>
                <ns1:lnTo>
                  <ns1:pt x="0" y="2420303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19">
              <ns1:extLst>
                <ns1:ext uri="{96DAC541-7B7A-43D3-8B79-37D633B846F1}">
                  <ns3:svgBlip ns2:embed="rId20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TextBox 13" id="13"/>
          <ns0:cNvSpPr txBox="true"/>
          <ns0:nvPr/>
        </ns0:nvSpPr>
        <ns0:spPr>
          <ns1:xfrm rot="360000">
            <ns1:off x="5165328" y="6870863"/>
            <ns1:ext cx="7355163" cy="866521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3392"/>
              </ns1:lnSpc>
            </ns1:pPr>
            <ns1:r>
              <ns1:rPr lang="en-US" sz="3200">
                <ns1:solidFill>
                  <ns1:srgbClr val="442116"/>
                </ns1:solidFill>
                <ns1:latin typeface="Baloo Tammudu"/>
                <ns1:ea typeface="Baloo Tammudu"/>
                <ns1:cs typeface="Baloo Tammudu"/>
                <ns1:sym typeface="Baloo Tammudu"/>
              </ns1:rPr>
              <ns1:t/>
            </ns1:r>
          </ns1:p>
          <ns1:p>
            <ns1:pPr algn="ctr">
              <ns1:lnSpc>
                <ns1:spcPts val="3392"/>
              </ns1:lnSpc>
            </ns1:pPr>
            <ns1:r>
              <ns1:rPr lang="en-US" sz="3200">
                <ns1:solidFill>
                  <ns1:srgbClr val="442116"/>
                </ns1:solidFill>
                <ns1:latin typeface="Baloo Tammudu"/>
                <ns1:ea typeface="Baloo Tammudu"/>
                <ns1:cs typeface="Baloo Tammudu"/>
                <ns1:sym typeface="Baloo Tammudu"/>
              </ns1:rPr>
              <ns1:t/>
            </ns1:r>
          </ns1:p>
        </ns0:txBody>
      </ns0:sp>
    </ns0:spTree>
  </ns0:cSld>
  <ns0:clrMapOvr>
    <ns1:masterClrMapping/>
  </ns0:clrMapOvr>
</ns0:sldLayout>
</file>

<file path=ppt/slideLayouts/slideLayout12.xml><?xml version="1.0" encoding="utf-8"?>
<ns0:sldLayout xmlns:ns0="http://schemas.openxmlformats.org/presentationml/2006/main" xmlns:ns1="http://schemas.openxmlformats.org/drawingml/2006/main" xmlns:ns2="http://schemas.openxmlformats.org/officeDocument/2006/relationships" xmlns:ns3="http://schemas.microsoft.com/office/drawing/2016/SVG/main" type="blank" preserve="1">
  <ns0:cSld name="版型2"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name="Freeform 2" id="2"/>
          <ns0:cNvSpPr/>
          <ns0:nvPr/>
        </ns0:nvSpPr>
        <ns0:spPr>
          <ns1:xfrm flipH="false" flipV="false" rot="0">
            <ns1:off x="0" y="0"/>
            <ns1:ext cx="18288000" cy="10287000"/>
          </ns1:xfrm>
          <ns1:custGeom>
            <ns1:avLst/>
            <ns1:gdLst/>
            <ns1:ahLst/>
            <ns1:cxnLst/>
            <ns1:rect r="r" b="b" t="t" l="l"/>
            <ns1:pathLst>
              <ns1:path h="10287000" w="18288000">
                <ns1:moveTo>
                  <ns1:pt x="0" y="0"/>
                </ns1:moveTo>
                <ns1:lnTo>
                  <ns1:pt x="18288000" y="0"/>
                </ns1:lnTo>
                <ns1:lnTo>
                  <ns1:pt x="18288000" y="10287000"/>
                </ns1:lnTo>
                <ns1:lnTo>
                  <ns1:pt x="0" y="10287000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2"/>
            <ns1:stretch>
              <ns1:fillRect l="0" t="-16666" r="0" b="-16666"/>
            </ns1:stretch>
          </ns1:blipFill>
        </ns0:spPr>
      </ns0:sp>
      <ns0:sp>
        <ns0:nvSpPr>
          <ns0:cNvPr name="Freeform 3" id="3"/>
          <ns0:cNvSpPr/>
          <ns0:nvPr/>
        </ns0:nvSpPr>
        <ns0:spPr>
          <ns1:xfrm flipH="false" flipV="false" rot="1731644">
            <ns1:off x="181713" y="6915442"/>
            <ns1:ext cx="4232561" cy="4221979"/>
          </ns1:xfrm>
          <ns1:custGeom>
            <ns1:avLst/>
            <ns1:gdLst/>
            <ns1:ahLst/>
            <ns1:cxnLst/>
            <ns1:rect r="r" b="b" t="t" l="l"/>
            <ns1:pathLst>
              <ns1:path h="4221979" w="4232561">
                <ns1:moveTo>
                  <ns1:pt x="0" y="0"/>
                </ns1:moveTo>
                <ns1:lnTo>
                  <ns1:pt x="4232561" y="0"/>
                </ns1:lnTo>
                <ns1:lnTo>
                  <ns1:pt x="4232561" y="4221979"/>
                </ns1:lnTo>
                <ns1:lnTo>
                  <ns1:pt x="0" y="4221979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3">
              <ns1:extLst>
                <ns1:ext uri="{96DAC541-7B7A-43D3-8B79-37D633B846F1}">
                  <ns3:svgBlip ns2:embed="rId4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4" id="4"/>
          <ns0:cNvSpPr/>
          <ns0:nvPr/>
        </ns0:nvSpPr>
        <ns0:spPr>
          <ns1:xfrm flipH="false" flipV="false" rot="0">
            <ns1:off x="14038714" y="743442"/>
            <ns1:ext cx="4495589" cy="4400058"/>
          </ns1:xfrm>
          <ns1:custGeom>
            <ns1:avLst/>
            <ns1:gdLst/>
            <ns1:ahLst/>
            <ns1:cxnLst/>
            <ns1:rect r="r" b="b" t="t" l="l"/>
            <ns1:pathLst>
              <ns1:path h="4400058" w="4495589">
                <ns1:moveTo>
                  <ns1:pt x="0" y="0"/>
                </ns1:moveTo>
                <ns1:lnTo>
                  <ns1:pt x="4495589" y="0"/>
                </ns1:lnTo>
                <ns1:lnTo>
                  <ns1:pt x="4495589" y="4400058"/>
                </ns1:lnTo>
                <ns1:lnTo>
                  <ns1:pt x="0" y="4400058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5">
              <ns1:extLst>
                <ns1:ext uri="{96DAC541-7B7A-43D3-8B79-37D633B846F1}">
                  <ns3:svgBlip ns2:embed="rId6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5" id="5"/>
          <ns0:cNvSpPr/>
          <ns0:nvPr/>
        </ns0:nvSpPr>
        <ns0:spPr>
          <ns1:xfrm flipH="false" flipV="false" rot="-5400000">
            <ns1:off x="5250919" y="1937485"/>
            <ns1:ext cx="6918604" cy="8437322"/>
          </ns1:xfrm>
          <ns1:custGeom>
            <ns1:avLst/>
            <ns1:gdLst/>
            <ns1:ahLst/>
            <ns1:cxnLst/>
            <ns1:rect r="r" b="b" t="t" l="l"/>
            <ns1:pathLst>
              <ns1:path h="8437322" w="6918604">
                <ns1:moveTo>
                  <ns1:pt x="0" y="0"/>
                </ns1:moveTo>
                <ns1:lnTo>
                  <ns1:pt x="6918604" y="0"/>
                </ns1:lnTo>
                <ns1:lnTo>
                  <ns1:pt x="6918604" y="8437321"/>
                </ns1:lnTo>
                <ns1:lnTo>
                  <ns1:pt x="0" y="8437321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7">
              <ns1:extLst>
                <ns1:ext uri="{96DAC541-7B7A-43D3-8B79-37D633B846F1}">
                  <ns3:svgBlip ns2:embed="rId8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6" id="6"/>
          <ns0:cNvSpPr/>
          <ns0:nvPr/>
        </ns0:nvSpPr>
        <ns0:spPr>
          <ns1:xfrm flipH="false" flipV="false" rot="0">
            <ns1:off x="3245386" y="1028700"/>
            <ns1:ext cx="2986448" cy="4008656"/>
          </ns1:xfrm>
          <ns1:custGeom>
            <ns1:avLst/>
            <ns1:gdLst/>
            <ns1:ahLst/>
            <ns1:cxnLst/>
            <ns1:rect r="r" b="b" t="t" l="l"/>
            <ns1:pathLst>
              <ns1:path h="4008656" w="2986448">
                <ns1:moveTo>
                  <ns1:pt x="0" y="0"/>
                </ns1:moveTo>
                <ns1:lnTo>
                  <ns1:pt x="2986448" y="0"/>
                </ns1:lnTo>
                <ns1:lnTo>
                  <ns1:pt x="2986448" y="4008656"/>
                </ns1:lnTo>
                <ns1:lnTo>
                  <ns1:pt x="0" y="4008656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9">
              <ns1:extLst>
                <ns1:ext uri="{96DAC541-7B7A-43D3-8B79-37D633B846F1}">
                  <ns3:svgBlip ns2:embed="rId10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7" id="7"/>
          <ns0:cNvSpPr/>
          <ns0:nvPr/>
        </ns0:nvSpPr>
        <ns0:spPr>
          <ns1:xfrm flipH="true" flipV="false" rot="1312272">
            <ns1:off x="11596397" y="7180038"/>
            <ns1:ext cx="3015638" cy="2450206"/>
          </ns1:xfrm>
          <ns1:custGeom>
            <ns1:avLst/>
            <ns1:gdLst/>
            <ns1:ahLst/>
            <ns1:cxnLst/>
            <ns1:rect r="r" b="b" t="t" l="l"/>
            <ns1:pathLst>
              <ns1:path h="2450206" w="3015638">
                <ns1:moveTo>
                  <ns1:pt x="3015638" y="0"/>
                </ns1:moveTo>
                <ns1:lnTo>
                  <ns1:pt x="0" y="0"/>
                </ns1:lnTo>
                <ns1:lnTo>
                  <ns1:pt x="0" y="2450206"/>
                </ns1:lnTo>
                <ns1:lnTo>
                  <ns1:pt x="3015638" y="2450206"/>
                </ns1:lnTo>
                <ns1:lnTo>
                  <ns1:pt x="3015638" y="0"/>
                </ns1:lnTo>
                <ns1:close/>
              </ns1:path>
            </ns1:pathLst>
          </ns1:custGeom>
          <ns1:blipFill>
            <ns1:blip ns2:embed="rId11">
              <ns1:extLst>
                <ns1:ext uri="{96DAC541-7B7A-43D3-8B79-37D633B846F1}">
                  <ns3:svgBlip ns2:embed="rId12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TextBox 8" id="8"/>
          <ns0:cNvSpPr txBox="true"/>
          <ns0:nvPr/>
        </ns0:nvSpPr>
        <ns0:spPr>
          <ns1:xfrm rot="0">
            <ns1:off x="6931357" y="3664872"/>
            <ns1:ext cx="4425285" cy="4639947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9499"/>
              </ns1:lnSpc>
            </ns1:pPr>
            <ns1:r>
              <ns1:rPr lang="en-US" sz="3799">
                <ns1:solidFill>
                  <ns1:srgbClr val="442116"/>
                </ns1:solidFill>
                <ns1:latin typeface="Baloo Tammudu"/>
                <ns1:ea typeface="Baloo Tammudu"/>
                <ns1:cs typeface="Baloo Tammudu"/>
                <ns1:sym typeface="Baloo Tammudu"/>
              </ns1:rPr>
              <ns1:t/>
            </ns1:r>
          </ns1:p>
          <ns1:p>
            <ns1:pPr algn="ctr">
              <ns1:lnSpc>
                <ns1:spcPts val="9499"/>
              </ns1:lnSpc>
            </ns1:pPr>
            <ns1:r>
              <ns1:rPr lang="en-US" sz="3799">
                <ns1:solidFill>
                  <ns1:srgbClr val="442116"/>
                </ns1:solidFill>
                <ns1:latin typeface="Baloo Tammudu"/>
                <ns1:ea typeface="Baloo Tammudu"/>
                <ns1:cs typeface="Baloo Tammudu"/>
                <ns1:sym typeface="Baloo Tammudu"/>
              </ns1:rPr>
              <ns1:t/>
            </ns1:r>
          </ns1:p>
          <ns1:p>
            <ns1:pPr algn="ctr">
              <ns1:lnSpc>
                <ns1:spcPts val="9499"/>
              </ns1:lnSpc>
            </ns1:pPr>
            <ns1:r>
              <ns1:rPr lang="en-US" sz="3799">
                <ns1:solidFill>
                  <ns1:srgbClr val="442116"/>
                </ns1:solidFill>
                <ns1:latin typeface="Baloo Tammudu"/>
                <ns1:ea typeface="Baloo Tammudu"/>
                <ns1:cs typeface="Baloo Tammudu"/>
                <ns1:sym typeface="Baloo Tammudu"/>
              </ns1:rPr>
              <ns1:t/>
            </ns1:r>
          </ns1:p>
          <ns1:p>
            <ns1:pPr algn="ctr">
              <ns1:lnSpc>
                <ns1:spcPts val="9499"/>
              </ns1:lnSpc>
            </ns1:pPr>
            <ns1:r>
              <ns1:rPr lang="en-US" sz="3799">
                <ns1:solidFill>
                  <ns1:srgbClr val="442116"/>
                </ns1:solidFill>
                <ns1:latin typeface="Baloo Tammudu"/>
                <ns1:ea typeface="Baloo Tammudu"/>
                <ns1:cs typeface="Baloo Tammudu"/>
                <ns1:sym typeface="Baloo Tammudu"/>
              </ns1:rPr>
              <ns1:t/>
            </ns1:r>
          </ns1:p>
        </ns0:txBody>
      </ns0:sp>
      <ns0:sp>
        <ns0:nvSpPr>
          <ns0:cNvPr name="TextBox 9" id="9"/>
          <ns0:cNvSpPr txBox="true"/>
          <ns0:nvPr/>
        </ns0:nvSpPr>
        <ns0:spPr>
          <ns1:xfrm rot="0">
            <ns1:off x="4911329" y="1447171"/>
            <ns1:ext cx="8465342" cy="1221097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8819"/>
              </ns1:lnSpc>
            </ns1:pPr>
            <ns1:r>
              <ns1:rPr lang="en-US" sz="9799">
                <ns1:solidFill>
                  <ns1:srgbClr val="EA8CA4"/>
                </ns1:solidFill>
                <ns1:latin typeface="Balabeloo"/>
                <ns1:ea typeface="Balabeloo"/>
                <ns1:cs typeface="Balabeloo"/>
                <ns1:sym typeface="Balabeloo"/>
              </ns1:rPr>
              <ns1:t/>
            </ns1:r>
          </ns1:p>
        </ns0:txBody>
      </ns0:sp>
    </ns0:spTree>
  </ns0:cSld>
  <ns0:clrMapOvr>
    <ns1:masterClrMapping/>
  </ns0:clrMapOvr>
</ns0:sldLayout>
</file>

<file path=ppt/slideLayouts/slideLayout13.xml><?xml version="1.0" encoding="utf-8"?>
<ns0:sldLayout xmlns:ns0="http://schemas.openxmlformats.org/presentationml/2006/main" xmlns:ns1="http://schemas.openxmlformats.org/drawingml/2006/main" xmlns:ns2="http://schemas.openxmlformats.org/officeDocument/2006/relationships" xmlns:ns3="http://schemas.microsoft.com/office/drawing/2016/SVG/main" type="blank" preserve="1">
  <ns0:cSld name="版型3"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name="Freeform 2" id="2"/>
          <ns0:cNvSpPr/>
          <ns0:nvPr/>
        </ns0:nvSpPr>
        <ns0:spPr>
          <ns1:xfrm flipH="false" flipV="false" rot="0">
            <ns1:off x="0" y="0"/>
            <ns1:ext cx="18288000" cy="10287000"/>
          </ns1:xfrm>
          <ns1:custGeom>
            <ns1:avLst/>
            <ns1:gdLst/>
            <ns1:ahLst/>
            <ns1:cxnLst/>
            <ns1:rect r="r" b="b" t="t" l="l"/>
            <ns1:pathLst>
              <ns1:path h="10287000" w="18288000">
                <ns1:moveTo>
                  <ns1:pt x="0" y="0"/>
                </ns1:moveTo>
                <ns1:lnTo>
                  <ns1:pt x="18288000" y="0"/>
                </ns1:lnTo>
                <ns1:lnTo>
                  <ns1:pt x="18288000" y="10287000"/>
                </ns1:lnTo>
                <ns1:lnTo>
                  <ns1:pt x="0" y="10287000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2"/>
            <ns1:stretch>
              <ns1:fillRect l="0" t="0" r="0" b="0"/>
            </ns1:stretch>
          </ns1:blipFill>
        </ns0:spPr>
      </ns0:sp>
      <ns0:sp>
        <ns0:nvSpPr>
          <ns0:cNvPr name="TextBox 3" id="3"/>
          <ns0:cNvSpPr txBox="true"/>
          <ns0:nvPr/>
        </ns0:nvSpPr>
        <ns0:spPr>
          <ns1:xfrm rot="0">
            <ns1:off x="1977074" y="3719900"/>
            <ns1:ext cx="10993167" cy="4068064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l">
              <ns1:lnSpc>
                <ns1:spcPts val="5408"/>
              </ns1:lnSpc>
            </ns1:pPr>
            <ns1:r>
              <ns1:rPr lang="en-US" sz="3200">
                <ns1:solidFill>
                  <ns1:srgbClr val="442116"/>
                </ns1:solidFill>
                <ns1:latin typeface="Baloo Tammudu"/>
                <ns1:ea typeface="Baloo Tammudu"/>
                <ns1:cs typeface="Baloo Tammudu"/>
                <ns1:sym typeface="Baloo Tammudu"/>
              </ns1:rPr>
              <ns1:t/>
            </ns1:r>
          </ns1:p>
        </ns0:txBody>
      </ns0:sp>
      <ns0:sp>
        <ns0:nvSpPr>
          <ns0:cNvPr name="Freeform 4" id="4"/>
          <ns0:cNvSpPr/>
          <ns0:nvPr/>
        </ns0:nvSpPr>
        <ns0:spPr>
          <ns1:xfrm flipH="false" flipV="false" rot="0">
            <ns1:off x="12783019" y="4875212"/>
            <ns1:ext cx="5297380" cy="6315803"/>
          </ns1:xfrm>
          <ns1:custGeom>
            <ns1:avLst/>
            <ns1:gdLst/>
            <ns1:ahLst/>
            <ns1:cxnLst/>
            <ns1:rect r="r" b="b" t="t" l="l"/>
            <ns1:pathLst>
              <ns1:path h="6315803" w="5297380">
                <ns1:moveTo>
                  <ns1:pt x="0" y="0"/>
                </ns1:moveTo>
                <ns1:lnTo>
                  <ns1:pt x="5297380" y="0"/>
                </ns1:lnTo>
                <ns1:lnTo>
                  <ns1:pt x="5297380" y="6315803"/>
                </ns1:lnTo>
                <ns1:lnTo>
                  <ns1:pt x="0" y="6315803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3">
              <ns1:extLst>
                <ns1:ext uri="{96DAC541-7B7A-43D3-8B79-37D633B846F1}">
                  <ns3:svgBlip ns2:embed="rId4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5" id="5"/>
          <ns0:cNvSpPr/>
          <ns0:nvPr/>
        </ns0:nvSpPr>
        <ns0:spPr>
          <ns1:xfrm flipH="true" flipV="false" rot="0">
            <ns1:off x="11230692" y="-877934"/>
            <ns1:ext cx="3104655" cy="4518600"/>
          </ns1:xfrm>
          <ns1:custGeom>
            <ns1:avLst/>
            <ns1:gdLst/>
            <ns1:ahLst/>
            <ns1:cxnLst/>
            <ns1:rect r="r" b="b" t="t" l="l"/>
            <ns1:pathLst>
              <ns1:path h="4518600" w="3104655">
                <ns1:moveTo>
                  <ns1:pt x="3104655" y="0"/>
                </ns1:moveTo>
                <ns1:lnTo>
                  <ns1:pt x="0" y="0"/>
                </ns1:lnTo>
                <ns1:lnTo>
                  <ns1:pt x="0" y="4518601"/>
                </ns1:lnTo>
                <ns1:lnTo>
                  <ns1:pt x="3104655" y="4518601"/>
                </ns1:lnTo>
                <ns1:lnTo>
                  <ns1:pt x="3104655" y="0"/>
                </ns1:lnTo>
                <ns1:close/>
              </ns1:path>
            </ns1:pathLst>
          </ns1:custGeom>
          <ns1:blipFill>
            <ns1:blip ns2:embed="rId5">
              <ns1:extLst>
                <ns1:ext uri="{96DAC541-7B7A-43D3-8B79-37D633B846F1}">
                  <ns3:svgBlip ns2:embed="rId6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6" id="6"/>
          <ns0:cNvSpPr/>
          <ns0:nvPr/>
        </ns0:nvSpPr>
        <ns0:spPr>
          <ns1:xfrm flipH="false" flipV="false" rot="0">
            <ns1:off x="175408" y="7867197"/>
            <ns1:ext cx="2441386" cy="2782206"/>
          </ns1:xfrm>
          <ns1:custGeom>
            <ns1:avLst/>
            <ns1:gdLst/>
            <ns1:ahLst/>
            <ns1:cxnLst/>
            <ns1:rect r="r" b="b" t="t" l="l"/>
            <ns1:pathLst>
              <ns1:path h="2782206" w="2441386">
                <ns1:moveTo>
                  <ns1:pt x="0" y="0"/>
                </ns1:moveTo>
                <ns1:lnTo>
                  <ns1:pt x="2441386" y="0"/>
                </ns1:lnTo>
                <ns1:lnTo>
                  <ns1:pt x="2441386" y="2782206"/>
                </ns1:lnTo>
                <ns1:lnTo>
                  <ns1:pt x="0" y="2782206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7">
              <ns1:extLst>
                <ns1:ext uri="{96DAC541-7B7A-43D3-8B79-37D633B846F1}">
                  <ns3:svgBlip ns2:embed="rId8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TextBox 7" id="7"/>
          <ns0:cNvSpPr txBox="true"/>
          <ns0:nvPr/>
        </ns0:nvSpPr>
        <ns0:spPr>
          <ns1:xfrm rot="0">
            <ns1:off x="1977074" y="2070145"/>
            <ns1:ext cx="8465342" cy="1221097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l">
              <ns1:lnSpc>
                <ns1:spcPts val="8819"/>
              </ns1:lnSpc>
            </ns1:pPr>
            <ns1:r>
              <ns1:rPr lang="en-US" sz="9799">
                <ns1:solidFill>
                  <ns1:srgbClr val="EA8CA4"/>
                </ns1:solidFill>
                <ns1:latin typeface="Balabeloo"/>
                <ns1:ea typeface="Balabeloo"/>
                <ns1:cs typeface="Balabeloo"/>
                <ns1:sym typeface="Balabeloo"/>
              </ns1:rPr>
              <ns1:t/>
            </ns1:r>
            <ns1:r>
              <ns1:rPr lang="en-US" sz="9799">
                <ns1:solidFill>
                  <ns1:srgbClr val="EA8CA4"/>
                </ns1:solidFill>
                <ns1:latin typeface="Balabeloo"/>
                <ns1:ea typeface="Balabeloo"/>
                <ns1:cs typeface="Balabeloo"/>
                <ns1:sym typeface="Balabeloo"/>
              </ns1:rPr>
              <ns1:t/>
            </ns1:r>
          </ns1:p>
        </ns0:txBody>
      </ns0:sp>
    </ns0:spTree>
  </ns0:cSld>
  <ns0:clrMapOvr>
    <ns1:masterClrMapping/>
  </ns0:clrMapOvr>
</ns0:sldLayout>
</file>

<file path=ppt/slideLayouts/slideLayout14.xml><?xml version="1.0" encoding="utf-8"?>
<ns0:sldLayout xmlns:ns0="http://schemas.openxmlformats.org/presentationml/2006/main" xmlns:ns1="http://schemas.openxmlformats.org/drawingml/2006/main" xmlns:ns2="http://schemas.openxmlformats.org/officeDocument/2006/relationships" xmlns:ns3="http://schemas.microsoft.com/office/drawing/2016/SVG/main" type="blank" preserve="1">
  <ns0:cSld name="版型4"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name="Freeform 2" id="2"/>
          <ns0:cNvSpPr/>
          <ns0:nvPr/>
        </ns0:nvSpPr>
        <ns0:spPr>
          <ns1:xfrm flipH="false" flipV="false" rot="0">
            <ns1:off x="0" y="0"/>
            <ns1:ext cx="18288000" cy="10287000"/>
          </ns1:xfrm>
          <ns1:custGeom>
            <ns1:avLst/>
            <ns1:gdLst/>
            <ns1:ahLst/>
            <ns1:cxnLst/>
            <ns1:rect r="r" b="b" t="t" l="l"/>
            <ns1:pathLst>
              <ns1:path h="10287000" w="18288000">
                <ns1:moveTo>
                  <ns1:pt x="0" y="0"/>
                </ns1:moveTo>
                <ns1:lnTo>
                  <ns1:pt x="18288000" y="0"/>
                </ns1:lnTo>
                <ns1:lnTo>
                  <ns1:pt x="18288000" y="10287000"/>
                </ns1:lnTo>
                <ns1:lnTo>
                  <ns1:pt x="0" y="10287000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2"/>
            <ns1:stretch>
              <ns1:fillRect l="0" t="-16666" r="0" b="-16666"/>
            </ns1:stretch>
          </ns1:blipFill>
        </ns0:spPr>
      </ns0:sp>
      <ns0:grpSp>
        <ns0:nvGrpSpPr>
          <ns0:cNvPr name="Group 3" id="3"/>
          <ns0:cNvGrpSpPr/>
          <ns0:nvPr/>
        </ns0:nvGrpSpPr>
        <ns0:grpSpPr>
          <ns1:xfrm rot="0">
            <ns1:off x="1984757" y="3334326"/>
            <ns1:ext cx="14318487" cy="5446271"/>
            <ns1:chOff x="0" y="0"/>
            <ns1:chExt cx="3771124" cy="1434409"/>
          </ns1:xfrm>
        </ns0:grpSpPr>
        <ns0:sp>
          <ns0:nvSpPr>
            <ns0:cNvPr name="Freeform 4" id="4"/>
            <ns0:cNvSpPr/>
            <ns0:nvPr/>
          </ns0:nvSpPr>
          <ns0:spPr>
            <ns1:xfrm flipH="false" flipV="false" rot="0">
              <ns1:off x="0" y="0"/>
              <ns1:ext cx="3771124" cy="1434409"/>
            </ns1:xfrm>
            <ns1:custGeom>
              <ns1:avLst/>
              <ns1:gdLst/>
              <ns1:ahLst/>
              <ns1:cxnLst/>
              <ns1:rect r="r" b="b" t="t" l="l"/>
              <ns1:pathLst>
                <ns1:path h="1434409" w="3771124">
                  <ns1:moveTo>
                    <ns1:pt x="18924" y="0"/>
                  </ns1:moveTo>
                  <ns1:lnTo>
                    <ns1:pt x="3752200" y="0"/>
                  </ns1:lnTo>
                  <ns1:cubicBezTo>
                    <ns1:pt x="3757219" y="0"/>
                    <ns1:pt x="3762032" y="1994"/>
                    <ns1:pt x="3765581" y="5543"/>
                  </ns1:cubicBezTo>
                  <ns1:cubicBezTo>
                    <ns1:pt x="3769130" y="9092"/>
                    <ns1:pt x="3771124" y="13905"/>
                    <ns1:pt x="3771124" y="18924"/>
                  </ns1:cubicBezTo>
                  <ns1:lnTo>
                    <ns1:pt x="3771124" y="1415485"/>
                  </ns1:lnTo>
                  <ns1:cubicBezTo>
                    <ns1:pt x="3771124" y="1420504"/>
                    <ns1:pt x="3769130" y="1425317"/>
                    <ns1:pt x="3765581" y="1428866"/>
                  </ns1:cubicBezTo>
                  <ns1:cubicBezTo>
                    <ns1:pt x="3762032" y="1432415"/>
                    <ns1:pt x="3757219" y="1434409"/>
                    <ns1:pt x="3752200" y="1434409"/>
                  </ns1:cubicBezTo>
                  <ns1:lnTo>
                    <ns1:pt x="18924" y="1434409"/>
                  </ns1:lnTo>
                  <ns1:cubicBezTo>
                    <ns1:pt x="8473" y="1434409"/>
                    <ns1:pt x="0" y="1425936"/>
                    <ns1:pt x="0" y="1415485"/>
                  </ns1:cubicBezTo>
                  <ns1:lnTo>
                    <ns1:pt x="0" y="18924"/>
                  </ns1:lnTo>
                  <ns1:cubicBezTo>
                    <ns1:pt x="0" y="13905"/>
                    <ns1:pt x="1994" y="9092"/>
                    <ns1:pt x="5543" y="5543"/>
                  </ns1:cubicBezTo>
                  <ns1:cubicBezTo>
                    <ns1:pt x="9092" y="1994"/>
                    <ns1:pt x="13905" y="0"/>
                    <ns1:pt x="18924" y="0"/>
                  </ns1:cubicBezTo>
                  <ns1:close/>
                </ns1:path>
              </ns1:pathLst>
            </ns1:custGeom>
            <ns1:solidFill>
              <ns1:srgbClr val="FFF7EE"/>
            </ns1:solidFill>
            <ns1:ln w="38100" cap="rnd">
              <ns1:solidFill>
                <ns1:srgbClr val="552C1F"/>
              </ns1:solidFill>
              <ns1:prstDash val="solid"/>
              <ns1:round/>
            </ns1:ln>
          </ns0:spPr>
        </ns0:sp>
        <ns0:sp>
          <ns0:nvSpPr>
            <ns0:cNvPr name="TextBox 5" id="5"/>
            <ns0:cNvSpPr txBox="true"/>
            <ns0:nvPr/>
          </ns0:nvSpPr>
          <ns0:spPr>
            <ns1:xfrm>
              <ns1:off x="0" y="-38100"/>
              <ns1:ext cx="3771124" cy="1472509"/>
            </ns1:xfrm>
            <ns1:prstGeom prst="rect">
              <ns1:avLst/>
            </ns1:prstGeom>
          </ns0:spPr>
          <ns0:txBody>
            <ns1:bodyPr anchor="ctr" rtlCol="false" tIns="50800" lIns="50800" bIns="50800" rIns="50800"/>
            <ns1:lstStyle/>
            <ns1:p>
              <ns1:pPr algn="ctr">
                <ns1:lnSpc>
                  <ns1:spcPts val="2659"/>
                </ns1:lnSpc>
              </ns1:pPr>
            </ns1:p>
          </ns0:txBody>
        </ns0:sp>
      </ns0:grpSp>
      <ns0:sp>
        <ns0:nvSpPr>
          <ns0:cNvPr name="TextBox 6" id="6"/>
          <ns0:cNvSpPr txBox="true"/>
          <ns0:nvPr/>
        </ns0:nvSpPr>
        <ns0:spPr>
          <ns1:xfrm rot="0">
            <ns1:off x="3386983" y="4052005"/>
            <ns1:ext cx="11514035" cy="4068064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5408"/>
              </ns1:lnSpc>
            </ns1:pPr>
            <ns1:r>
              <ns1:rPr lang="en-US" sz="3200">
                <ns1:solidFill>
                  <ns1:srgbClr val="442116"/>
                </ns1:solidFill>
                <ns1:latin typeface="Baloo Tammudu"/>
                <ns1:ea typeface="Baloo Tammudu"/>
                <ns1:cs typeface="Baloo Tammudu"/>
                <ns1:sym typeface="Baloo Tammudu"/>
              </ns1:rPr>
              <ns1:t/>
            </ns1:r>
          </ns1:p>
        </ns0:txBody>
      </ns0:sp>
      <ns0:sp>
        <ns0:nvSpPr>
          <ns0:cNvPr name="Freeform 7" id="7"/>
          <ns0:cNvSpPr/>
          <ns0:nvPr/>
        </ns0:nvSpPr>
        <ns0:spPr>
          <ns1:xfrm flipH="false" flipV="false" rot="0">
            <ns1:off x="12966214" y="792704"/>
            <ns1:ext cx="3632116" cy="3497425"/>
          </ns1:xfrm>
          <ns1:custGeom>
            <ns1:avLst/>
            <ns1:gdLst/>
            <ns1:ahLst/>
            <ns1:cxnLst/>
            <ns1:rect r="r" b="b" t="t" l="l"/>
            <ns1:pathLst>
              <ns1:path h="3497425" w="3632116">
                <ns1:moveTo>
                  <ns1:pt x="0" y="0"/>
                </ns1:moveTo>
                <ns1:lnTo>
                  <ns1:pt x="3632117" y="0"/>
                </ns1:lnTo>
                <ns1:lnTo>
                  <ns1:pt x="3632117" y="3497426"/>
                </ns1:lnTo>
                <ns1:lnTo>
                  <ns1:pt x="0" y="3497426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3">
              <ns1:extLst>
                <ns1:ext uri="{96DAC541-7B7A-43D3-8B79-37D633B846F1}">
                  <ns3:svgBlip ns2:embed="rId4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8" id="8"/>
          <ns0:cNvSpPr/>
          <ns0:nvPr/>
        </ns0:nvSpPr>
        <ns0:spPr>
          <ns1:xfrm flipH="false" flipV="false" rot="0">
            <ns1:off x="646126" y="6057462"/>
            <ns1:ext cx="2903085" cy="3896759"/>
          </ns1:xfrm>
          <ns1:custGeom>
            <ns1:avLst/>
            <ns1:gdLst/>
            <ns1:ahLst/>
            <ns1:cxnLst/>
            <ns1:rect r="r" b="b" t="t" l="l"/>
            <ns1:pathLst>
              <ns1:path h="3896759" w="2903085">
                <ns1:moveTo>
                  <ns1:pt x="0" y="0"/>
                </ns1:moveTo>
                <ns1:lnTo>
                  <ns1:pt x="2903085" y="0"/>
                </ns1:lnTo>
                <ns1:lnTo>
                  <ns1:pt x="2903085" y="3896759"/>
                </ns1:lnTo>
                <ns1:lnTo>
                  <ns1:pt x="0" y="3896759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5">
              <ns1:extLst>
                <ns1:ext uri="{96DAC541-7B7A-43D3-8B79-37D633B846F1}">
                  <ns3:svgBlip ns2:embed="rId6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9" id="9"/>
          <ns0:cNvSpPr/>
          <ns0:nvPr/>
        </ns0:nvSpPr>
        <ns0:spPr>
          <ns1:xfrm flipH="false" flipV="false" rot="0">
            <ns1:off x="15255353" y="6057462"/>
            <ns1:ext cx="2425521" cy="3528031"/>
          </ns1:xfrm>
          <ns1:custGeom>
            <ns1:avLst/>
            <ns1:gdLst/>
            <ns1:ahLst/>
            <ns1:cxnLst/>
            <ns1:rect r="r" b="b" t="t" l="l"/>
            <ns1:pathLst>
              <ns1:path h="3528031" w="2425521">
                <ns1:moveTo>
                  <ns1:pt x="0" y="0"/>
                </ns1:moveTo>
                <ns1:lnTo>
                  <ns1:pt x="2425522" y="0"/>
                </ns1:lnTo>
                <ns1:lnTo>
                  <ns1:pt x="2425522" y="3528031"/>
                </ns1:lnTo>
                <ns1:lnTo>
                  <ns1:pt x="0" y="3528031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7">
              <ns1:extLst>
                <ns1:ext uri="{96DAC541-7B7A-43D3-8B79-37D633B846F1}">
                  <ns3:svgBlip ns2:embed="rId8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TextBox 10" id="10"/>
          <ns0:cNvSpPr txBox="true"/>
          <ns0:nvPr/>
        </ns0:nvSpPr>
        <ns0:spPr>
          <ns1:xfrm rot="0">
            <ns1:off x="1977074" y="2070145"/>
            <ns1:ext cx="8465342" cy="1221097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l">
              <ns1:lnSpc>
                <ns1:spcPts val="8819"/>
              </ns1:lnSpc>
            </ns1:pPr>
            <ns1:r>
              <ns1:rPr lang="en-US" sz="9799">
                <ns1:solidFill>
                  <ns1:srgbClr val="EA8CA4"/>
                </ns1:solidFill>
                <ns1:latin typeface="Balabeloo"/>
                <ns1:ea typeface="Balabeloo"/>
                <ns1:cs typeface="Balabeloo"/>
                <ns1:sym typeface="Balabeloo"/>
              </ns1:rPr>
              <ns1:t/>
            </ns1:r>
            <ns1:r>
              <ns1:rPr lang="en-US" sz="9799">
                <ns1:solidFill>
                  <ns1:srgbClr val="EA8CA4"/>
                </ns1:solidFill>
                <ns1:latin typeface="Balabeloo"/>
                <ns1:ea typeface="Balabeloo"/>
                <ns1:cs typeface="Balabeloo"/>
                <ns1:sym typeface="Balabeloo"/>
              </ns1:rPr>
              <ns1:t/>
            </ns1:r>
          </ns1:p>
        </ns0:txBody>
      </ns0:sp>
    </ns0:spTree>
  </ns0:cSld>
  <ns0:clrMapOvr>
    <ns1:masterClrMapping/>
  </ns0:clrMapOvr>
</ns0:sldLayout>
</file>

<file path=ppt/slideLayouts/slideLayout15.xml><?xml version="1.0" encoding="utf-8"?>
<ns0:sldLayout xmlns:ns0="http://schemas.openxmlformats.org/presentationml/2006/main" xmlns:ns1="http://schemas.openxmlformats.org/drawingml/2006/main" xmlns:ns2="http://schemas.openxmlformats.org/officeDocument/2006/relationships" xmlns:ns3="http://schemas.microsoft.com/office/drawing/2016/SVG/main" type="blank" preserve="1">
  <ns0:cSld name="版型5"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name="Freeform 2" id="2"/>
          <ns0:cNvSpPr/>
          <ns0:nvPr/>
        </ns0:nvSpPr>
        <ns0:spPr>
          <ns1:xfrm flipH="false" flipV="false" rot="0">
            <ns1:off x="0" y="0"/>
            <ns1:ext cx="18288000" cy="10287000"/>
          </ns1:xfrm>
          <ns1:custGeom>
            <ns1:avLst/>
            <ns1:gdLst/>
            <ns1:ahLst/>
            <ns1:cxnLst/>
            <ns1:rect r="r" b="b" t="t" l="l"/>
            <ns1:pathLst>
              <ns1:path h="10287000" w="18288000">
                <ns1:moveTo>
                  <ns1:pt x="0" y="0"/>
                </ns1:moveTo>
                <ns1:lnTo>
                  <ns1:pt x="18288000" y="0"/>
                </ns1:lnTo>
                <ns1:lnTo>
                  <ns1:pt x="18288000" y="10287000"/>
                </ns1:lnTo>
                <ns1:lnTo>
                  <ns1:pt x="0" y="10287000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2"/>
            <ns1:stretch>
              <ns1:fillRect l="0" t="0" r="0" b="0"/>
            </ns1:stretch>
          </ns1:blipFill>
        </ns0:spPr>
      </ns0:sp>
      <ns0:grpSp>
        <ns0:nvGrpSpPr>
          <ns0:cNvPr name="Group 3" id="3"/>
          <ns0:cNvGrpSpPr/>
          <ns0:nvPr/>
        </ns0:nvGrpSpPr>
        <ns0:grpSpPr>
          <ns1:xfrm rot="-333073">
            <ns1:off x="1640819" y="5784392"/>
            <ns1:ext cx="7124593" cy="3124769"/>
            <ns1:chOff x="0" y="0"/>
            <ns1:chExt cx="808599" cy="354643"/>
          </ns1:xfrm>
        </ns0:grpSpPr>
        <ns0:sp>
          <ns0:nvSpPr>
            <ns0:cNvPr name="Freeform 4" id="4"/>
            <ns0:cNvSpPr/>
            <ns0:nvPr/>
          </ns0:nvSpPr>
          <ns0:spPr>
            <ns1:xfrm flipH="false" flipV="false" rot="0">
              <ns1:off x="0" y="0"/>
              <ns1:ext cx="808599" cy="354643"/>
            </ns1:xfrm>
            <ns1:custGeom>
              <ns1:avLst/>
              <ns1:gdLst/>
              <ns1:ahLst/>
              <ns1:cxnLst/>
              <ns1:rect r="r" b="b" t="t" l="l"/>
              <ns1:pathLst>
                <ns1:path h="354643" w="808599">
                  <ns1:moveTo>
                    <ns1:pt x="21224" y="0"/>
                  </ns1:moveTo>
                  <ns1:lnTo>
                    <ns1:pt x="787376" y="0"/>
                  </ns1:lnTo>
                  <ns1:cubicBezTo>
                    <ns1:pt x="793004" y="0"/>
                    <ns1:pt x="798403" y="2236"/>
                    <ns1:pt x="802383" y="6216"/>
                  </ns1:cubicBezTo>
                  <ns1:cubicBezTo>
                    <ns1:pt x="806363" y="10196"/>
                    <ns1:pt x="808599" y="15595"/>
                    <ns1:pt x="808599" y="21224"/>
                  </ns1:cubicBezTo>
                  <ns1:lnTo>
                    <ns1:pt x="808599" y="333419"/>
                  </ns1:lnTo>
                  <ns1:cubicBezTo>
                    <ns1:pt x="808599" y="339048"/>
                    <ns1:pt x="806363" y="344446"/>
                    <ns1:pt x="802383" y="348427"/>
                  </ns1:cubicBezTo>
                  <ns1:cubicBezTo>
                    <ns1:pt x="798403" y="352407"/>
                    <ns1:pt x="793004" y="354643"/>
                    <ns1:pt x="787376" y="354643"/>
                  </ns1:cubicBezTo>
                  <ns1:lnTo>
                    <ns1:pt x="21224" y="354643"/>
                  </ns1:lnTo>
                  <ns1:cubicBezTo>
                    <ns1:pt x="15595" y="354643"/>
                    <ns1:pt x="10196" y="352407"/>
                    <ns1:pt x="6216" y="348427"/>
                  </ns1:cubicBezTo>
                  <ns1:cubicBezTo>
                    <ns1:pt x="2236" y="344446"/>
                    <ns1:pt x="0" y="339048"/>
                    <ns1:pt x="0" y="333419"/>
                  </ns1:cubicBezTo>
                  <ns1:lnTo>
                    <ns1:pt x="0" y="21224"/>
                  </ns1:lnTo>
                  <ns1:cubicBezTo>
                    <ns1:pt x="0" y="15595"/>
                    <ns1:pt x="2236" y="10196"/>
                    <ns1:pt x="6216" y="6216"/>
                  </ns1:cubicBezTo>
                  <ns1:cubicBezTo>
                    <ns1:pt x="10196" y="2236"/>
                    <ns1:pt x="15595" y="0"/>
                    <ns1:pt x="21224" y="0"/>
                  </ns1:cubicBezTo>
                  <ns1:close/>
                </ns1:path>
              </ns1:pathLst>
            </ns1:custGeom>
            <ns1:solidFill>
              <ns1:srgbClr val="FFD6DE"/>
            </ns1:solidFill>
            <ns1:ln w="76200" cap="rnd">
              <ns1:solidFill>
                <ns1:srgbClr val="552C1F"/>
              </ns1:solidFill>
              <ns1:prstDash val="solid"/>
              <ns1:round/>
            </ns1:ln>
          </ns0:spPr>
        </ns0:sp>
        <ns0:sp>
          <ns0:nvSpPr>
            <ns0:cNvPr name="TextBox 5" id="5"/>
            <ns0:cNvSpPr txBox="true"/>
            <ns0:nvPr/>
          </ns0:nvSpPr>
          <ns0:spPr>
            <ns1:xfrm>
              <ns1:off x="0" y="-38100"/>
              <ns1:ext cx="808599" cy="392743"/>
            </ns1:xfrm>
            <ns1:prstGeom prst="rect">
              <ns1:avLst/>
            </ns1:prstGeom>
          </ns0:spPr>
          <ns0:txBody>
            <ns1:bodyPr anchor="ctr" rtlCol="false" tIns="50800" lIns="50800" bIns="50800" rIns="50800"/>
            <ns1:lstStyle/>
            <ns1:p>
              <ns1:pPr algn="ctr">
                <ns1:lnSpc>
                  <ns1:spcPts val="2659"/>
                </ns1:lnSpc>
              </ns1:pPr>
            </ns1:p>
          </ns0:txBody>
        </ns0:sp>
      </ns0:grpSp>
      <ns0:grpSp>
        <ns0:nvGrpSpPr>
          <ns0:cNvPr name="Group 6" id="6"/>
          <ns0:cNvGrpSpPr/>
          <ns0:nvPr/>
        </ns0:nvGrpSpPr>
        <ns0:grpSpPr>
          <ns1:xfrm rot="0">
            <ns1:off x="1921484" y="5736358"/>
            <ns1:ext cx="6804391" cy="3521942"/>
            <ns1:chOff x="0" y="0"/>
            <ns1:chExt cx="809701" cy="419100"/>
          </ns1:xfrm>
        </ns0:grpSpPr>
        <ns0:sp>
          <ns0:nvSpPr>
            <ns0:cNvPr name="Freeform 7" id="7"/>
            <ns0:cNvSpPr/>
            <ns0:nvPr/>
          </ns0:nvSpPr>
          <ns0:spPr>
            <ns1:xfrm flipH="false" flipV="false" rot="0">
              <ns1:off x="0" y="0"/>
              <ns1:ext cx="809701" cy="419100"/>
            </ns1:xfrm>
            <ns1:custGeom>
              <ns1:avLst/>
              <ns1:gdLst/>
              <ns1:ahLst/>
              <ns1:cxnLst/>
              <ns1:rect r="r" b="b" t="t" l="l"/>
              <ns1:pathLst>
                <ns1:path h="419100" w="809701">
                  <ns1:moveTo>
                    <ns1:pt x="22222" y="0"/>
                  </ns1:moveTo>
                  <ns1:lnTo>
                    <ns1:pt x="787479" y="0"/>
                  </ns1:lnTo>
                  <ns1:cubicBezTo>
                    <ns1:pt x="799752" y="0"/>
                    <ns1:pt x="809701" y="9949"/>
                    <ns1:pt x="809701" y="22222"/>
                  </ns1:cubicBezTo>
                  <ns1:lnTo>
                    <ns1:pt x="809701" y="396878"/>
                  </ns1:lnTo>
                  <ns1:cubicBezTo>
                    <ns1:pt x="809701" y="409151"/>
                    <ns1:pt x="799752" y="419100"/>
                    <ns1:pt x="787479" y="419100"/>
                  </ns1:cubicBezTo>
                  <ns1:lnTo>
                    <ns1:pt x="22222" y="419100"/>
                  </ns1:lnTo>
                  <ns1:cubicBezTo>
                    <ns1:pt x="9949" y="419100"/>
                    <ns1:pt x="0" y="409151"/>
                    <ns1:pt x="0" y="396878"/>
                  </ns1:cubicBezTo>
                  <ns1:lnTo>
                    <ns1:pt x="0" y="22222"/>
                  </ns1:lnTo>
                  <ns1:cubicBezTo>
                    <ns1:pt x="0" y="9949"/>
                    <ns1:pt x="9949" y="0"/>
                    <ns1:pt x="22222" y="0"/>
                  </ns1:cubicBezTo>
                  <ns1:close/>
                </ns1:path>
              </ns1:pathLst>
            </ns1:custGeom>
            <ns1:solidFill>
              <ns1:srgbClr val="FCF7EA"/>
            </ns1:solidFill>
            <ns1:ln w="76200" cap="rnd">
              <ns1:solidFill>
                <ns1:srgbClr val="552C1F"/>
              </ns1:solidFill>
              <ns1:prstDash val="solid"/>
              <ns1:round/>
            </ns1:ln>
          </ns0:spPr>
        </ns0:sp>
        <ns0:sp>
          <ns0:nvSpPr>
            <ns0:cNvPr name="TextBox 8" id="8"/>
            <ns0:cNvSpPr txBox="true"/>
            <ns0:nvPr/>
          </ns0:nvSpPr>
          <ns0:spPr>
            <ns1:xfrm>
              <ns1:off x="0" y="-38100"/>
              <ns1:ext cx="809701" cy="457200"/>
            </ns1:xfrm>
            <ns1:prstGeom prst="rect">
              <ns1:avLst/>
            </ns1:prstGeom>
          </ns0:spPr>
          <ns0:txBody>
            <ns1:bodyPr anchor="ctr" rtlCol="false" tIns="50800" lIns="50800" bIns="50800" rIns="50800"/>
            <ns1:lstStyle/>
            <ns1:p>
              <ns1:pPr algn="ctr">
                <ns1:lnSpc>
                  <ns1:spcPts val="2659"/>
                </ns1:lnSpc>
              </ns1:pPr>
            </ns1:p>
          </ns0:txBody>
        </ns0:sp>
      </ns0:grpSp>
      <ns0:grpSp>
        <ns0:nvGrpSpPr>
          <ns0:cNvPr name="Group 9" id="9"/>
          <ns0:cNvGrpSpPr/>
          <ns0:nvPr/>
        </ns0:nvGrpSpPr>
        <ns0:grpSpPr>
          <ns1:xfrm rot="-333073">
            <ns1:off x="9642727" y="5784392"/>
            <ns1:ext cx="7124593" cy="3124769"/>
            <ns1:chOff x="0" y="0"/>
            <ns1:chExt cx="808599" cy="354643"/>
          </ns1:xfrm>
        </ns0:grpSpPr>
        <ns0:sp>
          <ns0:nvSpPr>
            <ns0:cNvPr name="Freeform 10" id="10"/>
            <ns0:cNvSpPr/>
            <ns0:nvPr/>
          </ns0:nvSpPr>
          <ns0:spPr>
            <ns1:xfrm flipH="false" flipV="false" rot="0">
              <ns1:off x="0" y="0"/>
              <ns1:ext cx="808599" cy="354643"/>
            </ns1:xfrm>
            <ns1:custGeom>
              <ns1:avLst/>
              <ns1:gdLst/>
              <ns1:ahLst/>
              <ns1:cxnLst/>
              <ns1:rect r="r" b="b" t="t" l="l"/>
              <ns1:pathLst>
                <ns1:path h="354643" w="808599">
                  <ns1:moveTo>
                    <ns1:pt x="21224" y="0"/>
                  </ns1:moveTo>
                  <ns1:lnTo>
                    <ns1:pt x="787376" y="0"/>
                  </ns1:lnTo>
                  <ns1:cubicBezTo>
                    <ns1:pt x="793004" y="0"/>
                    <ns1:pt x="798403" y="2236"/>
                    <ns1:pt x="802383" y="6216"/>
                  </ns1:cubicBezTo>
                  <ns1:cubicBezTo>
                    <ns1:pt x="806363" y="10196"/>
                    <ns1:pt x="808599" y="15595"/>
                    <ns1:pt x="808599" y="21224"/>
                  </ns1:cubicBezTo>
                  <ns1:lnTo>
                    <ns1:pt x="808599" y="333419"/>
                  </ns1:lnTo>
                  <ns1:cubicBezTo>
                    <ns1:pt x="808599" y="339048"/>
                    <ns1:pt x="806363" y="344446"/>
                    <ns1:pt x="802383" y="348427"/>
                  </ns1:cubicBezTo>
                  <ns1:cubicBezTo>
                    <ns1:pt x="798403" y="352407"/>
                    <ns1:pt x="793004" y="354643"/>
                    <ns1:pt x="787376" y="354643"/>
                  </ns1:cubicBezTo>
                  <ns1:lnTo>
                    <ns1:pt x="21224" y="354643"/>
                  </ns1:lnTo>
                  <ns1:cubicBezTo>
                    <ns1:pt x="15595" y="354643"/>
                    <ns1:pt x="10196" y="352407"/>
                    <ns1:pt x="6216" y="348427"/>
                  </ns1:cubicBezTo>
                  <ns1:cubicBezTo>
                    <ns1:pt x="2236" y="344446"/>
                    <ns1:pt x="0" y="339048"/>
                    <ns1:pt x="0" y="333419"/>
                  </ns1:cubicBezTo>
                  <ns1:lnTo>
                    <ns1:pt x="0" y="21224"/>
                  </ns1:lnTo>
                  <ns1:cubicBezTo>
                    <ns1:pt x="0" y="15595"/>
                    <ns1:pt x="2236" y="10196"/>
                    <ns1:pt x="6216" y="6216"/>
                  </ns1:cubicBezTo>
                  <ns1:cubicBezTo>
                    <ns1:pt x="10196" y="2236"/>
                    <ns1:pt x="15595" y="0"/>
                    <ns1:pt x="21224" y="0"/>
                  </ns1:cubicBezTo>
                  <ns1:close/>
                </ns1:path>
              </ns1:pathLst>
            </ns1:custGeom>
            <ns1:solidFill>
              <ns1:srgbClr val="FFD6DE"/>
            </ns1:solidFill>
            <ns1:ln w="76200" cap="rnd">
              <ns1:solidFill>
                <ns1:srgbClr val="552C1F"/>
              </ns1:solidFill>
              <ns1:prstDash val="solid"/>
              <ns1:round/>
            </ns1:ln>
          </ns0:spPr>
        </ns0:sp>
        <ns0:sp>
          <ns0:nvSpPr>
            <ns0:cNvPr name="TextBox 11" id="11"/>
            <ns0:cNvSpPr txBox="true"/>
            <ns0:nvPr/>
          </ns0:nvSpPr>
          <ns0:spPr>
            <ns1:xfrm>
              <ns1:off x="0" y="-38100"/>
              <ns1:ext cx="808599" cy="392743"/>
            </ns1:xfrm>
            <ns1:prstGeom prst="rect">
              <ns1:avLst/>
            </ns1:prstGeom>
          </ns0:spPr>
          <ns0:txBody>
            <ns1:bodyPr anchor="ctr" rtlCol="false" tIns="50800" lIns="50800" bIns="50800" rIns="50800"/>
            <ns1:lstStyle/>
            <ns1:p>
              <ns1:pPr algn="ctr">
                <ns1:lnSpc>
                  <ns1:spcPts val="2659"/>
                </ns1:lnSpc>
              </ns1:pPr>
            </ns1:p>
          </ns0:txBody>
        </ns0:sp>
      </ns0:grpSp>
      <ns0:grpSp>
        <ns0:nvGrpSpPr>
          <ns0:cNvPr name="Group 12" id="12"/>
          <ns0:cNvGrpSpPr/>
          <ns0:nvPr/>
        </ns0:nvGrpSpPr>
        <ns0:grpSpPr>
          <ns1:xfrm rot="0">
            <ns1:off x="9923392" y="5736358"/>
            <ns1:ext cx="6804391" cy="3521942"/>
            <ns1:chOff x="0" y="0"/>
            <ns1:chExt cx="809701" cy="419100"/>
          </ns1:xfrm>
        </ns0:grpSpPr>
        <ns0:sp>
          <ns0:nvSpPr>
            <ns0:cNvPr name="Freeform 13" id="13"/>
            <ns0:cNvSpPr/>
            <ns0:nvPr/>
          </ns0:nvSpPr>
          <ns0:spPr>
            <ns1:xfrm flipH="false" flipV="false" rot="0">
              <ns1:off x="0" y="0"/>
              <ns1:ext cx="809701" cy="419100"/>
            </ns1:xfrm>
            <ns1:custGeom>
              <ns1:avLst/>
              <ns1:gdLst/>
              <ns1:ahLst/>
              <ns1:cxnLst/>
              <ns1:rect r="r" b="b" t="t" l="l"/>
              <ns1:pathLst>
                <ns1:path h="419100" w="809701">
                  <ns1:moveTo>
                    <ns1:pt x="22222" y="0"/>
                  </ns1:moveTo>
                  <ns1:lnTo>
                    <ns1:pt x="787479" y="0"/>
                  </ns1:lnTo>
                  <ns1:cubicBezTo>
                    <ns1:pt x="799752" y="0"/>
                    <ns1:pt x="809701" y="9949"/>
                    <ns1:pt x="809701" y="22222"/>
                  </ns1:cubicBezTo>
                  <ns1:lnTo>
                    <ns1:pt x="809701" y="396878"/>
                  </ns1:lnTo>
                  <ns1:cubicBezTo>
                    <ns1:pt x="809701" y="409151"/>
                    <ns1:pt x="799752" y="419100"/>
                    <ns1:pt x="787479" y="419100"/>
                  </ns1:cubicBezTo>
                  <ns1:lnTo>
                    <ns1:pt x="22222" y="419100"/>
                  </ns1:lnTo>
                  <ns1:cubicBezTo>
                    <ns1:pt x="9949" y="419100"/>
                    <ns1:pt x="0" y="409151"/>
                    <ns1:pt x="0" y="396878"/>
                  </ns1:cubicBezTo>
                  <ns1:lnTo>
                    <ns1:pt x="0" y="22222"/>
                  </ns1:lnTo>
                  <ns1:cubicBezTo>
                    <ns1:pt x="0" y="9949"/>
                    <ns1:pt x="9949" y="0"/>
                    <ns1:pt x="22222" y="0"/>
                  </ns1:cubicBezTo>
                  <ns1:close/>
                </ns1:path>
              </ns1:pathLst>
            </ns1:custGeom>
            <ns1:solidFill>
              <ns1:srgbClr val="FCF7EA"/>
            </ns1:solidFill>
            <ns1:ln w="76200" cap="rnd">
              <ns1:solidFill>
                <ns1:srgbClr val="552C1F"/>
              </ns1:solidFill>
              <ns1:prstDash val="solid"/>
              <ns1:round/>
            </ns1:ln>
          </ns0:spPr>
        </ns0:sp>
        <ns0:sp>
          <ns0:nvSpPr>
            <ns0:cNvPr name="TextBox 14" id="14"/>
            <ns0:cNvSpPr txBox="true"/>
            <ns0:nvPr/>
          </ns0:nvSpPr>
          <ns0:spPr>
            <ns1:xfrm>
              <ns1:off x="0" y="-38100"/>
              <ns1:ext cx="809701" cy="457200"/>
            </ns1:xfrm>
            <ns1:prstGeom prst="rect">
              <ns1:avLst/>
            </ns1:prstGeom>
          </ns0:spPr>
          <ns0:txBody>
            <ns1:bodyPr anchor="ctr" rtlCol="false" tIns="50800" lIns="50800" bIns="50800" rIns="50800"/>
            <ns1:lstStyle/>
            <ns1:p>
              <ns1:pPr algn="ctr">
                <ns1:lnSpc>
                  <ns1:spcPts val="2659"/>
                </ns1:lnSpc>
              </ns1:pPr>
            </ns1:p>
          </ns0:txBody>
        </ns0:sp>
      </ns0:grpSp>
      <ns0:sp>
        <ns0:nvSpPr>
          <ns0:cNvPr name="Freeform 15" id="15"/>
          <ns0:cNvSpPr/>
          <ns0:nvPr/>
        </ns0:nvSpPr>
        <ns0:spPr>
          <ns1:xfrm flipH="false" flipV="false" rot="0">
            <ns1:off x="144043" y="8249443"/>
            <ns1:ext cx="2507763" cy="2037557"/>
          </ns1:xfrm>
          <ns1:custGeom>
            <ns1:avLst/>
            <ns1:gdLst/>
            <ns1:ahLst/>
            <ns1:cxnLst/>
            <ns1:rect r="r" b="b" t="t" l="l"/>
            <ns1:pathLst>
              <ns1:path h="2037557" w="2507763">
                <ns1:moveTo>
                  <ns1:pt x="0" y="0"/>
                </ns1:moveTo>
                <ns1:lnTo>
                  <ns1:pt x="2507763" y="0"/>
                </ns1:lnTo>
                <ns1:lnTo>
                  <ns1:pt x="2507763" y="2037557"/>
                </ns1:lnTo>
                <ns1:lnTo>
                  <ns1:pt x="0" y="2037557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3">
              <ns1:extLst>
                <ns1:ext uri="{96DAC541-7B7A-43D3-8B79-37D633B846F1}">
                  <ns3:svgBlip ns2:embed="rId4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16" id="16"/>
          <ns0:cNvSpPr/>
          <ns0:nvPr/>
        </ns0:nvSpPr>
        <ns0:spPr>
          <ns1:xfrm flipH="false" flipV="false" rot="0">
            <ns1:off x="13325587" y="-439225"/>
            <ns1:ext cx="4422576" cy="3560174"/>
          </ns1:xfrm>
          <ns1:custGeom>
            <ns1:avLst/>
            <ns1:gdLst/>
            <ns1:ahLst/>
            <ns1:cxnLst/>
            <ns1:rect r="r" b="b" t="t" l="l"/>
            <ns1:pathLst>
              <ns1:path h="3560174" w="4422576">
                <ns1:moveTo>
                  <ns1:pt x="0" y="0"/>
                </ns1:moveTo>
                <ns1:lnTo>
                  <ns1:pt x="4422577" y="0"/>
                </ns1:lnTo>
                <ns1:lnTo>
                  <ns1:pt x="4422577" y="3560174"/>
                </ns1:lnTo>
                <ns1:lnTo>
                  <ns1:pt x="0" y="3560174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5">
              <ns1:extLst>
                <ns1:ext uri="{96DAC541-7B7A-43D3-8B79-37D633B846F1}">
                  <ns3:svgBlip ns2:embed="rId6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17" id="17"/>
          <ns0:cNvSpPr/>
          <ns0:nvPr/>
        </ns0:nvSpPr>
        <ns0:spPr>
          <ns1:xfrm flipH="false" flipV="false" rot="-2009294">
            <ns1:off x="11693082" y="420232"/>
            <ns1:ext cx="1282672" cy="1216935"/>
          </ns1:xfrm>
          <ns1:custGeom>
            <ns1:avLst/>
            <ns1:gdLst/>
            <ns1:ahLst/>
            <ns1:cxnLst/>
            <ns1:rect r="r" b="b" t="t" l="l"/>
            <ns1:pathLst>
              <ns1:path h="1216935" w="1282672">
                <ns1:moveTo>
                  <ns1:pt x="0" y="0"/>
                </ns1:moveTo>
                <ns1:lnTo>
                  <ns1:pt x="1282672" y="0"/>
                </ns1:lnTo>
                <ns1:lnTo>
                  <ns1:pt x="1282672" y="1216936"/>
                </ns1:lnTo>
                <ns1:lnTo>
                  <ns1:pt x="0" y="1216936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7">
              <ns1:extLst>
                <ns1:ext uri="{96DAC541-7B7A-43D3-8B79-37D633B846F1}">
                  <ns3:svgBlip ns2:embed="rId8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TextBox 18" id="18"/>
          <ns0:cNvSpPr txBox="true"/>
          <ns0:nvPr/>
        </ns0:nvSpPr>
        <ns0:spPr>
          <ns1:xfrm rot="0">
            <ns1:off x="1977074" y="2070145"/>
            <ns1:ext cx="8465342" cy="1221097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l">
              <ns1:lnSpc>
                <ns1:spcPts val="8819"/>
              </ns1:lnSpc>
            </ns1:pPr>
            <ns1:r>
              <ns1:rPr lang="en-US" sz="9799">
                <ns1:solidFill>
                  <ns1:srgbClr val="EA8CA4"/>
                </ns1:solidFill>
                <ns1:latin typeface="Balabeloo"/>
                <ns1:ea typeface="Balabeloo"/>
                <ns1:cs typeface="Balabeloo"/>
                <ns1:sym typeface="Balabeloo"/>
              </ns1:rPr>
              <ns1:t/>
            </ns1:r>
            <ns1:r>
              <ns1:rPr lang="en-US" sz="9799">
                <ns1:solidFill>
                  <ns1:srgbClr val="EA8CA4"/>
                </ns1:solidFill>
                <ns1:latin typeface="Balabeloo"/>
                <ns1:ea typeface="Balabeloo"/>
                <ns1:cs typeface="Balabeloo"/>
                <ns1:sym typeface="Balabeloo"/>
              </ns1:rPr>
              <ns1:t/>
            </ns1:r>
          </ns1:p>
        </ns0:txBody>
      </ns0:sp>
      <ns0:sp>
        <ns0:nvSpPr>
          <ns0:cNvPr name="TextBox 19" id="19"/>
          <ns0:cNvSpPr txBox="true"/>
          <ns0:nvPr/>
        </ns0:nvSpPr>
        <ns0:spPr>
          <ns1:xfrm rot="0">
            <ns1:off x="1977074" y="3719900"/>
            <ns1:ext cx="15062442" cy="1324864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l">
              <ns1:lnSpc>
                <ns1:spcPts val="5408"/>
              </ns1:lnSpc>
            </ns1:pPr>
            <ns1:r>
              <ns1:rPr lang="en-US" sz="3200">
                <ns1:solidFill>
                  <ns1:srgbClr val="442116"/>
                </ns1:solidFill>
                <ns1:latin typeface="Baloo Tammudu"/>
                <ns1:ea typeface="Baloo Tammudu"/>
                <ns1:cs typeface="Baloo Tammudu"/>
                <ns1:sym typeface="Baloo Tammudu"/>
              </ns1:rPr>
              <ns1:t/>
            </ns1:r>
          </ns1:p>
        </ns0:txBody>
      </ns0:sp>
      <ns0:sp>
        <ns0:nvSpPr>
          <ns0:cNvPr name="TextBox 20" id="20"/>
          <ns0:cNvSpPr txBox="true"/>
          <ns0:nvPr/>
        </ns0:nvSpPr>
        <ns0:spPr>
          <ns1:xfrm rot="0">
            <ns1:off x="2268660" y="6250951"/>
            <ns1:ext cx="6110038" cy="2359405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4732"/>
              </ns1:lnSpc>
            </ns1:pPr>
            <ns1:r>
              <ns1:rPr lang="en-US" sz="2800">
                <ns1:solidFill>
                  <ns1:srgbClr val="442116"/>
                </ns1:solidFill>
                <ns1:latin typeface="Baloo Tammudu"/>
                <ns1:ea typeface="Baloo Tammudu"/>
                <ns1:cs typeface="Baloo Tammudu"/>
                <ns1:sym typeface="Baloo Tammudu"/>
              </ns1:rPr>
              <ns1:t/>
            </ns1:r>
          </ns1:p>
        </ns0:txBody>
      </ns0:sp>
      <ns0:sp>
        <ns0:nvSpPr>
          <ns0:cNvPr name="TextBox 21" id="21"/>
          <ns0:cNvSpPr txBox="true"/>
          <ns0:nvPr/>
        </ns0:nvSpPr>
        <ns0:spPr>
          <ns1:xfrm rot="0">
            <ns1:off x="10270568" y="6250951"/>
            <ns1:ext cx="6110038" cy="2359405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4732"/>
              </ns1:lnSpc>
            </ns1:pPr>
            <ns1:r>
              <ns1:rPr lang="en-US" sz="2800">
                <ns1:solidFill>
                  <ns1:srgbClr val="442116"/>
                </ns1:solidFill>
                <ns1:latin typeface="Baloo Tammudu"/>
                <ns1:ea typeface="Baloo Tammudu"/>
                <ns1:cs typeface="Baloo Tammudu"/>
                <ns1:sym typeface="Baloo Tammudu"/>
              </ns1:rPr>
              <ns1:t/>
            </ns1:r>
          </ns1:p>
        </ns0:txBody>
      </ns0:sp>
    </ns0:spTree>
  </ns0:cSld>
  <ns0:clrMapOvr>
    <ns1:masterClrMapping/>
  </ns0:clrMapOvr>
</ns0:sldLayout>
</file>

<file path=ppt/slideLayouts/slideLayout16.xml><?xml version="1.0" encoding="utf-8"?>
<ns0:sldLayout xmlns:ns0="http://schemas.openxmlformats.org/presentationml/2006/main" xmlns:ns1="http://schemas.openxmlformats.org/drawingml/2006/main" xmlns:ns2="http://schemas.openxmlformats.org/officeDocument/2006/relationships" xmlns:ns3="http://schemas.microsoft.com/office/drawing/2016/SVG/main" type="blank" preserve="1">
  <ns0:cSld name="版型6"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name="Freeform 2" id="2"/>
          <ns0:cNvSpPr/>
          <ns0:nvPr/>
        </ns0:nvSpPr>
        <ns0:spPr>
          <ns1:xfrm flipH="false" flipV="false" rot="0">
            <ns1:off x="0" y="0"/>
            <ns1:ext cx="18288000" cy="10287000"/>
          </ns1:xfrm>
          <ns1:custGeom>
            <ns1:avLst/>
            <ns1:gdLst/>
            <ns1:ahLst/>
            <ns1:cxnLst/>
            <ns1:rect r="r" b="b" t="t" l="l"/>
            <ns1:pathLst>
              <ns1:path h="10287000" w="18288000">
                <ns1:moveTo>
                  <ns1:pt x="0" y="0"/>
                </ns1:moveTo>
                <ns1:lnTo>
                  <ns1:pt x="18288000" y="0"/>
                </ns1:lnTo>
                <ns1:lnTo>
                  <ns1:pt x="18288000" y="10287000"/>
                </ns1:lnTo>
                <ns1:lnTo>
                  <ns1:pt x="0" y="10287000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2"/>
            <ns1:stretch>
              <ns1:fillRect l="0" t="-16666" r="0" b="-16666"/>
            </ns1:stretch>
          </ns1:blipFill>
        </ns0:spPr>
      </ns0:sp>
      <ns0:sp>
        <ns0:nvSpPr>
          <ns0:cNvPr name="Freeform 3" id="3"/>
          <ns0:cNvSpPr/>
          <ns0:nvPr/>
        </ns0:nvSpPr>
        <ns0:spPr>
          <ns1:xfrm flipH="false" flipV="false" rot="0">
            <ns1:off x="6817140" y="3606967"/>
            <ns1:ext cx="4653719" cy="5872201"/>
          </ns1:xfrm>
          <ns1:custGeom>
            <ns1:avLst/>
            <ns1:gdLst/>
            <ns1:ahLst/>
            <ns1:cxnLst/>
            <ns1:rect r="r" b="b" t="t" l="l"/>
            <ns1:pathLst>
              <ns1:path h="5872201" w="4653719">
                <ns1:moveTo>
                  <ns1:pt x="0" y="0"/>
                </ns1:moveTo>
                <ns1:lnTo>
                  <ns1:pt x="4653720" y="0"/>
                </ns1:lnTo>
                <ns1:lnTo>
                  <ns1:pt x="4653720" y="5872201"/>
                </ns1:lnTo>
                <ns1:lnTo>
                  <ns1:pt x="0" y="5872201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3">
              <ns1:extLst>
                <ns1:ext uri="{96DAC541-7B7A-43D3-8B79-37D633B846F1}">
                  <ns3:svgBlip ns2:embed="rId4"/>
                </ns1:ext>
              </ns1:extLst>
            </ns1:blip>
            <ns1:stretch>
              <ns1:fillRect l="0" t="0" r="0" b="0"/>
            </ns1:stretch>
          </ns1:blipFill>
        </ns0:spPr>
      </ns0:sp>
      <ns0:grpSp>
        <ns0:nvGrpSpPr>
          <ns0:cNvPr name="Group 4" id="4"/>
          <ns0:cNvGrpSpPr/>
          <ns0:nvPr/>
        </ns0:nvGrpSpPr>
        <ns0:grpSpPr>
          <ns1:xfrm rot="0">
            <ns1:off x="7176859" y="4449670"/>
            <ns1:ext cx="4064498" cy="4085118"/>
            <ns1:chOff x="0" y="0"/>
            <ns1:chExt cx="461297" cy="463637"/>
          </ns1:xfrm>
        </ns0:grpSpPr>
        <ns0:sp>
          <ns0:nvSpPr>
            <ns0:cNvPr name="Freeform 5" id="5"/>
            <ns0:cNvSpPr/>
            <ns0:nvPr/>
          </ns0:nvSpPr>
          <ns0:spPr>
            <ns1:xfrm flipH="false" flipV="false" rot="0">
              <ns1:off x="0" y="0"/>
              <ns1:ext cx="461297" cy="463637"/>
            </ns1:xfrm>
            <ns1:custGeom>
              <ns1:avLst/>
              <ns1:gdLst/>
              <ns1:ahLst/>
              <ns1:cxnLst/>
              <ns1:rect r="r" b="b" t="t" l="l"/>
              <ns1:pathLst>
                <ns1:path h="463637" w="461297">
                  <ns1:moveTo>
                    <ns1:pt x="37202" y="0"/>
                  </ns1:moveTo>
                  <ns1:lnTo>
                    <ns1:pt x="424094" y="0"/>
                  </ns1:lnTo>
                  <ns1:cubicBezTo>
                    <ns1:pt x="433961" y="0"/>
                    <ns1:pt x="443423" y="3920"/>
                    <ns1:pt x="450400" y="10896"/>
                  </ns1:cubicBezTo>
                  <ns1:cubicBezTo>
                    <ns1:pt x="457377" y="17873"/>
                    <ns1:pt x="461297" y="27336"/>
                    <ns1:pt x="461297" y="37202"/>
                  </ns1:cubicBezTo>
                  <ns1:lnTo>
                    <ns1:pt x="461297" y="426434"/>
                  </ns1:lnTo>
                  <ns1:cubicBezTo>
                    <ns1:pt x="461297" y="436301"/>
                    <ns1:pt x="457377" y="445763"/>
                    <ns1:pt x="450400" y="452740"/>
                  </ns1:cubicBezTo>
                  <ns1:cubicBezTo>
                    <ns1:pt x="443423" y="459717"/>
                    <ns1:pt x="433961" y="463637"/>
                    <ns1:pt x="424094" y="463637"/>
                  </ns1:cubicBezTo>
                  <ns1:lnTo>
                    <ns1:pt x="37202" y="463637"/>
                  </ns1:lnTo>
                  <ns1:cubicBezTo>
                    <ns1:pt x="27336" y="463637"/>
                    <ns1:pt x="17873" y="459717"/>
                    <ns1:pt x="10896" y="452740"/>
                  </ns1:cubicBezTo>
                  <ns1:cubicBezTo>
                    <ns1:pt x="3920" y="445763"/>
                    <ns1:pt x="0" y="436301"/>
                    <ns1:pt x="0" y="426434"/>
                  </ns1:cubicBezTo>
                  <ns1:lnTo>
                    <ns1:pt x="0" y="37202"/>
                  </ns1:lnTo>
                  <ns1:cubicBezTo>
                    <ns1:pt x="0" y="27336"/>
                    <ns1:pt x="3920" y="17873"/>
                    <ns1:pt x="10896" y="10896"/>
                  </ns1:cubicBezTo>
                  <ns1:cubicBezTo>
                    <ns1:pt x="17873" y="3920"/>
                    <ns1:pt x="27336" y="0"/>
                    <ns1:pt x="37202" y="0"/>
                  </ns1:cubicBezTo>
                  <ns1:close/>
                </ns1:path>
              </ns1:pathLst>
            </ns1:custGeom>
            <ns1:solidFill>
              <ns1:srgbClr val="FCF7EA"/>
            </ns1:solidFill>
            <ns1:ln cap="rnd">
              <ns1:noFill/>
              <ns1:prstDash val="solid"/>
              <ns1:round/>
            </ns1:ln>
          </ns0:spPr>
        </ns0:sp>
        <ns0:sp>
          <ns0:nvSpPr>
            <ns0:cNvPr name="TextBox 6" id="6"/>
            <ns0:cNvSpPr txBox="true"/>
            <ns0:nvPr/>
          </ns0:nvSpPr>
          <ns0:spPr>
            <ns1:xfrm>
              <ns1:off x="0" y="-38100"/>
              <ns1:ext cx="461297" cy="501737"/>
            </ns1:xfrm>
            <ns1:prstGeom prst="rect">
              <ns1:avLst/>
            </ns1:prstGeom>
          </ns0:spPr>
          <ns0:txBody>
            <ns1:bodyPr anchor="ctr" rtlCol="false" tIns="50800" lIns="50800" bIns="50800" rIns="50800"/>
            <ns1:lstStyle/>
            <ns1:p>
              <ns1:pPr algn="ctr">
                <ns1:lnSpc>
                  <ns1:spcPts val="2659"/>
                </ns1:lnSpc>
              </ns1:pPr>
            </ns1:p>
          </ns0:txBody>
        </ns0:sp>
      </ns0:grpSp>
      <ns0:sp>
        <ns0:nvSpPr>
          <ns0:cNvPr name="TextBox 7" id="7"/>
          <ns0:cNvSpPr txBox="true"/>
          <ns0:nvPr/>
        </ns0:nvSpPr>
        <ns0:spPr>
          <ns1:xfrm rot="0">
            <ns1:off x="4911329" y="2070145"/>
            <ns1:ext cx="8465342" cy="1221097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8819"/>
              </ns1:lnSpc>
            </ns1:pPr>
            <ns1:r>
              <ns1:rPr lang="en-US" sz="9799">
                <ns1:solidFill>
                  <ns1:srgbClr val="EA8CA4"/>
                </ns1:solidFill>
                <ns1:latin typeface="Balabeloo"/>
                <ns1:ea typeface="Balabeloo"/>
                <ns1:cs typeface="Balabeloo"/>
                <ns1:sym typeface="Balabeloo"/>
              </ns1:rPr>
              <ns1:t/>
            </ns1:r>
          </ns1:p>
        </ns0:txBody>
      </ns0:sp>
      <ns0:sp>
        <ns0:nvSpPr>
          <ns0:cNvPr name="Freeform 8" id="8"/>
          <ns0:cNvSpPr/>
          <ns0:nvPr/>
        </ns0:nvSpPr>
        <ns0:spPr>
          <ns1:xfrm flipH="false" flipV="false" rot="0">
            <ns1:off x="1500435" y="2847850"/>
            <ns1:ext cx="4653719" cy="5872201"/>
          </ns1:xfrm>
          <ns1:custGeom>
            <ns1:avLst/>
            <ns1:gdLst/>
            <ns1:ahLst/>
            <ns1:cxnLst/>
            <ns1:rect r="r" b="b" t="t" l="l"/>
            <ns1:pathLst>
              <ns1:path h="5872201" w="4653719">
                <ns1:moveTo>
                  <ns1:pt x="0" y="0"/>
                </ns1:moveTo>
                <ns1:lnTo>
                  <ns1:pt x="4653719" y="0"/>
                </ns1:lnTo>
                <ns1:lnTo>
                  <ns1:pt x="4653719" y="5872201"/>
                </ns1:lnTo>
                <ns1:lnTo>
                  <ns1:pt x="0" y="5872201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5">
              <ns1:extLst>
                <ns1:ext uri="{96DAC541-7B7A-43D3-8B79-37D633B846F1}">
                  <ns3:svgBlip ns2:embed="rId6"/>
                </ns1:ext>
              </ns1:extLst>
            </ns1:blip>
            <ns1:stretch>
              <ns1:fillRect l="0" t="0" r="0" b="0"/>
            </ns1:stretch>
          </ns1:blipFill>
        </ns0:spPr>
      </ns0:sp>
      <ns0:grpSp>
        <ns0:nvGrpSpPr>
          <ns0:cNvPr name="Group 9" id="9"/>
          <ns0:cNvGrpSpPr/>
          <ns0:nvPr/>
        </ns0:nvGrpSpPr>
        <ns0:grpSpPr>
          <ns1:xfrm rot="0">
            <ns1:off x="1860154" y="3690553"/>
            <ns1:ext cx="4064498" cy="4085118"/>
            <ns1:chOff x="0" y="0"/>
            <ns1:chExt cx="461297" cy="463637"/>
          </ns1:xfrm>
        </ns0:grpSpPr>
        <ns0:sp>
          <ns0:nvSpPr>
            <ns0:cNvPr name="Freeform 10" id="10"/>
            <ns0:cNvSpPr/>
            <ns0:nvPr/>
          </ns0:nvSpPr>
          <ns0:spPr>
            <ns1:xfrm flipH="false" flipV="false" rot="0">
              <ns1:off x="0" y="0"/>
              <ns1:ext cx="461297" cy="463637"/>
            </ns1:xfrm>
            <ns1:custGeom>
              <ns1:avLst/>
              <ns1:gdLst/>
              <ns1:ahLst/>
              <ns1:cxnLst/>
              <ns1:rect r="r" b="b" t="t" l="l"/>
              <ns1:pathLst>
                <ns1:path h="463637" w="461297">
                  <ns1:moveTo>
                    <ns1:pt x="37202" y="0"/>
                  </ns1:moveTo>
                  <ns1:lnTo>
                    <ns1:pt x="424094" y="0"/>
                  </ns1:lnTo>
                  <ns1:cubicBezTo>
                    <ns1:pt x="433961" y="0"/>
                    <ns1:pt x="443423" y="3920"/>
                    <ns1:pt x="450400" y="10896"/>
                  </ns1:cubicBezTo>
                  <ns1:cubicBezTo>
                    <ns1:pt x="457377" y="17873"/>
                    <ns1:pt x="461297" y="27336"/>
                    <ns1:pt x="461297" y="37202"/>
                  </ns1:cubicBezTo>
                  <ns1:lnTo>
                    <ns1:pt x="461297" y="426434"/>
                  </ns1:lnTo>
                  <ns1:cubicBezTo>
                    <ns1:pt x="461297" y="436301"/>
                    <ns1:pt x="457377" y="445763"/>
                    <ns1:pt x="450400" y="452740"/>
                  </ns1:cubicBezTo>
                  <ns1:cubicBezTo>
                    <ns1:pt x="443423" y="459717"/>
                    <ns1:pt x="433961" y="463637"/>
                    <ns1:pt x="424094" y="463637"/>
                  </ns1:cubicBezTo>
                  <ns1:lnTo>
                    <ns1:pt x="37202" y="463637"/>
                  </ns1:lnTo>
                  <ns1:cubicBezTo>
                    <ns1:pt x="27336" y="463637"/>
                    <ns1:pt x="17873" y="459717"/>
                    <ns1:pt x="10896" y="452740"/>
                  </ns1:cubicBezTo>
                  <ns1:cubicBezTo>
                    <ns1:pt x="3920" y="445763"/>
                    <ns1:pt x="0" y="436301"/>
                    <ns1:pt x="0" y="426434"/>
                  </ns1:cubicBezTo>
                  <ns1:lnTo>
                    <ns1:pt x="0" y="37202"/>
                  </ns1:lnTo>
                  <ns1:cubicBezTo>
                    <ns1:pt x="0" y="27336"/>
                    <ns1:pt x="3920" y="17873"/>
                    <ns1:pt x="10896" y="10896"/>
                  </ns1:cubicBezTo>
                  <ns1:cubicBezTo>
                    <ns1:pt x="17873" y="3920"/>
                    <ns1:pt x="27336" y="0"/>
                    <ns1:pt x="37202" y="0"/>
                  </ns1:cubicBezTo>
                  <ns1:close/>
                </ns1:path>
              </ns1:pathLst>
            </ns1:custGeom>
            <ns1:solidFill>
              <ns1:srgbClr val="FCF7EA"/>
            </ns1:solidFill>
            <ns1:ln cap="rnd">
              <ns1:noFill/>
              <ns1:prstDash val="solid"/>
              <ns1:round/>
            </ns1:ln>
          </ns0:spPr>
        </ns0:sp>
        <ns0:sp>
          <ns0:nvSpPr>
            <ns0:cNvPr name="TextBox 11" id="11"/>
            <ns0:cNvSpPr txBox="true"/>
            <ns0:nvPr/>
          </ns0:nvSpPr>
          <ns0:spPr>
            <ns1:xfrm>
              <ns1:off x="0" y="-38100"/>
              <ns1:ext cx="461297" cy="501737"/>
            </ns1:xfrm>
            <ns1:prstGeom prst="rect">
              <ns1:avLst/>
            </ns1:prstGeom>
          </ns0:spPr>
          <ns0:txBody>
            <ns1:bodyPr anchor="ctr" rtlCol="false" tIns="50800" lIns="50800" bIns="50800" rIns="50800"/>
            <ns1:lstStyle/>
            <ns1:p>
              <ns1:pPr algn="ctr">
                <ns1:lnSpc>
                  <ns1:spcPts val="2659"/>
                </ns1:lnSpc>
              </ns1:pPr>
            </ns1:p>
          </ns0:txBody>
        </ns0:sp>
      </ns0:grpSp>
      <ns0:sp>
        <ns0:nvSpPr>
          <ns0:cNvPr name="Freeform 12" id="12"/>
          <ns0:cNvSpPr/>
          <ns0:nvPr/>
        </ns0:nvSpPr>
        <ns0:spPr>
          <ns1:xfrm flipH="false" flipV="false" rot="0">
            <ns1:off x="12137610" y="2847850"/>
            <ns1:ext cx="4653719" cy="5872201"/>
          </ns1:xfrm>
          <ns1:custGeom>
            <ns1:avLst/>
            <ns1:gdLst/>
            <ns1:ahLst/>
            <ns1:cxnLst/>
            <ns1:rect r="r" b="b" t="t" l="l"/>
            <ns1:pathLst>
              <ns1:path h="5872201" w="4653719">
                <ns1:moveTo>
                  <ns1:pt x="0" y="0"/>
                </ns1:moveTo>
                <ns1:lnTo>
                  <ns1:pt x="4653719" y="0"/>
                </ns1:lnTo>
                <ns1:lnTo>
                  <ns1:pt x="4653719" y="5872201"/>
                </ns1:lnTo>
                <ns1:lnTo>
                  <ns1:pt x="0" y="5872201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7">
              <ns1:extLst>
                <ns1:ext uri="{96DAC541-7B7A-43D3-8B79-37D633B846F1}">
                  <ns3:svgBlip ns2:embed="rId8"/>
                </ns1:ext>
              </ns1:extLst>
            </ns1:blip>
            <ns1:stretch>
              <ns1:fillRect l="0" t="0" r="0" b="0"/>
            </ns1:stretch>
          </ns1:blipFill>
        </ns0:spPr>
      </ns0:sp>
      <ns0:grpSp>
        <ns0:nvGrpSpPr>
          <ns0:cNvPr name="Group 13" id="13"/>
          <ns0:cNvGrpSpPr/>
          <ns0:nvPr/>
        </ns0:nvGrpSpPr>
        <ns0:grpSpPr>
          <ns1:xfrm rot="0">
            <ns1:off x="12497328" y="3690553"/>
            <ns1:ext cx="4064498" cy="4085118"/>
            <ns1:chOff x="0" y="0"/>
            <ns1:chExt cx="461297" cy="463637"/>
          </ns1:xfrm>
        </ns0:grpSpPr>
        <ns0:sp>
          <ns0:nvSpPr>
            <ns0:cNvPr name="Freeform 14" id="14"/>
            <ns0:cNvSpPr/>
            <ns0:nvPr/>
          </ns0:nvSpPr>
          <ns0:spPr>
            <ns1:xfrm flipH="false" flipV="false" rot="0">
              <ns1:off x="0" y="0"/>
              <ns1:ext cx="461297" cy="463637"/>
            </ns1:xfrm>
            <ns1:custGeom>
              <ns1:avLst/>
              <ns1:gdLst/>
              <ns1:ahLst/>
              <ns1:cxnLst/>
              <ns1:rect r="r" b="b" t="t" l="l"/>
              <ns1:pathLst>
                <ns1:path h="463637" w="461297">
                  <ns1:moveTo>
                    <ns1:pt x="37202" y="0"/>
                  </ns1:moveTo>
                  <ns1:lnTo>
                    <ns1:pt x="424094" y="0"/>
                  </ns1:lnTo>
                  <ns1:cubicBezTo>
                    <ns1:pt x="433961" y="0"/>
                    <ns1:pt x="443423" y="3920"/>
                    <ns1:pt x="450400" y="10896"/>
                  </ns1:cubicBezTo>
                  <ns1:cubicBezTo>
                    <ns1:pt x="457377" y="17873"/>
                    <ns1:pt x="461297" y="27336"/>
                    <ns1:pt x="461297" y="37202"/>
                  </ns1:cubicBezTo>
                  <ns1:lnTo>
                    <ns1:pt x="461297" y="426434"/>
                  </ns1:lnTo>
                  <ns1:cubicBezTo>
                    <ns1:pt x="461297" y="436301"/>
                    <ns1:pt x="457377" y="445763"/>
                    <ns1:pt x="450400" y="452740"/>
                  </ns1:cubicBezTo>
                  <ns1:cubicBezTo>
                    <ns1:pt x="443423" y="459717"/>
                    <ns1:pt x="433961" y="463637"/>
                    <ns1:pt x="424094" y="463637"/>
                  </ns1:cubicBezTo>
                  <ns1:lnTo>
                    <ns1:pt x="37202" y="463637"/>
                  </ns1:lnTo>
                  <ns1:cubicBezTo>
                    <ns1:pt x="27336" y="463637"/>
                    <ns1:pt x="17873" y="459717"/>
                    <ns1:pt x="10896" y="452740"/>
                  </ns1:cubicBezTo>
                  <ns1:cubicBezTo>
                    <ns1:pt x="3920" y="445763"/>
                    <ns1:pt x="0" y="436301"/>
                    <ns1:pt x="0" y="426434"/>
                  </ns1:cubicBezTo>
                  <ns1:lnTo>
                    <ns1:pt x="0" y="37202"/>
                  </ns1:lnTo>
                  <ns1:cubicBezTo>
                    <ns1:pt x="0" y="27336"/>
                    <ns1:pt x="3920" y="17873"/>
                    <ns1:pt x="10896" y="10896"/>
                  </ns1:cubicBezTo>
                  <ns1:cubicBezTo>
                    <ns1:pt x="17873" y="3920"/>
                    <ns1:pt x="27336" y="0"/>
                    <ns1:pt x="37202" y="0"/>
                  </ns1:cubicBezTo>
                  <ns1:close/>
                </ns1:path>
              </ns1:pathLst>
            </ns1:custGeom>
            <ns1:solidFill>
              <ns1:srgbClr val="FCF7EA"/>
            </ns1:solidFill>
            <ns1:ln cap="rnd">
              <ns1:noFill/>
              <ns1:prstDash val="solid"/>
              <ns1:round/>
            </ns1:ln>
          </ns0:spPr>
        </ns0:sp>
        <ns0:sp>
          <ns0:nvSpPr>
            <ns0:cNvPr name="TextBox 15" id="15"/>
            <ns0:cNvSpPr txBox="true"/>
            <ns0:nvPr/>
          </ns0:nvSpPr>
          <ns0:spPr>
            <ns1:xfrm>
              <ns1:off x="0" y="-38100"/>
              <ns1:ext cx="461297" cy="501737"/>
            </ns1:xfrm>
            <ns1:prstGeom prst="rect">
              <ns1:avLst/>
            </ns1:prstGeom>
          </ns0:spPr>
          <ns0:txBody>
            <ns1:bodyPr anchor="ctr" rtlCol="false" tIns="50800" lIns="50800" bIns="50800" rIns="50800"/>
            <ns1:lstStyle/>
            <ns1:p>
              <ns1:pPr algn="ctr">
                <ns1:lnSpc>
                  <ns1:spcPts val="2659"/>
                </ns1:lnSpc>
              </ns1:pPr>
            </ns1:p>
          </ns0:txBody>
        </ns0:sp>
      </ns0:grpSp>
      <ns0:sp>
        <ns0:nvSpPr>
          <ns0:cNvPr name="Freeform 16" id="16"/>
          <ns0:cNvSpPr/>
          <ns0:nvPr/>
        </ns0:nvSpPr>
        <ns0:spPr>
          <ns1:xfrm flipH="false" flipV="false" rot="-1302016">
            <ns1:off x="-963656" y="655311"/>
            <ns1:ext cx="3984711" cy="2296190"/>
          </ns1:xfrm>
          <ns1:custGeom>
            <ns1:avLst/>
            <ns1:gdLst/>
            <ns1:ahLst/>
            <ns1:cxnLst/>
            <ns1:rect r="r" b="b" t="t" l="l"/>
            <ns1:pathLst>
              <ns1:path h="2296190" w="3984711">
                <ns1:moveTo>
                  <ns1:pt x="0" y="0"/>
                </ns1:moveTo>
                <ns1:lnTo>
                  <ns1:pt x="3984712" y="0"/>
                </ns1:lnTo>
                <ns1:lnTo>
                  <ns1:pt x="3984712" y="2296190"/>
                </ns1:lnTo>
                <ns1:lnTo>
                  <ns1:pt x="0" y="2296190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9">
              <ns1:extLst>
                <ns1:ext uri="{96DAC541-7B7A-43D3-8B79-37D633B846F1}">
                  <ns3:svgBlip ns2:embed="rId10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17" id="17"/>
          <ns0:cNvSpPr/>
          <ns0:nvPr/>
        </ns0:nvSpPr>
        <ns0:spPr>
          <ns1:xfrm flipH="false" flipV="false" rot="0">
            <ns1:off x="11178523" y="501173"/>
            <ns1:ext cx="1918173" cy="2790070"/>
          </ns1:xfrm>
          <ns1:custGeom>
            <ns1:avLst/>
            <ns1:gdLst/>
            <ns1:ahLst/>
            <ns1:cxnLst/>
            <ns1:rect r="r" b="b" t="t" l="l"/>
            <ns1:pathLst>
              <ns1:path h="2790070" w="1918173">
                <ns1:moveTo>
                  <ns1:pt x="0" y="0"/>
                </ns1:moveTo>
                <ns1:lnTo>
                  <ns1:pt x="1918173" y="0"/>
                </ns1:lnTo>
                <ns1:lnTo>
                  <ns1:pt x="1918173" y="2790070"/>
                </ns1:lnTo>
                <ns1:lnTo>
                  <ns1:pt x="0" y="2790070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11">
              <ns1:extLst>
                <ns1:ext uri="{96DAC541-7B7A-43D3-8B79-37D633B846F1}">
                  <ns3:svgBlip ns2:embed="rId12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18" id="18"/>
          <ns0:cNvSpPr/>
          <ns0:nvPr/>
        </ns0:nvSpPr>
        <ns0:spPr>
          <ns1:xfrm flipH="false" flipV="false" rot="-588346">
            <ns1:off x="438151" y="7849117"/>
            <ns1:ext cx="2966093" cy="2079973"/>
          </ns1:xfrm>
          <ns1:custGeom>
            <ns1:avLst/>
            <ns1:gdLst/>
            <ns1:ahLst/>
            <ns1:cxnLst/>
            <ns1:rect r="r" b="b" t="t" l="l"/>
            <ns1:pathLst>
              <ns1:path h="2079973" w="2966093">
                <ns1:moveTo>
                  <ns1:pt x="0" y="0"/>
                </ns1:moveTo>
                <ns1:lnTo>
                  <ns1:pt x="2966094" y="0"/>
                </ns1:lnTo>
                <ns1:lnTo>
                  <ns1:pt x="2966094" y="2079973"/>
                </ns1:lnTo>
                <ns1:lnTo>
                  <ns1:pt x="0" y="2079973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13">
              <ns1:extLst>
                <ns1:ext uri="{96DAC541-7B7A-43D3-8B79-37D633B846F1}">
                  <ns3:svgBlip ns2:embed="rId14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19" id="19"/>
          <ns0:cNvSpPr/>
          <ns0:nvPr/>
        </ns0:nvSpPr>
        <ns0:spPr>
          <ns1:xfrm flipH="true" flipV="false" rot="0">
            <ns1:off x="13985358" y="7735178"/>
            <ns1:ext cx="4164337" cy="3263799"/>
          </ns1:xfrm>
          <ns1:custGeom>
            <ns1:avLst/>
            <ns1:gdLst/>
            <ns1:ahLst/>
            <ns1:cxnLst/>
            <ns1:rect r="r" b="b" t="t" l="l"/>
            <ns1:pathLst>
              <ns1:path h="3263799" w="4164337">
                <ns1:moveTo>
                  <ns1:pt x="4164336" y="0"/>
                </ns1:moveTo>
                <ns1:lnTo>
                  <ns1:pt x="0" y="0"/>
                </ns1:lnTo>
                <ns1:lnTo>
                  <ns1:pt x="0" y="3263799"/>
                </ns1:lnTo>
                <ns1:lnTo>
                  <ns1:pt x="4164336" y="3263799"/>
                </ns1:lnTo>
                <ns1:lnTo>
                  <ns1:pt x="4164336" y="0"/>
                </ns1:lnTo>
                <ns1:close/>
              </ns1:path>
            </ns1:pathLst>
          </ns1:custGeom>
          <ns1:blipFill>
            <ns1:blip ns2:embed="rId15">
              <ns1:extLst>
                <ns1:ext uri="{96DAC541-7B7A-43D3-8B79-37D633B846F1}">
                  <ns3:svgBlip ns2:embed="rId16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TextBox 20" id="20"/>
          <ns0:cNvSpPr txBox="true"/>
          <ns0:nvPr/>
        </ns0:nvSpPr>
        <ns0:spPr>
          <ns1:xfrm rot="0">
            <ns1:off x="7237903" y="4934740"/>
            <ns1:ext cx="3831244" cy="3559555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4732"/>
              </ns1:lnSpc>
            </ns1:pPr>
            <ns1:r>
              <ns1:rPr lang="en-US" sz="2800">
                <ns1:solidFill>
                  <ns1:srgbClr val="442116"/>
                </ns1:solidFill>
                <ns1:latin typeface="Baloo Tammudu"/>
                <ns1:ea typeface="Baloo Tammudu"/>
                <ns1:cs typeface="Baloo Tammudu"/>
                <ns1:sym typeface="Baloo Tammudu"/>
              </ns1:rPr>
              <ns1:t/>
            </ns1:r>
          </ns1:p>
        </ns0:txBody>
      </ns0:sp>
      <ns0:sp>
        <ns0:nvSpPr>
          <ns0:cNvPr name="TextBox 21" id="21"/>
          <ns0:cNvSpPr txBox="true"/>
          <ns0:nvPr/>
        </ns0:nvSpPr>
        <ns0:spPr>
          <ns1:xfrm rot="0">
            <ns1:off x="1921198" y="4175623"/>
            <ns1:ext cx="3831244" cy="3559555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4732"/>
              </ns1:lnSpc>
            </ns1:pPr>
            <ns1:r>
              <ns1:rPr lang="en-US" sz="2800">
                <ns1:solidFill>
                  <ns1:srgbClr val="442116"/>
                </ns1:solidFill>
                <ns1:latin typeface="Baloo Tammudu"/>
                <ns1:ea typeface="Baloo Tammudu"/>
                <ns1:cs typeface="Baloo Tammudu"/>
                <ns1:sym typeface="Baloo Tammudu"/>
              </ns1:rPr>
              <ns1:t/>
            </ns1:r>
          </ns1:p>
        </ns0:txBody>
      </ns0:sp>
      <ns0:sp>
        <ns0:nvSpPr>
          <ns0:cNvPr name="TextBox 22" id="22"/>
          <ns0:cNvSpPr txBox="true"/>
          <ns0:nvPr/>
        </ns0:nvSpPr>
        <ns0:spPr>
          <ns1:xfrm rot="0">
            <ns1:off x="12558372" y="4175623"/>
            <ns1:ext cx="3831244" cy="3559555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4732"/>
              </ns1:lnSpc>
            </ns1:pPr>
            <ns1:r>
              <ns1:rPr lang="en-US" sz="2800">
                <ns1:solidFill>
                  <ns1:srgbClr val="442116"/>
                </ns1:solidFill>
                <ns1:latin typeface="Baloo Tammudu"/>
                <ns1:ea typeface="Baloo Tammudu"/>
                <ns1:cs typeface="Baloo Tammudu"/>
                <ns1:sym typeface="Baloo Tammudu"/>
              </ns1:rPr>
              <ns1:t/>
            </ns1:r>
          </ns1:p>
        </ns0:txBody>
      </ns0:sp>
    </ns0:spTree>
  </ns0:cSld>
  <ns0:clrMapOvr>
    <ns1:masterClrMapping/>
  </ns0:clrMapOvr>
</ns0:sldLayout>
</file>

<file path=ppt/slideLayouts/slideLayout17.xml><?xml version="1.0" encoding="utf-8"?>
<ns0:sldLayout xmlns:ns0="http://schemas.openxmlformats.org/presentationml/2006/main" xmlns:ns1="http://schemas.openxmlformats.org/drawingml/2006/main" xmlns:ns2="http://schemas.openxmlformats.org/officeDocument/2006/relationships" xmlns:ns3="http://schemas.microsoft.com/office/drawing/2016/SVG/main" type="blank" preserve="1">
  <ns0:cSld name="版型7"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name="Freeform 2" id="2"/>
          <ns0:cNvSpPr/>
          <ns0:nvPr/>
        </ns0:nvSpPr>
        <ns0:spPr>
          <ns1:xfrm flipH="false" flipV="false" rot="0">
            <ns1:off x="0" y="0"/>
            <ns1:ext cx="18288000" cy="10287000"/>
          </ns1:xfrm>
          <ns1:custGeom>
            <ns1:avLst/>
            <ns1:gdLst/>
            <ns1:ahLst/>
            <ns1:cxnLst/>
            <ns1:rect r="r" b="b" t="t" l="l"/>
            <ns1:pathLst>
              <ns1:path h="10287000" w="18288000">
                <ns1:moveTo>
                  <ns1:pt x="0" y="0"/>
                </ns1:moveTo>
                <ns1:lnTo>
                  <ns1:pt x="18288000" y="0"/>
                </ns1:lnTo>
                <ns1:lnTo>
                  <ns1:pt x="18288000" y="10287000"/>
                </ns1:lnTo>
                <ns1:lnTo>
                  <ns1:pt x="0" y="10287000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2"/>
            <ns1:stretch>
              <ns1:fillRect l="0" t="0" r="0" b="0"/>
            </ns1:stretch>
          </ns1:blipFill>
        </ns0:spPr>
      </ns0:sp>
      <ns0:sp>
        <ns0:nvSpPr>
          <ns0:cNvPr name="Freeform 3" id="3"/>
          <ns0:cNvSpPr/>
          <ns0:nvPr/>
        </ns0:nvSpPr>
        <ns0:spPr>
          <ns1:xfrm flipH="false" flipV="false" rot="-5400000">
            <ns1:off x="2293236" y="3048596"/>
            <ns1:ext cx="5209898" cy="6353534"/>
          </ns1:xfrm>
          <ns1:custGeom>
            <ns1:avLst/>
            <ns1:gdLst/>
            <ns1:ahLst/>
            <ns1:cxnLst/>
            <ns1:rect r="r" b="b" t="t" l="l"/>
            <ns1:pathLst>
              <ns1:path h="6353534" w="5209898">
                <ns1:moveTo>
                  <ns1:pt x="0" y="0"/>
                </ns1:moveTo>
                <ns1:lnTo>
                  <ns1:pt x="5209898" y="0"/>
                </ns1:lnTo>
                <ns1:lnTo>
                  <ns1:pt x="5209898" y="6353533"/>
                </ns1:lnTo>
                <ns1:lnTo>
                  <ns1:pt x="0" y="6353533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3">
              <ns1:extLst>
                <ns1:ext uri="{96DAC541-7B7A-43D3-8B79-37D633B846F1}">
                  <ns3:svgBlip ns2:embed="rId4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4" id="4"/>
          <ns0:cNvSpPr/>
          <ns0:nvPr/>
        </ns0:nvSpPr>
        <ns0:spPr>
          <ns1:xfrm flipH="false" flipV="false" rot="0">
            <ns1:off x="-436120" y="7355835"/>
            <ns1:ext cx="3561438" cy="3418981"/>
          </ns1:xfrm>
          <ns1:custGeom>
            <ns1:avLst/>
            <ns1:gdLst/>
            <ns1:ahLst/>
            <ns1:cxnLst/>
            <ns1:rect r="r" b="b" t="t" l="l"/>
            <ns1:pathLst>
              <ns1:path h="3418981" w="3561438">
                <ns1:moveTo>
                  <ns1:pt x="0" y="0"/>
                </ns1:moveTo>
                <ns1:lnTo>
                  <ns1:pt x="3561439" y="0"/>
                </ns1:lnTo>
                <ns1:lnTo>
                  <ns1:pt x="3561439" y="3418981"/>
                </ns1:lnTo>
                <ns1:lnTo>
                  <ns1:pt x="0" y="3418981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5">
              <ns1:extLst>
                <ns1:ext uri="{96DAC541-7B7A-43D3-8B79-37D633B846F1}">
                  <ns3:svgBlip ns2:embed="rId6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5" id="5"/>
          <ns0:cNvSpPr/>
          <ns0:nvPr/>
        </ns0:nvSpPr>
        <ns0:spPr>
          <ns1:xfrm flipH="false" flipV="false" rot="958486">
            <ns1:off x="14245616" y="-401367"/>
            <ns1:ext cx="3434863" cy="3784973"/>
          </ns1:xfrm>
          <ns1:custGeom>
            <ns1:avLst/>
            <ns1:gdLst/>
            <ns1:ahLst/>
            <ns1:cxnLst/>
            <ns1:rect r="r" b="b" t="t" l="l"/>
            <ns1:pathLst>
              <ns1:path h="3784973" w="3434863">
                <ns1:moveTo>
                  <ns1:pt x="0" y="0"/>
                </ns1:moveTo>
                <ns1:lnTo>
                  <ns1:pt x="3434863" y="0"/>
                </ns1:lnTo>
                <ns1:lnTo>
                  <ns1:pt x="3434863" y="3784972"/>
                </ns1:lnTo>
                <ns1:lnTo>
                  <ns1:pt x="0" y="3784972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7">
              <ns1:extLst>
                <ns1:ext uri="{96DAC541-7B7A-43D3-8B79-37D633B846F1}">
                  <ns3:svgBlip ns2:embed="rId8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TextBox 6" id="6"/>
          <ns0:cNvSpPr txBox="true"/>
          <ns0:nvPr/>
        </ns0:nvSpPr>
        <ns0:spPr>
          <ns1:xfrm rot="0">
            <ns1:off x="8487914" y="3867480"/>
            <ns1:ext cx="8551603" cy="4753864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l">
              <ns1:lnSpc>
                <ns1:spcPts val="5408"/>
              </ns1:lnSpc>
            </ns1:pPr>
            <ns1:r>
              <ns1:rPr lang="en-US" sz="3200">
                <ns1:solidFill>
                  <ns1:srgbClr val="442116"/>
                </ns1:solidFill>
                <ns1:latin typeface="Baloo Tammudu"/>
                <ns1:ea typeface="Baloo Tammudu"/>
                <ns1:cs typeface="Baloo Tammudu"/>
                <ns1:sym typeface="Baloo Tammudu"/>
              </ns1:rPr>
              <ns1:t/>
            </ns1:r>
          </ns1:p>
        </ns0:txBody>
      </ns0:sp>
      <ns0:sp>
        <ns0:nvSpPr>
          <ns0:cNvPr name="Freeform 7" id="7"/>
          <ns0:cNvSpPr/>
          <ns0:nvPr/>
        </ns0:nvSpPr>
        <ns0:spPr>
          <ns1:xfrm flipH="false" flipV="false" rot="-1245596">
            <ns1:off x="6500021" y="1068836"/>
            <ns1:ext cx="2139403" cy="2029759"/>
          </ns1:xfrm>
          <ns1:custGeom>
            <ns1:avLst/>
            <ns1:gdLst/>
            <ns1:ahLst/>
            <ns1:cxnLst/>
            <ns1:rect r="r" b="b" t="t" l="l"/>
            <ns1:pathLst>
              <ns1:path h="2029759" w="2139403">
                <ns1:moveTo>
                  <ns1:pt x="0" y="0"/>
                </ns1:moveTo>
                <ns1:lnTo>
                  <ns1:pt x="2139403" y="0"/>
                </ns1:lnTo>
                <ns1:lnTo>
                  <ns1:pt x="2139403" y="2029759"/>
                </ns1:lnTo>
                <ns1:lnTo>
                  <ns1:pt x="0" y="2029759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9">
              <ns1:extLst>
                <ns1:ext uri="{96DAC541-7B7A-43D3-8B79-37D633B846F1}">
                  <ns3:svgBlip ns2:embed="rId10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8" id="8"/>
          <ns0:cNvSpPr/>
          <ns0:nvPr/>
        </ns0:nvSpPr>
        <ns0:spPr>
          <ns1:xfrm flipH="false" flipV="false" rot="0">
            <ns1:off x="17115294" y="7138141"/>
            <ns1:ext cx="2039404" cy="2966406"/>
          </ns1:xfrm>
          <ns1:custGeom>
            <ns1:avLst/>
            <ns1:gdLst/>
            <ns1:ahLst/>
            <ns1:cxnLst/>
            <ns1:rect r="r" b="b" t="t" l="l"/>
            <ns1:pathLst>
              <ns1:path h="2966406" w="2039404">
                <ns1:moveTo>
                  <ns1:pt x="0" y="0"/>
                </ns1:moveTo>
                <ns1:lnTo>
                  <ns1:pt x="2039404" y="0"/>
                </ns1:lnTo>
                <ns1:lnTo>
                  <ns1:pt x="2039404" y="2966406"/>
                </ns1:lnTo>
                <ns1:lnTo>
                  <ns1:pt x="0" y="2966406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11">
              <ns1:extLst>
                <ns1:ext uri="{96DAC541-7B7A-43D3-8B79-37D633B846F1}">
                  <ns3:svgBlip ns2:embed="rId12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TextBox 9" id="9"/>
          <ns0:cNvSpPr txBox="true"/>
          <ns0:nvPr/>
        </ns0:nvSpPr>
        <ns0:spPr>
          <ns1:xfrm rot="0">
            <ns1:off x="1977074" y="2070145"/>
            <ns1:ext cx="8465342" cy="1221097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l">
              <ns1:lnSpc>
                <ns1:spcPts val="8819"/>
              </ns1:lnSpc>
            </ns1:pPr>
            <ns1:r>
              <ns1:rPr lang="en-US" sz="9799">
                <ns1:solidFill>
                  <ns1:srgbClr val="EA8CA4"/>
                </ns1:solidFill>
                <ns1:latin typeface="Balabeloo"/>
                <ns1:ea typeface="Balabeloo"/>
                <ns1:cs typeface="Balabeloo"/>
                <ns1:sym typeface="Balabeloo"/>
              </ns1:rPr>
              <ns1:t/>
            </ns1:r>
            <ns1:r>
              <ns1:rPr lang="en-US" sz="9799">
                <ns1:solidFill>
                  <ns1:srgbClr val="EA8CA4"/>
                </ns1:solidFill>
                <ns1:latin typeface="Balabeloo"/>
                <ns1:ea typeface="Balabeloo"/>
                <ns1:cs typeface="Balabeloo"/>
                <ns1:sym typeface="Balabeloo"/>
              </ns1:rPr>
              <ns1:t/>
            </ns1:r>
          </ns1:p>
        </ns0:txBody>
      </ns0:sp>
      <ns0:sp>
        <ns0:nvSpPr>
          <ns0:cNvPr name="TextBox 10" id="10"/>
          <ns0:cNvSpPr txBox="true"/>
          <ns0:nvPr/>
        </ns0:nvSpPr>
        <ns0:spPr>
          <ns1:xfrm rot="0">
            <ns1:off x="3125319" y="4776390"/>
            <ns1:ext cx="4250949" cy="2964620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4784"/>
              </ns1:lnSpc>
            </ns1:pPr>
            <ns1:r>
              <ns1:rPr lang="en-US" sz="2831">
                <ns1:solidFill>
                  <ns1:srgbClr val="442116"/>
                </ns1:solidFill>
                <ns1:latin typeface="Baloo Tammudu"/>
                <ns1:ea typeface="Baloo Tammudu"/>
                <ns1:cs typeface="Baloo Tammudu"/>
                <ns1:sym typeface="Baloo Tammudu"/>
              </ns1:rPr>
              <ns1:t/>
            </ns1:r>
          </ns1:p>
        </ns0:txBody>
      </ns0:sp>
    </ns0:spTree>
  </ns0:cSld>
  <ns0:clrMapOvr>
    <ns1:masterClrMapping/>
  </ns0:clrMapOvr>
</ns0:sldLayout>
</file>

<file path=ppt/slideLayouts/slideLayout18.xml><?xml version="1.0" encoding="utf-8"?>
<ns0:sldLayout xmlns:ns0="http://schemas.openxmlformats.org/presentationml/2006/main" xmlns:ns1="http://schemas.openxmlformats.org/drawingml/2006/main" xmlns:ns2="http://schemas.openxmlformats.org/officeDocument/2006/relationships" xmlns:ns3="http://schemas.microsoft.com/office/drawing/2016/SVG/main" type="blank" preserve="1">
  <ns0:cSld name="版型8"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name="Freeform 2" id="2"/>
          <ns0:cNvSpPr/>
          <ns0:nvPr/>
        </ns0:nvSpPr>
        <ns0:spPr>
          <ns1:xfrm flipH="false" flipV="false" rot="0">
            <ns1:off x="0" y="0"/>
            <ns1:ext cx="18288000" cy="10287000"/>
          </ns1:xfrm>
          <ns1:custGeom>
            <ns1:avLst/>
            <ns1:gdLst/>
            <ns1:ahLst/>
            <ns1:cxnLst/>
            <ns1:rect r="r" b="b" t="t" l="l"/>
            <ns1:pathLst>
              <ns1:path h="10287000" w="18288000">
                <ns1:moveTo>
                  <ns1:pt x="0" y="0"/>
                </ns1:moveTo>
                <ns1:lnTo>
                  <ns1:pt x="18288000" y="0"/>
                </ns1:lnTo>
                <ns1:lnTo>
                  <ns1:pt x="18288000" y="10287000"/>
                </ns1:lnTo>
                <ns1:lnTo>
                  <ns1:pt x="0" y="10287000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2"/>
            <ns1:stretch>
              <ns1:fillRect l="0" t="-16666" r="0" b="-16666"/>
            </ns1:stretch>
          </ns1:blipFill>
        </ns0:spPr>
      </ns0:sp>
      <ns0:sp>
        <ns0:nvSpPr>
          <ns0:cNvPr name="Freeform 3" id="3"/>
          <ns0:cNvSpPr/>
          <ns0:nvPr/>
        </ns0:nvSpPr>
        <ns0:spPr>
          <ns1:xfrm flipH="false" flipV="false" rot="0">
            <ns1:off x="11070311" y="2069635"/>
            <ns1:ext cx="5312981" cy="6430234"/>
          </ns1:xfrm>
          <ns1:custGeom>
            <ns1:avLst/>
            <ns1:gdLst/>
            <ns1:ahLst/>
            <ns1:cxnLst/>
            <ns1:rect r="r" b="b" t="t" l="l"/>
            <ns1:pathLst>
              <ns1:path h="6430234" w="5312981">
                <ns1:moveTo>
                  <ns1:pt x="0" y="0"/>
                </ns1:moveTo>
                <ns1:lnTo>
                  <ns1:pt x="5312981" y="0"/>
                </ns1:lnTo>
                <ns1:lnTo>
                  <ns1:pt x="5312981" y="6430234"/>
                </ns1:lnTo>
                <ns1:lnTo>
                  <ns1:pt x="0" y="6430234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3">
              <ns1:extLst>
                <ns1:ext uri="{96DAC541-7B7A-43D3-8B79-37D633B846F1}">
                  <ns3:svgBlip ns2:embed="rId4"/>
                </ns1:ext>
              </ns1:extLst>
            </ns1:blip>
            <ns1:stretch>
              <ns1:fillRect l="0" t="0" r="0" b="0"/>
            </ns1:stretch>
          </ns1:blipFill>
        </ns0:spPr>
      </ns0:sp>
      <ns0:grpSp>
        <ns0:nvGrpSpPr>
          <ns0:cNvPr name="Group 4" id="4"/>
          <ns0:cNvGrpSpPr/>
          <ns0:nvPr/>
        </ns0:nvGrpSpPr>
        <ns0:grpSpPr>
          <ns1:xfrm rot="0">
            <ns1:off x="11436013" y="2459489"/>
            <ns1:ext cx="4204636" cy="5669575"/>
            <ns1:chOff x="0" y="0"/>
            <ns1:chExt cx="651408" cy="878365"/>
          </ns1:xfrm>
        </ns0:grpSpPr>
        <ns0:sp>
          <ns0:nvSpPr>
            <ns0:cNvPr name="Freeform 5" id="5"/>
            <ns0:cNvSpPr/>
            <ns0:nvPr/>
          </ns0:nvSpPr>
          <ns0:spPr>
            <ns1:xfrm flipH="false" flipV="false" rot="0">
              <ns1:off x="0" y="0"/>
              <ns1:ext cx="651408" cy="878365"/>
            </ns1:xfrm>
            <ns1:custGeom>
              <ns1:avLst/>
              <ns1:gdLst/>
              <ns1:ahLst/>
              <ns1:cxnLst/>
              <ns1:rect r="r" b="b" t="t" l="l"/>
              <ns1:pathLst>
                <ns1:path h="878365" w="651408">
                  <ns1:moveTo>
                    <ns1:pt x="42349" y="0"/>
                  </ns1:moveTo>
                  <ns1:lnTo>
                    <ns1:pt x="609059" y="0"/>
                  </ns1:lnTo>
                  <ns1:cubicBezTo>
                    <ns1:pt x="620290" y="0"/>
                    <ns1:pt x="631062" y="4462"/>
                    <ns1:pt x="639004" y="12404"/>
                  </ns1:cubicBezTo>
                  <ns1:cubicBezTo>
                    <ns1:pt x="646946" y="20346"/>
                    <ns1:pt x="651408" y="31118"/>
                    <ns1:pt x="651408" y="42349"/>
                  </ns1:cubicBezTo>
                  <ns1:lnTo>
                    <ns1:pt x="651408" y="836016"/>
                  </ns1:lnTo>
                  <ns1:cubicBezTo>
                    <ns1:pt x="651408" y="859405"/>
                    <ns1:pt x="632448" y="878365"/>
                    <ns1:pt x="609059" y="878365"/>
                  </ns1:cubicBezTo>
                  <ns1:lnTo>
                    <ns1:pt x="42349" y="878365"/>
                  </ns1:lnTo>
                  <ns1:cubicBezTo>
                    <ns1:pt x="31118" y="878365"/>
                    <ns1:pt x="20346" y="873904"/>
                    <ns1:pt x="12404" y="865962"/>
                  </ns1:cubicBezTo>
                  <ns1:cubicBezTo>
                    <ns1:pt x="4462" y="858020"/>
                    <ns1:pt x="0" y="847248"/>
                    <ns1:pt x="0" y="836016"/>
                  </ns1:cubicBezTo>
                  <ns1:lnTo>
                    <ns1:pt x="0" y="42349"/>
                  </ns1:lnTo>
                  <ns1:cubicBezTo>
                    <ns1:pt x="0" y="31118"/>
                    <ns1:pt x="4462" y="20346"/>
                    <ns1:pt x="12404" y="12404"/>
                  </ns1:cubicBezTo>
                  <ns1:cubicBezTo>
                    <ns1:pt x="20346" y="4462"/>
                    <ns1:pt x="31118" y="0"/>
                    <ns1:pt x="42349" y="0"/>
                  </ns1:cubicBezTo>
                  <ns1:close/>
                </ns1:path>
              </ns1:pathLst>
            </ns1:custGeom>
            <ns1:blipFill>
              <ns1:blip ns2:embed="rId5"/>
              <ns1:stretch>
                <ns1:fillRect l="-39894" t="0" r="-39894" b="0"/>
              </ns1:stretch>
            </ns1:blipFill>
          </ns0:spPr>
        </ns0:sp>
      </ns0:grpSp>
      <ns0:sp>
        <ns0:nvSpPr>
          <ns0:cNvPr name="Freeform 6" id="6"/>
          <ns0:cNvSpPr/>
          <ns0:nvPr/>
        </ns0:nvSpPr>
        <ns0:spPr>
          <ns1:xfrm flipH="false" flipV="false" rot="0">
            <ns1:off x="15020437" y="6890983"/>
            <ns1:ext cx="3101878" cy="3188226"/>
          </ns1:xfrm>
          <ns1:custGeom>
            <ns1:avLst/>
            <ns1:gdLst/>
            <ns1:ahLst/>
            <ns1:cxnLst/>
            <ns1:rect r="r" b="b" t="t" l="l"/>
            <ns1:pathLst>
              <ns1:path h="3188226" w="3101878">
                <ns1:moveTo>
                  <ns1:pt x="0" y="0"/>
                </ns1:moveTo>
                <ns1:lnTo>
                  <ns1:pt x="3101878" y="0"/>
                </ns1:lnTo>
                <ns1:lnTo>
                  <ns1:pt x="3101878" y="3188226"/>
                </ns1:lnTo>
                <ns1:lnTo>
                  <ns1:pt x="0" y="3188226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6">
              <ns1:extLst>
                <ns1:ext uri="{96DAC541-7B7A-43D3-8B79-37D633B846F1}">
                  <ns3:svgBlip ns2:embed="rId7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7" id="7"/>
          <ns0:cNvSpPr/>
          <ns0:nvPr/>
        </ns0:nvSpPr>
        <ns0:spPr>
          <ns1:xfrm flipH="false" flipV="false" rot="0">
            <ns1:off x="-286227" y="249180"/>
            <ns1:ext cx="2833986" cy="3672552"/>
          </ns1:xfrm>
          <ns1:custGeom>
            <ns1:avLst/>
            <ns1:gdLst/>
            <ns1:ahLst/>
            <ns1:cxnLst/>
            <ns1:rect r="r" b="b" t="t" l="l"/>
            <ns1:pathLst>
              <ns1:path h="3672552" w="2833986">
                <ns1:moveTo>
                  <ns1:pt x="0" y="0"/>
                </ns1:moveTo>
                <ns1:lnTo>
                  <ns1:pt x="2833986" y="0"/>
                </ns1:lnTo>
                <ns1:lnTo>
                  <ns1:pt x="2833986" y="3672552"/>
                </ns1:lnTo>
                <ns1:lnTo>
                  <ns1:pt x="0" y="3672552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8">
              <ns1:extLst>
                <ns1:ext uri="{96DAC541-7B7A-43D3-8B79-37D633B846F1}">
                  <ns3:svgBlip ns2:embed="rId9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TextBox 8" id="8"/>
          <ns0:cNvSpPr txBox="true"/>
          <ns0:nvPr/>
        </ns0:nvSpPr>
        <ns0:spPr>
          <ns1:xfrm rot="0">
            <ns1:off x="1643164" y="3731232"/>
            <ns1:ext cx="8875453" cy="4753864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l" marL="690881" indent="-345440" lvl="1">
              <ns1:lnSpc>
                <ns1:spcPts val="5408"/>
              </ns1:lnSpc>
              <ns1:buFont typeface="Arial"/>
              <ns1:buChar char="•"/>
            </ns1:pPr>
            <ns1:r>
              <ns1:rPr lang="en-US" sz="3200">
                <ns1:solidFill>
                  <ns1:srgbClr val="442116"/>
                </ns1:solidFill>
                <ns1:latin typeface="Baloo Tammudu"/>
                <ns1:ea typeface="Baloo Tammudu"/>
                <ns1:cs typeface="Baloo Tammudu"/>
                <ns1:sym typeface="Baloo Tammudu"/>
              </ns1:rPr>
              <ns1:t/>
            </ns1:r>
          </ns1:p>
          <ns1:p>
            <ns1:pPr algn="l">
              <ns1:lnSpc>
                <ns1:spcPts val="5408"/>
              </ns1:lnSpc>
            </ns1:pPr>
          </ns1:p>
          <ns1:p>
            <ns1:pPr algn="l" marL="690881" indent="-345440" lvl="1">
              <ns1:lnSpc>
                <ns1:spcPts val="5408"/>
              </ns1:lnSpc>
              <ns1:buFont typeface="Arial"/>
              <ns1:buChar char="•"/>
            </ns1:pPr>
            <ns1:r>
              <ns1:rPr lang="en-US" sz="3200">
                <ns1:solidFill>
                  <ns1:srgbClr val="442116"/>
                </ns1:solidFill>
                <ns1:latin typeface="Baloo Tammudu"/>
                <ns1:ea typeface="Baloo Tammudu"/>
                <ns1:cs typeface="Baloo Tammudu"/>
                <ns1:sym typeface="Baloo Tammudu"/>
              </ns1:rPr>
              <ns1:t/>
            </ns1:r>
          </ns1:p>
        </ns0:txBody>
      </ns0:sp>
      <ns0:sp>
        <ns0:nvSpPr>
          <ns0:cNvPr name="Freeform 9" id="9"/>
          <ns0:cNvSpPr/>
          <ns0:nvPr/>
        </ns0:nvSpPr>
        <ns0:spPr>
          <ns1:xfrm flipH="false" flipV="false" rot="0">
            <ns1:off x="1977074" y="9231784"/>
            <ns1:ext cx="2085970" cy="1694851"/>
          </ns1:xfrm>
          <ns1:custGeom>
            <ns1:avLst/>
            <ns1:gdLst/>
            <ns1:ahLst/>
            <ns1:cxnLst/>
            <ns1:rect r="r" b="b" t="t" l="l"/>
            <ns1:pathLst>
              <ns1:path h="1694851" w="2085970">
                <ns1:moveTo>
                  <ns1:pt x="0" y="0"/>
                </ns1:moveTo>
                <ns1:lnTo>
                  <ns1:pt x="2085970" y="0"/>
                </ns1:lnTo>
                <ns1:lnTo>
                  <ns1:pt x="2085970" y="1694850"/>
                </ns1:lnTo>
                <ns1:lnTo>
                  <ns1:pt x="0" y="1694850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10">
              <ns1:extLst>
                <ns1:ext uri="{96DAC541-7B7A-43D3-8B79-37D633B846F1}">
                  <ns3:svgBlip ns2:embed="rId11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10" id="10"/>
          <ns0:cNvSpPr/>
          <ns0:nvPr/>
        </ns0:nvSpPr>
        <ns0:spPr>
          <ns1:xfrm flipH="false" flipV="false" rot="0">
            <ns1:off x="16571376" y="249180"/>
            <ns1:ext cx="1483263" cy="2157473"/>
          </ns1:xfrm>
          <ns1:custGeom>
            <ns1:avLst/>
            <ns1:gdLst/>
            <ns1:ahLst/>
            <ns1:cxnLst/>
            <ns1:rect r="r" b="b" t="t" l="l"/>
            <ns1:pathLst>
              <ns1:path h="2157473" w="1483263">
                <ns1:moveTo>
                  <ns1:pt x="0" y="0"/>
                </ns1:moveTo>
                <ns1:lnTo>
                  <ns1:pt x="1483263" y="0"/>
                </ns1:lnTo>
                <ns1:lnTo>
                  <ns1:pt x="1483263" y="2157473"/>
                </ns1:lnTo>
                <ns1:lnTo>
                  <ns1:pt x="0" y="2157473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12">
              <ns1:extLst>
                <ns1:ext uri="{96DAC541-7B7A-43D3-8B79-37D633B846F1}">
                  <ns3:svgBlip ns2:embed="rId13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TextBox 11" id="11"/>
          <ns0:cNvSpPr txBox="true"/>
          <ns0:nvPr/>
        </ns0:nvSpPr>
        <ns0:spPr>
          <ns1:xfrm rot="0">
            <ns1:off x="1977074" y="2070145"/>
            <ns1:ext cx="8465342" cy="1221097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l">
              <ns1:lnSpc>
                <ns1:spcPts val="8819"/>
              </ns1:lnSpc>
            </ns1:pPr>
            <ns1:r>
              <ns1:rPr lang="en-US" sz="9799">
                <ns1:solidFill>
                  <ns1:srgbClr val="EA8CA4"/>
                </ns1:solidFill>
                <ns1:latin typeface="Balabeloo"/>
                <ns1:ea typeface="Balabeloo"/>
                <ns1:cs typeface="Balabeloo"/>
                <ns1:sym typeface="Balabeloo"/>
              </ns1:rPr>
              <ns1:t/>
            </ns1:r>
            <ns1:r>
              <ns1:rPr lang="en-US" sz="9799">
                <ns1:solidFill>
                  <ns1:srgbClr val="EA8CA4"/>
                </ns1:solidFill>
                <ns1:latin typeface="Balabeloo"/>
                <ns1:ea typeface="Balabeloo"/>
                <ns1:cs typeface="Balabeloo"/>
                <ns1:sym typeface="Balabeloo"/>
              </ns1:rPr>
              <ns1:t/>
            </ns1:r>
          </ns1:p>
        </ns0:txBody>
      </ns0:sp>
    </ns0:spTree>
  </ns0:cSld>
  <ns0:clrMapOvr>
    <ns1:masterClrMapping/>
  </ns0:clrMapOvr>
</ns0:sldLayout>
</file>

<file path=ppt/slideLayouts/slideLayout19.xml><?xml version="1.0" encoding="utf-8"?>
<ns0:sldLayout xmlns:ns0="http://schemas.openxmlformats.org/presentationml/2006/main" xmlns:ns1="http://schemas.openxmlformats.org/drawingml/2006/main" xmlns:ns2="http://schemas.openxmlformats.org/officeDocument/2006/relationships" xmlns:ns3="http://schemas.microsoft.com/office/drawing/2016/SVG/main" type="blank" preserve="1">
  <ns0:cSld name="版型9"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name="Freeform 2" id="2"/>
          <ns0:cNvSpPr/>
          <ns0:nvPr/>
        </ns0:nvSpPr>
        <ns0:spPr>
          <ns1:xfrm flipH="false" flipV="false" rot="0">
            <ns1:off x="0" y="0"/>
            <ns1:ext cx="18288000" cy="10287000"/>
          </ns1:xfrm>
          <ns1:custGeom>
            <ns1:avLst/>
            <ns1:gdLst/>
            <ns1:ahLst/>
            <ns1:cxnLst/>
            <ns1:rect r="r" b="b" t="t" l="l"/>
            <ns1:pathLst>
              <ns1:path h="10287000" w="18288000">
                <ns1:moveTo>
                  <ns1:pt x="0" y="0"/>
                </ns1:moveTo>
                <ns1:lnTo>
                  <ns1:pt x="18288000" y="0"/>
                </ns1:lnTo>
                <ns1:lnTo>
                  <ns1:pt x="18288000" y="10287000"/>
                </ns1:lnTo>
                <ns1:lnTo>
                  <ns1:pt x="0" y="10287000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2"/>
            <ns1:stretch>
              <ns1:fillRect l="0" t="0" r="0" b="0"/>
            </ns1:stretch>
          </ns1:blipFill>
        </ns0:spPr>
      </ns0:sp>
      <ns0:pic>
        <ns0:nvPicPr>
          <ns0:cNvPr name="Picture 3" id="3"/>
          <ns0:cNvPicPr>
            <ns1:picLocks noChangeAspect="true"/>
          </ns0:cNvPicPr>
          <ns0:nvPr/>
        </ns0:nvPicPr>
        <ns0:blipFill>
          <ns1:blip ns2:embed="rId3"/>
          <ns1:stretch>
            <ns1:fillRect/>
          </ns1:stretch>
        </ns0:blipFill>
        <ns0:spPr>
          <ns1:xfrm rot="0">
            <ns1:off x="3053834" y="2343663"/>
            <ns1:ext cx="12180331" cy="5546671"/>
          </ns1:xfrm>
          <ns1:prstGeom prst="rect">
            <ns1:avLst/>
          </ns1:prstGeom>
        </ns0:spPr>
      </ns0:pic>
      <ns0:grpSp>
        <ns0:nvGrpSpPr>
          <ns0:cNvPr name="Group 4" id="4"/>
          <ns0:cNvGrpSpPr/>
          <ns0:nvPr/>
        </ns0:nvGrpSpPr>
        <ns0:grpSpPr>
          <ns1:xfrm rot="0">
            <ns1:off x="1984757" y="7054140"/>
            <ns1:ext cx="14318487" cy="2093189"/>
            <ns1:chOff x="0" y="0"/>
            <ns1:chExt cx="3771124" cy="551293"/>
          </ns1:xfrm>
        </ns0:grpSpPr>
        <ns0:sp>
          <ns0:nvSpPr>
            <ns0:cNvPr name="Freeform 5" id="5"/>
            <ns0:cNvSpPr/>
            <ns0:nvPr/>
          </ns0:nvSpPr>
          <ns0:spPr>
            <ns1:xfrm flipH="false" flipV="false" rot="0">
              <ns1:off x="0" y="0"/>
              <ns1:ext cx="3771124" cy="551293"/>
            </ns1:xfrm>
            <ns1:custGeom>
              <ns1:avLst/>
              <ns1:gdLst/>
              <ns1:ahLst/>
              <ns1:cxnLst/>
              <ns1:rect r="r" b="b" t="t" l="l"/>
              <ns1:pathLst>
                <ns1:path h="551293" w="3771124">
                  <ns1:moveTo>
                    <ns1:pt x="18924" y="0"/>
                  </ns1:moveTo>
                  <ns1:lnTo>
                    <ns1:pt x="3752200" y="0"/>
                  </ns1:lnTo>
                  <ns1:cubicBezTo>
                    <ns1:pt x="3757219" y="0"/>
                    <ns1:pt x="3762032" y="1994"/>
                    <ns1:pt x="3765581" y="5543"/>
                  </ns1:cubicBezTo>
                  <ns1:cubicBezTo>
                    <ns1:pt x="3769130" y="9092"/>
                    <ns1:pt x="3771124" y="13905"/>
                    <ns1:pt x="3771124" y="18924"/>
                  </ns1:cubicBezTo>
                  <ns1:lnTo>
                    <ns1:pt x="3771124" y="532368"/>
                  </ns1:lnTo>
                  <ns1:cubicBezTo>
                    <ns1:pt x="3771124" y="537387"/>
                    <ns1:pt x="3769130" y="542201"/>
                    <ns1:pt x="3765581" y="545750"/>
                  </ns1:cubicBezTo>
                  <ns1:cubicBezTo>
                    <ns1:pt x="3762032" y="549299"/>
                    <ns1:pt x="3757219" y="551293"/>
                    <ns1:pt x="3752200" y="551293"/>
                  </ns1:cubicBezTo>
                  <ns1:lnTo>
                    <ns1:pt x="18924" y="551293"/>
                  </ns1:lnTo>
                  <ns1:cubicBezTo>
                    <ns1:pt x="8473" y="551293"/>
                    <ns1:pt x="0" y="542820"/>
                    <ns1:pt x="0" y="532368"/>
                  </ns1:cubicBezTo>
                  <ns1:lnTo>
                    <ns1:pt x="0" y="18924"/>
                  </ns1:lnTo>
                  <ns1:cubicBezTo>
                    <ns1:pt x="0" y="13905"/>
                    <ns1:pt x="1994" y="9092"/>
                    <ns1:pt x="5543" y="5543"/>
                  </ns1:cubicBezTo>
                  <ns1:cubicBezTo>
                    <ns1:pt x="9092" y="1994"/>
                    <ns1:pt x="13905" y="0"/>
                    <ns1:pt x="18924" y="0"/>
                  </ns1:cubicBezTo>
                  <ns1:close/>
                </ns1:path>
              </ns1:pathLst>
            </ns1:custGeom>
            <ns1:solidFill>
              <ns1:srgbClr val="FFF7EE"/>
            </ns1:solidFill>
            <ns1:ln w="38100" cap="rnd">
              <ns1:solidFill>
                <ns1:srgbClr val="552C1F"/>
              </ns1:solidFill>
              <ns1:prstDash val="solid"/>
              <ns1:round/>
            </ns1:ln>
          </ns0:spPr>
        </ns0:sp>
        <ns0:sp>
          <ns0:nvSpPr>
            <ns0:cNvPr name="TextBox 6" id="6"/>
            <ns0:cNvSpPr txBox="true"/>
            <ns0:nvPr/>
          </ns0:nvSpPr>
          <ns0:spPr>
            <ns1:xfrm>
              <ns1:off x="0" y="-38100"/>
              <ns1:ext cx="3771124" cy="589393"/>
            </ns1:xfrm>
            <ns1:prstGeom prst="rect">
              <ns1:avLst/>
            </ns1:prstGeom>
          </ns0:spPr>
          <ns0:txBody>
            <ns1:bodyPr anchor="ctr" rtlCol="false" tIns="50800" lIns="50800" bIns="50800" rIns="50800"/>
            <ns1:lstStyle/>
            <ns1:p>
              <ns1:pPr algn="ctr">
                <ns1:lnSpc>
                  <ns1:spcPts val="2659"/>
                </ns1:lnSpc>
              </ns1:pPr>
            </ns1:p>
          </ns0:txBody>
        </ns0:sp>
      </ns0:grpSp>
      <ns0:sp>
        <ns0:nvSpPr>
          <ns0:cNvPr name="Freeform 7" id="7"/>
          <ns0:cNvSpPr/>
          <ns0:nvPr/>
        </ns0:nvSpPr>
        <ns0:spPr>
          <ns1:xfrm flipH="true" flipV="false" rot="0">
            <ns1:off x="14219138" y="-830132"/>
            <ns1:ext cx="3775282" cy="4302316"/>
          </ns1:xfrm>
          <ns1:custGeom>
            <ns1:avLst/>
            <ns1:gdLst/>
            <ns1:ahLst/>
            <ns1:cxnLst/>
            <ns1:rect r="r" b="b" t="t" l="l"/>
            <ns1:pathLst>
              <ns1:path h="4302316" w="3775282">
                <ns1:moveTo>
                  <ns1:pt x="3775282" y="0"/>
                </ns1:moveTo>
                <ns1:lnTo>
                  <ns1:pt x="0" y="0"/>
                </ns1:lnTo>
                <ns1:lnTo>
                  <ns1:pt x="0" y="4302316"/>
                </ns1:lnTo>
                <ns1:lnTo>
                  <ns1:pt x="3775282" y="4302316"/>
                </ns1:lnTo>
                <ns1:lnTo>
                  <ns1:pt x="3775282" y="0"/>
                </ns1:lnTo>
                <ns1:close/>
              </ns1:path>
            </ns1:pathLst>
          </ns1:custGeom>
          <ns1:blipFill>
            <ns1:blip ns2:embed="rId4">
              <ns1:extLst>
                <ns1:ext uri="{96DAC541-7B7A-43D3-8B79-37D633B846F1}">
                  <ns3:svgBlip ns2:embed="rId5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8" id="8"/>
          <ns0:cNvSpPr/>
          <ns0:nvPr/>
        </ns0:nvSpPr>
        <ns0:spPr>
          <ns1:xfrm flipH="false" flipV="false" rot="0">
            <ns1:off x="67734" y="1028700"/>
            <ns1:ext cx="1921933" cy="2464016"/>
          </ns1:xfrm>
          <ns1:custGeom>
            <ns1:avLst/>
            <ns1:gdLst/>
            <ns1:ahLst/>
            <ns1:cxnLst/>
            <ns1:rect r="r" b="b" t="t" l="l"/>
            <ns1:pathLst>
              <ns1:path h="2464016" w="1921933">
                <ns1:moveTo>
                  <ns1:pt x="0" y="0"/>
                </ns1:moveTo>
                <ns1:lnTo>
                  <ns1:pt x="1921932" y="0"/>
                </ns1:lnTo>
                <ns1:lnTo>
                  <ns1:pt x="1921932" y="2464016"/>
                </ns1:lnTo>
                <ns1:lnTo>
                  <ns1:pt x="0" y="2464016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6">
              <ns1:extLst>
                <ns1:ext uri="{96DAC541-7B7A-43D3-8B79-37D633B846F1}">
                  <ns3:svgBlip ns2:embed="rId7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9" id="9"/>
          <ns0:cNvSpPr/>
          <ns0:nvPr/>
        </ns0:nvSpPr>
        <ns0:spPr>
          <ns1:xfrm flipH="false" flipV="false" rot="0">
            <ns1:off x="-230110" y="7303628"/>
            <ns1:ext cx="2982879" cy="3314310"/>
          </ns1:xfrm>
          <ns1:custGeom>
            <ns1:avLst/>
            <ns1:gdLst/>
            <ns1:ahLst/>
            <ns1:cxnLst/>
            <ns1:rect r="r" b="b" t="t" l="l"/>
            <ns1:pathLst>
              <ns1:path h="3314310" w="2982879">
                <ns1:moveTo>
                  <ns1:pt x="0" y="0"/>
                </ns1:moveTo>
                <ns1:lnTo>
                  <ns1:pt x="2982878" y="0"/>
                </ns1:lnTo>
                <ns1:lnTo>
                  <ns1:pt x="2982878" y="3314310"/>
                </ns1:lnTo>
                <ns1:lnTo>
                  <ns1:pt x="0" y="3314310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8">
              <ns1:extLst>
                <ns1:ext uri="{96DAC541-7B7A-43D3-8B79-37D633B846F1}">
                  <ns3:svgBlip ns2:embed="rId9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10" id="10"/>
          <ns0:cNvSpPr/>
          <ns0:nvPr/>
        </ns0:nvSpPr>
        <ns0:spPr>
          <ns1:xfrm flipH="true" flipV="false" rot="0">
            <ns1:off x="15768445" y="3705469"/>
            <ns1:ext cx="6029128" cy="4227926"/>
          </ns1:xfrm>
          <ns1:custGeom>
            <ns1:avLst/>
            <ns1:gdLst/>
            <ns1:ahLst/>
            <ns1:cxnLst/>
            <ns1:rect r="r" b="b" t="t" l="l"/>
            <ns1:pathLst>
              <ns1:path h="4227926" w="6029128">
                <ns1:moveTo>
                  <ns1:pt x="6029128" y="0"/>
                </ns1:moveTo>
                <ns1:lnTo>
                  <ns1:pt x="0" y="0"/>
                </ns1:lnTo>
                <ns1:lnTo>
                  <ns1:pt x="0" y="4227926"/>
                </ns1:lnTo>
                <ns1:lnTo>
                  <ns1:pt x="6029128" y="4227926"/>
                </ns1:lnTo>
                <ns1:lnTo>
                  <ns1:pt x="6029128" y="0"/>
                </ns1:lnTo>
                <ns1:close/>
              </ns1:path>
            </ns1:pathLst>
          </ns1:custGeom>
          <ns1:blipFill>
            <ns1:blip ns2:embed="rId10">
              <ns1:extLst>
                <ns1:ext uri="{96DAC541-7B7A-43D3-8B79-37D633B846F1}">
                  <ns3:svgBlip ns2:embed="rId11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TextBox 11" id="11"/>
          <ns0:cNvSpPr txBox="true"/>
          <ns0:nvPr/>
        </ns0:nvSpPr>
        <ns0:spPr>
          <ns1:xfrm rot="0">
            <ns1:off x="4911329" y="2070145"/>
            <ns1:ext cx="8465342" cy="1221097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8819"/>
              </ns1:lnSpc>
            </ns1:pPr>
            <ns1:r>
              <ns1:rPr lang="en-US" sz="9799">
                <ns1:solidFill>
                  <ns1:srgbClr val="EA8CA4"/>
                </ns1:solidFill>
                <ns1:latin typeface="Balabeloo"/>
                <ns1:ea typeface="Balabeloo"/>
                <ns1:cs typeface="Balabeloo"/>
                <ns1:sym typeface="Balabeloo"/>
              </ns1:rPr>
              <ns1:t/>
            </ns1:r>
            <ns1:r>
              <ns1:rPr lang="en-US" sz="9799">
                <ns1:solidFill>
                  <ns1:srgbClr val="EA8CA4"/>
                </ns1:solidFill>
                <ns1:latin typeface="Balabeloo"/>
                <ns1:ea typeface="Balabeloo"/>
                <ns1:cs typeface="Balabeloo"/>
                <ns1:sym typeface="Balabeloo"/>
              </ns1:rPr>
              <ns1:t/>
            </ns1:r>
          </ns1:p>
        </ns0:txBody>
      </ns0:sp>
      <ns0:sp>
        <ns0:nvSpPr>
          <ns0:cNvPr name="TextBox 12" id="12"/>
          <ns0:cNvSpPr txBox="true"/>
          <ns0:nvPr/>
        </ns0:nvSpPr>
        <ns0:spPr>
          <ns1:xfrm rot="0">
            <ns1:off x="2262104" y="7277997"/>
            <ns1:ext cx="13763792" cy="1652254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4475"/>
              </ns1:lnSpc>
            </ns1:pPr>
            <ns1:r>
              <ns1:rPr lang="en-US" sz="2648">
                <ns1:solidFill>
                  <ns1:srgbClr val="442116"/>
                </ns1:solidFill>
                <ns1:latin typeface="Baloo Tammudu"/>
                <ns1:ea typeface="Baloo Tammudu"/>
                <ns1:cs typeface="Baloo Tammudu"/>
                <ns1:sym typeface="Baloo Tammudu"/>
              </ns1:rPr>
              <ns1:t/>
            </ns1:r>
          </ns1:p>
        </ns0:txBody>
      </ns0:sp>
    </ns0:spTree>
  </ns0:cSld>
  <ns0:clrMapOvr>
    <ns1:masterClrMapping/>
  </ns0:clrMapOvr>
</ns0:sldLayout>
</file>

<file path=ppt/slideLayouts/slideLayout20.xml><?xml version="1.0" encoding="utf-8"?>
<ns0:sldLayout xmlns:ns0="http://schemas.openxmlformats.org/presentationml/2006/main" xmlns:ns1="http://schemas.openxmlformats.org/drawingml/2006/main" xmlns:ns2="http://schemas.openxmlformats.org/officeDocument/2006/relationships" xmlns:ns3="http://schemas.microsoft.com/office/drawing/2016/SVG/main" type="blank" preserve="1">
  <ns0:cSld name="版型10"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name="Freeform 2" id="2"/>
          <ns0:cNvSpPr/>
          <ns0:nvPr/>
        </ns0:nvSpPr>
        <ns0:spPr>
          <ns1:xfrm flipH="false" flipV="false" rot="0">
            <ns1:off x="0" y="0"/>
            <ns1:ext cx="18288000" cy="10287000"/>
          </ns1:xfrm>
          <ns1:custGeom>
            <ns1:avLst/>
            <ns1:gdLst/>
            <ns1:ahLst/>
            <ns1:cxnLst/>
            <ns1:rect r="r" b="b" t="t" l="l"/>
            <ns1:pathLst>
              <ns1:path h="10287000" w="18288000">
                <ns1:moveTo>
                  <ns1:pt x="0" y="0"/>
                </ns1:moveTo>
                <ns1:lnTo>
                  <ns1:pt x="18288000" y="0"/>
                </ns1:lnTo>
                <ns1:lnTo>
                  <ns1:pt x="18288000" y="10287000"/>
                </ns1:lnTo>
                <ns1:lnTo>
                  <ns1:pt x="0" y="10287000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2"/>
            <ns1:stretch>
              <ns1:fillRect l="0" t="-16666" r="0" b="-16666"/>
            </ns1:stretch>
          </ns1:blipFill>
        </ns0:spPr>
      </ns0:sp>
      <ns0:sp>
        <ns0:nvSpPr>
          <ns0:cNvPr name="TextBox 3" id="3"/>
          <ns0:cNvSpPr txBox="true"/>
          <ns0:nvPr/>
        </ns0:nvSpPr>
        <ns0:spPr>
          <ns1:xfrm rot="0">
            <ns1:off x="1977074" y="3719900"/>
            <ns1:ext cx="10993167" cy="4068064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l">
              <ns1:lnSpc>
                <ns1:spcPts val="5408"/>
              </ns1:lnSpc>
            </ns1:pPr>
            <ns1:r>
              <ns1:rPr lang="en-US" sz="3200">
                <ns1:solidFill>
                  <ns1:srgbClr val="442116"/>
                </ns1:solidFill>
                <ns1:latin typeface="Baloo Tammudu"/>
                <ns1:ea typeface="Baloo Tammudu"/>
                <ns1:cs typeface="Baloo Tammudu"/>
                <ns1:sym typeface="Baloo Tammudu"/>
              </ns1:rPr>
              <ns1:t/>
            </ns1:r>
          </ns1:p>
        </ns0:txBody>
      </ns0:sp>
      <ns0:sp>
        <ns0:nvSpPr>
          <ns0:cNvPr name="Freeform 4" id="4"/>
          <ns0:cNvSpPr/>
          <ns0:nvPr/>
        </ns0:nvSpPr>
        <ns0:spPr>
          <ns1:xfrm flipH="false" flipV="false" rot="0">
            <ns1:off x="13220255" y="1977413"/>
            <ns1:ext cx="3813908" cy="7030245"/>
          </ns1:xfrm>
          <ns1:custGeom>
            <ns1:avLst/>
            <ns1:gdLst/>
            <ns1:ahLst/>
            <ns1:cxnLst/>
            <ns1:rect r="r" b="b" t="t" l="l"/>
            <ns1:pathLst>
              <ns1:path h="7030245" w="3813908">
                <ns1:moveTo>
                  <ns1:pt x="0" y="0"/>
                </ns1:moveTo>
                <ns1:lnTo>
                  <ns1:pt x="3813908" y="0"/>
                </ns1:lnTo>
                <ns1:lnTo>
                  <ns1:pt x="3813908" y="7030245"/>
                </ns1:lnTo>
                <ns1:lnTo>
                  <ns1:pt x="0" y="7030245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3">
              <ns1:extLst>
                <ns1:ext uri="{96DAC541-7B7A-43D3-8B79-37D633B846F1}">
                  <ns3:svgBlip ns2:embed="rId4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5" id="5"/>
          <ns0:cNvSpPr/>
          <ns0:nvPr/>
        </ns0:nvSpPr>
        <ns0:spPr>
          <ns1:xfrm flipH="false" flipV="false" rot="0">
            <ns1:off x="-856397" y="241761"/>
            <ns1:ext cx="3048474" cy="2686468"/>
          </ns1:xfrm>
          <ns1:custGeom>
            <ns1:avLst/>
            <ns1:gdLst/>
            <ns1:ahLst/>
            <ns1:cxnLst/>
            <ns1:rect r="r" b="b" t="t" l="l"/>
            <ns1:pathLst>
              <ns1:path h="2686468" w="3048474">
                <ns1:moveTo>
                  <ns1:pt x="0" y="0"/>
                </ns1:moveTo>
                <ns1:lnTo>
                  <ns1:pt x="3048474" y="0"/>
                </ns1:lnTo>
                <ns1:lnTo>
                  <ns1:pt x="3048474" y="2686467"/>
                </ns1:lnTo>
                <ns1:lnTo>
                  <ns1:pt x="0" y="2686467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5">
              <ns1:extLst>
                <ns1:ext uri="{96DAC541-7B7A-43D3-8B79-37D633B846F1}">
                  <ns3:svgBlip ns2:embed="rId6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6" id="6"/>
          <ns0:cNvSpPr/>
          <ns0:nvPr/>
        </ns0:nvSpPr>
        <ns0:spPr>
          <ns1:xfrm flipH="false" flipV="false" rot="0">
            <ns1:off x="4275486" y="8202335"/>
            <ns1:ext cx="3314552" cy="2791129"/>
          </ns1:xfrm>
          <ns1:custGeom>
            <ns1:avLst/>
            <ns1:gdLst/>
            <ns1:ahLst/>
            <ns1:cxnLst/>
            <ns1:rect r="r" b="b" t="t" l="l"/>
            <ns1:pathLst>
              <ns1:path h="2791129" w="3314552">
                <ns1:moveTo>
                  <ns1:pt x="0" y="0"/>
                </ns1:moveTo>
                <ns1:lnTo>
                  <ns1:pt x="3314552" y="0"/>
                </ns1:lnTo>
                <ns1:lnTo>
                  <ns1:pt x="3314552" y="2791129"/>
                </ns1:lnTo>
                <ns1:lnTo>
                  <ns1:pt x="0" y="2791129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7">
              <ns1:extLst>
                <ns1:ext uri="{96DAC541-7B7A-43D3-8B79-37D633B846F1}">
                  <ns3:svgBlip ns2:embed="rId8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7" id="7"/>
          <ns0:cNvSpPr/>
          <ns0:nvPr/>
        </ns0:nvSpPr>
        <ns0:spPr>
          <ns1:xfrm flipH="false" flipV="false" rot="0">
            <ns1:off x="12572413" y="815343"/>
            <ns1:ext cx="1900252" cy="2764003"/>
          </ns1:xfrm>
          <ns1:custGeom>
            <ns1:avLst/>
            <ns1:gdLst/>
            <ns1:ahLst/>
            <ns1:cxnLst/>
            <ns1:rect r="r" b="b" t="t" l="l"/>
            <ns1:pathLst>
              <ns1:path h="2764003" w="1900252">
                <ns1:moveTo>
                  <ns1:pt x="0" y="0"/>
                </ns1:moveTo>
                <ns1:lnTo>
                  <ns1:pt x="1900253" y="0"/>
                </ns1:lnTo>
                <ns1:lnTo>
                  <ns1:pt x="1900253" y="2764004"/>
                </ns1:lnTo>
                <ns1:lnTo>
                  <ns1:pt x="0" y="2764004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9">
              <ns1:extLst>
                <ns1:ext uri="{96DAC541-7B7A-43D3-8B79-37D633B846F1}">
                  <ns3:svgBlip ns2:embed="rId10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TextBox 8" id="8"/>
          <ns0:cNvSpPr txBox="true"/>
          <ns0:nvPr/>
        </ns0:nvSpPr>
        <ns0:spPr>
          <ns1:xfrm rot="0">
            <ns1:off x="1977074" y="2070145"/>
            <ns1:ext cx="8465342" cy="1221097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l">
              <ns1:lnSpc>
                <ns1:spcPts val="8819"/>
              </ns1:lnSpc>
            </ns1:pPr>
            <ns1:r>
              <ns1:rPr lang="en-US" sz="9799">
                <ns1:solidFill>
                  <ns1:srgbClr val="EA8CA4"/>
                </ns1:solidFill>
                <ns1:latin typeface="Balabeloo"/>
                <ns1:ea typeface="Balabeloo"/>
                <ns1:cs typeface="Balabeloo"/>
                <ns1:sym typeface="Balabeloo"/>
              </ns1:rPr>
              <ns1:t/>
            </ns1:r>
            <ns1:r>
              <ns1:rPr lang="en-US" sz="9799">
                <ns1:solidFill>
                  <ns1:srgbClr val="EA8CA4"/>
                </ns1:solidFill>
                <ns1:latin typeface="Balabeloo"/>
                <ns1:ea typeface="Balabeloo"/>
                <ns1:cs typeface="Balabeloo"/>
                <ns1:sym typeface="Balabeloo"/>
              </ns1:rPr>
              <ns1:t/>
            </ns1:r>
          </ns1:p>
        </ns0:txBody>
      </ns0:sp>
    </ns0:spTree>
  </ns0:cSld>
  <ns0:clrMapOvr>
    <ns1:masterClrMapping/>
  </ns0:clrMapOvr>
</ns0:sldLayout>
</file>

<file path=ppt/slideLayouts/slideLayout21.xml><?xml version="1.0" encoding="utf-8"?>
<ns0:sldLayout xmlns:ns0="http://schemas.openxmlformats.org/presentationml/2006/main" xmlns:ns1="http://schemas.openxmlformats.org/drawingml/2006/main" xmlns:ns2="http://schemas.openxmlformats.org/officeDocument/2006/relationships" xmlns:ns3="http://schemas.microsoft.com/office/drawing/2016/SVG/main" type="blank" preserve="1">
  <ns0:cSld name="版型11"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name="Freeform 2" id="2"/>
          <ns0:cNvSpPr/>
          <ns0:nvPr/>
        </ns0:nvSpPr>
        <ns0:spPr>
          <ns1:xfrm flipH="false" flipV="false" rot="0">
            <ns1:off x="0" y="0"/>
            <ns1:ext cx="18288000" cy="10287000"/>
          </ns1:xfrm>
          <ns1:custGeom>
            <ns1:avLst/>
            <ns1:gdLst/>
            <ns1:ahLst/>
            <ns1:cxnLst/>
            <ns1:rect r="r" b="b" t="t" l="l"/>
            <ns1:pathLst>
              <ns1:path h="10287000" w="18288000">
                <ns1:moveTo>
                  <ns1:pt x="0" y="0"/>
                </ns1:moveTo>
                <ns1:lnTo>
                  <ns1:pt x="18288000" y="0"/>
                </ns1:lnTo>
                <ns1:lnTo>
                  <ns1:pt x="18288000" y="10287000"/>
                </ns1:lnTo>
                <ns1:lnTo>
                  <ns1:pt x="0" y="10287000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2"/>
            <ns1:stretch>
              <ns1:fillRect l="0" t="0" r="0" b="0"/>
            </ns1:stretch>
          </ns1:blipFill>
        </ns0:spPr>
      </ns0:sp>
      <ns0:sp>
        <ns0:nvSpPr>
          <ns0:cNvPr name="Freeform 3" id="3"/>
          <ns0:cNvSpPr/>
          <ns0:nvPr/>
        </ns0:nvSpPr>
        <ns0:spPr>
          <ns1:xfrm flipH="false" flipV="false" rot="0">
            <ns1:off x="3317806" y="254187"/>
            <ns1:ext cx="11652388" cy="9569523"/>
          </ns1:xfrm>
          <ns1:custGeom>
            <ns1:avLst/>
            <ns1:gdLst/>
            <ns1:ahLst/>
            <ns1:cxnLst/>
            <ns1:rect r="r" b="b" t="t" l="l"/>
            <ns1:pathLst>
              <ns1:path h="9569523" w="11652388">
                <ns1:moveTo>
                  <ns1:pt x="0" y="0"/>
                </ns1:moveTo>
                <ns1:lnTo>
                  <ns1:pt x="11652388" y="0"/>
                </ns1:lnTo>
                <ns1:lnTo>
                  <ns1:pt x="11652388" y="9569523"/>
                </ns1:lnTo>
                <ns1:lnTo>
                  <ns1:pt x="0" y="9569523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3">
              <ns1:extLst>
                <ns1:ext uri="{96DAC541-7B7A-43D3-8B79-37D633B846F1}">
                  <ns3:svgBlip ns2:embed="rId4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TextBox 4" id="4"/>
          <ns0:cNvSpPr txBox="true"/>
          <ns0:nvPr/>
        </ns0:nvSpPr>
        <ns0:spPr>
          <ns1:xfrm rot="358289">
            <ns1:off x="4678460" y="3656806"/>
            <ns1:ext cx="8465342" cy="3944821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14993"/>
              </ns1:lnSpc>
            </ns1:pPr>
            <ns1:r>
              <ns1:rPr lang="en-US" sz="16659">
                <ns1:solidFill>
                  <ns1:srgbClr val="EA8CA4"/>
                </ns1:solidFill>
                <ns1:latin typeface="Balabeloo"/>
                <ns1:ea typeface="Balabeloo"/>
                <ns1:cs typeface="Balabeloo"/>
                <ns1:sym typeface="Balabeloo"/>
              </ns1:rPr>
              <ns1:t/>
            </ns1:r>
          </ns1:p>
          <ns1:p>
            <ns1:pPr algn="ctr">
              <ns1:lnSpc>
                <ns1:spcPts val="14993"/>
              </ns1:lnSpc>
            </ns1:pPr>
            <ns1:r>
              <ns1:rPr lang="en-US" sz="16659">
                <ns1:solidFill>
                  <ns1:srgbClr val="EA8CA4"/>
                </ns1:solidFill>
                <ns1:latin typeface="Balabeloo"/>
                <ns1:ea typeface="Balabeloo"/>
                <ns1:cs typeface="Balabeloo"/>
                <ns1:sym typeface="Balabeloo"/>
              </ns1:rPr>
              <ns1:t/>
            </ns1:r>
          </ns1:p>
        </ns0:txBody>
      </ns0:sp>
      <ns0:sp>
        <ns0:nvSpPr>
          <ns0:cNvPr name="Freeform 5" id="5"/>
          <ns0:cNvSpPr/>
          <ns0:nvPr/>
        </ns0:nvSpPr>
        <ns0:spPr>
          <ns1:xfrm flipH="true" flipV="false" rot="455442">
            <ns1:off x="1219556" y="1497208"/>
            <ns1:ext cx="3643616" cy="4724299"/>
          </ns1:xfrm>
          <ns1:custGeom>
            <ns1:avLst/>
            <ns1:gdLst/>
            <ns1:ahLst/>
            <ns1:cxnLst/>
            <ns1:rect r="r" b="b" t="t" l="l"/>
            <ns1:pathLst>
              <ns1:path h="4724299" w="3643616">
                <ns1:moveTo>
                  <ns1:pt x="3643616" y="0"/>
                </ns1:moveTo>
                <ns1:lnTo>
                  <ns1:pt x="0" y="0"/>
                </ns1:lnTo>
                <ns1:lnTo>
                  <ns1:pt x="0" y="4724299"/>
                </ns1:lnTo>
                <ns1:lnTo>
                  <ns1:pt x="3643616" y="4724299"/>
                </ns1:lnTo>
                <ns1:lnTo>
                  <ns1:pt x="3643616" y="0"/>
                </ns1:lnTo>
                <ns1:close/>
              </ns1:path>
            </ns1:pathLst>
          </ns1:custGeom>
          <ns1:blipFill>
            <ns1:blip ns2:embed="rId5">
              <ns1:extLst>
                <ns1:ext uri="{96DAC541-7B7A-43D3-8B79-37D633B846F1}">
                  <ns3:svgBlip ns2:embed="rId6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6" id="6"/>
          <ns0:cNvSpPr/>
          <ns0:nvPr/>
        </ns0:nvSpPr>
        <ns0:spPr>
          <ns1:xfrm flipH="true" flipV="false" rot="0">
            <ns1:off x="13461303" y="4658292"/>
            <ns1:ext cx="3126643" cy="4320059"/>
          </ns1:xfrm>
          <ns1:custGeom>
            <ns1:avLst/>
            <ns1:gdLst/>
            <ns1:ahLst/>
            <ns1:cxnLst/>
            <ns1:rect r="r" b="b" t="t" l="l"/>
            <ns1:pathLst>
              <ns1:path h="4320059" w="3126643">
                <ns1:moveTo>
                  <ns1:pt x="3126643" y="0"/>
                </ns1:moveTo>
                <ns1:lnTo>
                  <ns1:pt x="0" y="0"/>
                </ns1:lnTo>
                <ns1:lnTo>
                  <ns1:pt x="0" y="4320060"/>
                </ns1:lnTo>
                <ns1:lnTo>
                  <ns1:pt x="3126643" y="4320060"/>
                </ns1:lnTo>
                <ns1:lnTo>
                  <ns1:pt x="3126643" y="0"/>
                </ns1:lnTo>
                <ns1:close/>
              </ns1:path>
            </ns1:pathLst>
          </ns1:custGeom>
          <ns1:blipFill>
            <ns1:blip ns2:embed="rId7">
              <ns1:extLst>
                <ns1:ext uri="{96DAC541-7B7A-43D3-8B79-37D633B846F1}">
                  <ns3:svgBlip ns2:embed="rId8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7" id="7"/>
          <ns0:cNvSpPr/>
          <ns0:nvPr/>
        </ns0:nvSpPr>
        <ns0:spPr>
          <ns1:xfrm flipH="false" flipV="false" rot="0">
            <ns1:off x="1355111" y="7067303"/>
            <ns1:ext cx="1178075" cy="2542608"/>
          </ns1:xfrm>
          <ns1:custGeom>
            <ns1:avLst/>
            <ns1:gdLst/>
            <ns1:ahLst/>
            <ns1:cxnLst/>
            <ns1:rect r="r" b="b" t="t" l="l"/>
            <ns1:pathLst>
              <ns1:path h="2542608" w="1178075">
                <ns1:moveTo>
                  <ns1:pt x="0" y="0"/>
                </ns1:moveTo>
                <ns1:lnTo>
                  <ns1:pt x="1178075" y="0"/>
                </ns1:lnTo>
                <ns1:lnTo>
                  <ns1:pt x="1178075" y="2542608"/>
                </ns1:lnTo>
                <ns1:lnTo>
                  <ns1:pt x="0" y="2542608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9">
              <ns1:extLst>
                <ns1:ext uri="{96DAC541-7B7A-43D3-8B79-37D633B846F1}">
                  <ns3:svgBlip ns2:embed="rId10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8" id="8"/>
          <ns0:cNvSpPr/>
          <ns0:nvPr/>
        </ns0:nvSpPr>
        <ns0:spPr>
          <ns1:xfrm flipH="true" flipV="false" rot="0">
            <ns1:off x="15840953" y="685277"/>
            <ns1:ext cx="1837934" cy="1764417"/>
          </ns1:xfrm>
          <ns1:custGeom>
            <ns1:avLst/>
            <ns1:gdLst/>
            <ns1:ahLst/>
            <ns1:cxnLst/>
            <ns1:rect r="r" b="b" t="t" l="l"/>
            <ns1:pathLst>
              <ns1:path h="1764417" w="1837934">
                <ns1:moveTo>
                  <ns1:pt x="1837934" y="0"/>
                </ns1:moveTo>
                <ns1:lnTo>
                  <ns1:pt x="0" y="0"/>
                </ns1:lnTo>
                <ns1:lnTo>
                  <ns1:pt x="0" y="1764416"/>
                </ns1:lnTo>
                <ns1:lnTo>
                  <ns1:pt x="1837934" y="1764416"/>
                </ns1:lnTo>
                <ns1:lnTo>
                  <ns1:pt x="1837934" y="0"/>
                </ns1:lnTo>
                <ns1:close/>
              </ns1:path>
            </ns1:pathLst>
          </ns1:custGeom>
          <ns1:blipFill>
            <ns1:blip ns2:embed="rId11">
              <ns1:extLst>
                <ns1:ext uri="{96DAC541-7B7A-43D3-8B79-37D633B846F1}">
                  <ns3:svgBlip ns2:embed="rId12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9" id="9"/>
          <ns0:cNvSpPr/>
          <ns0:nvPr/>
        </ns0:nvSpPr>
        <ns0:spPr>
          <ns1:xfrm flipH="false" flipV="false" rot="0">
            <ns1:off x="217084" y="6143267"/>
            <ns1:ext cx="1412814" cy="1778056"/>
          </ns1:xfrm>
          <ns1:custGeom>
            <ns1:avLst/>
            <ns1:gdLst/>
            <ns1:ahLst/>
            <ns1:cxnLst/>
            <ns1:rect r="r" b="b" t="t" l="l"/>
            <ns1:pathLst>
              <ns1:path h="1778056" w="1412814">
                <ns1:moveTo>
                  <ns1:pt x="0" y="0"/>
                </ns1:moveTo>
                <ns1:lnTo>
                  <ns1:pt x="1412814" y="0"/>
                </ns1:lnTo>
                <ns1:lnTo>
                  <ns1:pt x="1412814" y="1778056"/>
                </ns1:lnTo>
                <ns1:lnTo>
                  <ns1:pt x="0" y="1778056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13">
              <ns1:extLst>
                <ns1:ext uri="{96DAC541-7B7A-43D3-8B79-37D633B846F1}">
                  <ns3:svgBlip ns2:embed="rId14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10" id="10"/>
          <ns0:cNvSpPr/>
          <ns0:nvPr/>
        </ns0:nvSpPr>
        <ns0:spPr>
          <ns1:xfrm flipH="false" flipV="false" rot="0">
            <ns1:off x="15855348" y="2616181"/>
            <ns1:ext cx="1403952" cy="2042112"/>
          </ns1:xfrm>
          <ns1:custGeom>
            <ns1:avLst/>
            <ns1:gdLst/>
            <ns1:ahLst/>
            <ns1:cxnLst/>
            <ns1:rect r="r" b="b" t="t" l="l"/>
            <ns1:pathLst>
              <ns1:path h="2042112" w="1403952">
                <ns1:moveTo>
                  <ns1:pt x="0" y="0"/>
                </ns1:moveTo>
                <ns1:lnTo>
                  <ns1:pt x="1403952" y="0"/>
                </ns1:lnTo>
                <ns1:lnTo>
                  <ns1:pt x="1403952" y="2042111"/>
                </ns1:lnTo>
                <ns1:lnTo>
                  <ns1:pt x="0" y="2042111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15">
              <ns1:extLst>
                <ns1:ext uri="{96DAC541-7B7A-43D3-8B79-37D633B846F1}">
                  <ns3:svgBlip ns2:embed="rId16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11" id="11"/>
          <ns0:cNvSpPr/>
          <ns0:nvPr/>
        </ns0:nvSpPr>
        <ns0:spPr>
          <ns1:xfrm flipH="false" flipV="false" rot="0">
            <ns1:off x="2873683" y="6818322"/>
            <ns1:ext cx="1900252" cy="2764003"/>
          </ns1:xfrm>
          <ns1:custGeom>
            <ns1:avLst/>
            <ns1:gdLst/>
            <ns1:ahLst/>
            <ns1:cxnLst/>
            <ns1:rect r="r" b="b" t="t" l="l"/>
            <ns1:pathLst>
              <ns1:path h="2764003" w="1900252">
                <ns1:moveTo>
                  <ns1:pt x="0" y="0"/>
                </ns1:moveTo>
                <ns1:lnTo>
                  <ns1:pt x="1900253" y="0"/>
                </ns1:lnTo>
                <ns1:lnTo>
                  <ns1:pt x="1900253" y="2764003"/>
                </ns1:lnTo>
                <ns1:lnTo>
                  <ns1:pt x="0" y="2764003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17">
              <ns1:extLst>
                <ns1:ext uri="{96DAC541-7B7A-43D3-8B79-37D633B846F1}">
                  <ns3:svgBlip ns2:embed="rId18"/>
                </ns1:ext>
              </ns1:extLst>
            </ns1:blip>
            <ns1:stretch>
              <ns1:fillRect l="0" t="0" r="0" b="0"/>
            </ns1:stretch>
          </ns1:blipFill>
        </ns0:spPr>
      </ns0:sp>
      <ns0:sp>
        <ns0:nvSpPr>
          <ns0:cNvPr name="Freeform 12" id="12"/>
          <ns0:cNvSpPr/>
          <ns0:nvPr/>
        </ns0:nvSpPr>
        <ns0:spPr>
          <ns1:xfrm flipH="false" flipV="false" rot="0">
            <ns1:off x="11247669" y="685277"/>
            <ns1:ext cx="3451413" cy="2420304"/>
          </ns1:xfrm>
          <ns1:custGeom>
            <ns1:avLst/>
            <ns1:gdLst/>
            <ns1:ahLst/>
            <ns1:cxnLst/>
            <ns1:rect r="r" b="b" t="t" l="l"/>
            <ns1:pathLst>
              <ns1:path h="2420304" w="3451413">
                <ns1:moveTo>
                  <ns1:pt x="0" y="0"/>
                </ns1:moveTo>
                <ns1:lnTo>
                  <ns1:pt x="3451413" y="0"/>
                </ns1:lnTo>
                <ns1:lnTo>
                  <ns1:pt x="3451413" y="2420303"/>
                </ns1:lnTo>
                <ns1:lnTo>
                  <ns1:pt x="0" y="2420303"/>
                </ns1:lnTo>
                <ns1:lnTo>
                  <ns1:pt x="0" y="0"/>
                </ns1:lnTo>
                <ns1:close/>
              </ns1:path>
            </ns1:pathLst>
          </ns1:custGeom>
          <ns1:blipFill>
            <ns1:blip ns2:embed="rId19">
              <ns1:extLst>
                <ns1:ext uri="{96DAC541-7B7A-43D3-8B79-37D633B846F1}">
                  <ns3:svgBlip ns2:embed="rId20"/>
                </ns1:ext>
              </ns1:extLst>
            </ns1:blip>
            <ns1:stretch>
              <ns1:fillRect l="0" t="0" r="0" b="0"/>
            </ns1:stretch>
          </ns1:blipFill>
        </ns0:spPr>
      </ns0:sp>
    </ns0:spTree>
  </ns0:cSld>
  <ns0:clrMapOvr>
    <ns1:masterClrMapping/>
  </ns0:clrMapOvr>
</ns0:sldLayout>
</file>

<file path=ppt/slideMasters/_rels/slideMaster1.xml.rels><?xml version='1.0' encoding='utf-8'?>
<ns0:Relationships xmlns:ns0="http://schemas.openxmlformats.org/package/2006/relationships"><ns0:Relationship Id="rId7" Type="http://schemas.openxmlformats.org/officeDocument/2006/relationships/slideLayout" Target="../slideLayouts/slideLayout7.xml" /><ns0:Relationship Id="rId12" Type="http://schemas.openxmlformats.org/officeDocument/2006/relationships/theme" Target="../theme/theme1.xml" /><ns0:Relationship Id="rId13" Type="http://schemas.openxmlformats.org/officeDocument/2006/relationships/slideLayout" Target="../slideLayouts/slideLayout12.xml" /><ns0:Relationship Id="rId14" Type="http://schemas.openxmlformats.org/officeDocument/2006/relationships/slideLayout" Target="../slideLayouts/slideLayout13.xml" /><ns0:Relationship Id="rId15" Type="http://schemas.openxmlformats.org/officeDocument/2006/relationships/slideLayout" Target="../slideLayouts/slideLayout14.xml" /><ns0:Relationship Id="rId16" Type="http://schemas.openxmlformats.org/officeDocument/2006/relationships/slideLayout" Target="../slideLayouts/slideLayout15.xml" /><ns0:Relationship Id="rId17" Type="http://schemas.openxmlformats.org/officeDocument/2006/relationships/slideLayout" Target="../slideLayouts/slideLayout16.xml" /><ns0:Relationship Id="rId18" Type="http://schemas.openxmlformats.org/officeDocument/2006/relationships/slideLayout" Target="../slideLayouts/slideLayout17.xml" /><ns0:Relationship Id="rId19" Type="http://schemas.openxmlformats.org/officeDocument/2006/relationships/slideLayout" Target="../slideLayouts/slideLayout18.xml" /><ns0:Relationship Id="rId20" Type="http://schemas.openxmlformats.org/officeDocument/2006/relationships/slideLayout" Target="../slideLayouts/slideLayout19.xml" /><ns0:Relationship Id="rId21" Type="http://schemas.openxmlformats.org/officeDocument/2006/relationships/slideLayout" Target="../slideLayouts/slideLayout20.xml" /><ns0:Relationship Id="rId22" Type="http://schemas.openxmlformats.org/officeDocument/2006/relationships/slideLayout" Target="../slideLayouts/slideLayout21.xml" /></ns0:Relationships>
</file>

<file path=ppt/slideMasters/slideMaster1.xml><?xml version="1.0" encoding="utf-8"?>
<ns0:sldMaster xmlns:ns0="http://schemas.openxmlformats.org/presentationml/2006/main" xmlns:ns1="http://schemas.openxmlformats.org/drawingml/2006/main" xmlns:ns2="http://schemas.openxmlformats.org/officeDocument/2006/relationships">
  <ns0:cSld>
    <ns0:bg>
      <ns0:bgRef idx="1001">
        <ns1:schemeClr val="bg1"/>
      </ns0:bgRef>
    </ns0:bg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Title Placeholder 1"/>
          <ns0:cNvSpPr>
            <ns1:spLocks noGrp="1"/>
          </ns0:cNvSpPr>
          <ns0:nvPr>
            <ns0:ph type="title"/>
          </ns0:nvPr>
        </ns0:nvSpPr>
        <ns0:spPr>
          <ns1:xfrm>
            <ns1:off x="457200" y="274638"/>
            <ns1:ext cx="8229600" cy="1143000"/>
          </ns1:xfrm>
          <ns1:prstGeom prst="rect">
            <ns1:avLst/>
          </ns1:prstGeom>
        </ns0:spPr>
        <ns0:txBody>
          <ns1:bodyPr vert="horz" lIns="91440" tIns="45720" rIns="91440" bIns="45720" rtlCol="0" anchor="ctr">
            <ns1:normAutofit/>
          </ns1:bodyPr>
          <ns1:lstStyle/>
          <ns1:p>
            <ns1:r>
              <ns1:rPr lang="en-US" smtClean="0"/>
              <ns1:t>Click to edit Master title style</ns1:t>
            </ns1:r>
            <ns1:endParaRPr lang="en-US"/>
          </ns1:p>
        </ns0:txBody>
      </ns0:sp>
      <ns0:sp>
        <ns0:nvSpPr>
          <ns0:cNvPr id="3" name="Text Placeholder 2"/>
          <ns0:cNvSpPr>
            <ns1:spLocks noGrp="1"/>
          </ns0:cNvSpPr>
          <ns0:nvPr>
            <ns0:ph type="body" idx="1"/>
          </ns0:nvPr>
        </ns0:nvSpPr>
        <ns0:spPr>
          <ns1:xfrm>
            <ns1:off x="457200" y="1600200"/>
            <ns1:ext cx="8229600" cy="4525963"/>
          </ns1:xfrm>
          <ns1:prstGeom prst="rect">
            <ns1:avLst/>
          </ns1:prstGeom>
        </ns0:spPr>
        <ns0:txBody>
          <ns1:bodyPr vert="horz" lIns="91440" tIns="45720" rIns="91440" bIns="45720" rtlCol="0">
            <ns1:normAutofit/>
          </ns1:bodyPr>
          <ns1:lstStyle/>
          <ns1:p>
            <ns1:pPr lvl="0"/>
            <ns1:r>
              <ns1:rPr lang="en-US" smtClean="0"/>
              <ns1:t>Click to edit Master text styles</ns1:t>
            </ns1:r>
          </ns1:p>
          <ns1:p>
            <ns1:pPr lvl="1"/>
            <ns1:r>
              <ns1:rPr lang="en-US" smtClean="0"/>
              <ns1:t>Second level</ns1:t>
            </ns1:r>
          </ns1:p>
          <ns1:p>
            <ns1:pPr lvl="2"/>
            <ns1:r>
              <ns1:rPr lang="en-US" smtClean="0"/>
              <ns1:t>Third level</ns1:t>
            </ns1:r>
          </ns1:p>
          <ns1:p>
            <ns1:pPr lvl="3"/>
            <ns1:r>
              <ns1:rPr lang="en-US" smtClean="0"/>
              <ns1:t>Fourth level</ns1:t>
            </ns1:r>
          </ns1:p>
          <ns1:p>
            <ns1:pPr lvl="4"/>
            <ns1:r>
              <ns1:rPr lang="en-US" smtClean="0"/>
              <ns1:t>Fifth level</ns1:t>
            </ns1:r>
            <ns1:endParaRPr lang="en-US"/>
          </ns1:p>
        </ns0:txBody>
      </ns0:sp>
      <ns0:sp>
        <ns0:nvSpPr>
          <ns0:cNvPr id="4" name="Date Placeholder 3"/>
          <ns0:cNvSpPr>
            <ns1:spLocks noGrp="1"/>
          </ns0:cNvSpPr>
          <ns0:nvPr>
            <ns0:ph type="dt" sz="half" idx="2"/>
          </ns0:nvPr>
        </ns0:nvSpPr>
        <ns0:spPr>
          <ns1:xfrm>
            <ns1:off x="457200" y="6356350"/>
            <ns1:ext cx="2133600" cy="365125"/>
          </ns1:xfrm>
          <ns1:prstGeom prst="rect">
            <ns1:avLst/>
          </ns1:prstGeom>
        </ns0:spPr>
        <ns0:txBody>
          <ns1:bodyPr vert="horz" lIns="91440" tIns="45720" rIns="91440" bIns="45720" rtlCol="0" anchor="ctr"/>
          <ns1:lstStyle>
            <ns1:lvl1pPr algn="l">
              <ns1:defRPr sz="1200">
                <ns1:solidFill>
                  <ns1:schemeClr val="tx1">
                    <ns1:tint val="75000"/>
                  </ns1:schemeClr>
                </ns1:solidFill>
              </ns1:defRPr>
            </ns1:lvl1pPr>
          </ns1:lstStyle>
          <ns1:p>
            <ns1:fld id="{1D8BD707-D9CF-40AE-B4C6-C98DA3205C09}" type="datetimeFigureOut">
              <ns1:rPr lang="en-US" smtClean="0"/>
              <ns1:pPr/>
              <ns1:t>8/1/2011</ns1:t>
            </ns1:fld>
            <ns1:endParaRPr lang="en-US"/>
          </ns1:p>
        </ns0:txBody>
      </ns0:sp>
      <ns0:sp>
        <ns0:nvSpPr>
          <ns0:cNvPr id="5" name="Footer Placeholder 4"/>
          <ns0:cNvSpPr>
            <ns1:spLocks noGrp="1"/>
          </ns0:cNvSpPr>
          <ns0:nvPr>
            <ns0:ph type="ftr" sz="quarter" idx="3"/>
          </ns0:nvPr>
        </ns0:nvSpPr>
        <ns0:spPr>
          <ns1:xfrm>
            <ns1:off x="3124200" y="6356350"/>
            <ns1:ext cx="2895600" cy="365125"/>
          </ns1:xfrm>
          <ns1:prstGeom prst="rect">
            <ns1:avLst/>
          </ns1:prstGeom>
        </ns0:spPr>
        <ns0:txBody>
          <ns1:bodyPr vert="horz" lIns="91440" tIns="45720" rIns="91440" bIns="45720" rtlCol="0" anchor="ctr"/>
          <ns1:lstStyle>
            <ns1:lvl1pPr algn="ctr">
              <ns1:defRPr sz="1200">
                <ns1:solidFill>
                  <ns1:schemeClr val="tx1">
                    <ns1:tint val="75000"/>
                  </ns1:schemeClr>
                </ns1:solidFill>
              </ns1:defRPr>
            </ns1:lvl1pPr>
          </ns1:lstStyle>
          <ns1:p>
            <ns1:endParaRPr lang="en-US"/>
          </ns1:p>
        </ns0:txBody>
      </ns0:sp>
      <ns0:sp>
        <ns0:nvSpPr>
          <ns0:cNvPr id="6" name="Slide Number Placeholder 5"/>
          <ns0:cNvSpPr>
            <ns1:spLocks noGrp="1"/>
          </ns0:cNvSpPr>
          <ns0:nvPr>
            <ns0:ph type="sldNum" sz="quarter" idx="4"/>
          </ns0:nvPr>
        </ns0:nvSpPr>
        <ns0:spPr>
          <ns1:xfrm>
            <ns1:off x="6553200" y="6356350"/>
            <ns1:ext cx="2133600" cy="365125"/>
          </ns1:xfrm>
          <ns1:prstGeom prst="rect">
            <ns1:avLst/>
          </ns1:prstGeom>
        </ns0:spPr>
        <ns0:txBody>
          <ns1:bodyPr vert="horz" lIns="91440" tIns="45720" rIns="91440" bIns="45720" rtlCol="0" anchor="ctr"/>
          <ns1:lstStyle>
            <ns1:lvl1pPr algn="r">
              <ns1:defRPr sz="1200">
                <ns1:solidFill>
                  <ns1:schemeClr val="tx1">
                    <ns1:tint val="75000"/>
                  </ns1:schemeClr>
                </ns1:solidFill>
              </ns1:defRPr>
            </ns1:lvl1pPr>
          </ns1:lstStyle>
          <ns1:p>
            <ns1:fld id="{B6F15528-21DE-4FAA-801E-634DDDAF4B2B}" type="slidenum">
              <ns1:rPr lang="en-US" smtClean="0"/>
              <ns1:pPr/>
              <ns1:t>‹#›</ns1:t>
            </ns1:fld>
            <ns1:endParaRPr lang="en-US"/>
          </ns1:p>
        </ns0:txBody>
      </ns0:sp>
    </ns0:spTree>
  </ns0:cSld>
  <ns0:clrMap bg1="lt1" tx1="dk1" bg2="lt2" tx2="dk2" accent1="accent1" accent2="accent2" accent3="accent3" accent4="accent4" accent5="accent5" accent6="accent6" hlink="hlink" folHlink="folHlink"/>
  <ns0:sldLayoutIdLst>
    <ns0:sldLayoutId id="2147483655" ns2:id="rId7"/>
    <ns0:sldLayoutId id="2147483660" ns2:id="rId13"/>
    <ns0:sldLayoutId id="2147483661" ns2:id="rId14"/>
    <ns0:sldLayoutId id="2147483662" ns2:id="rId15"/>
    <ns0:sldLayoutId id="2147483663" ns2:id="rId16"/>
    <ns0:sldLayoutId id="2147483664" ns2:id="rId17"/>
    <ns0:sldLayoutId id="2147483665" ns2:id="rId18"/>
    <ns0:sldLayoutId id="2147483666" ns2:id="rId19"/>
    <ns0:sldLayoutId id="2147483667" ns2:id="rId20"/>
    <ns0:sldLayoutId id="2147483668" ns2:id="rId21"/>
    <ns0:sldLayoutId id="2147483669" ns2:id="rId22"/>
  </ns0:sldLayoutIdLst>
  <ns0:txStyles>
    <ns0:titleStyle>
      <ns1:lvl1pPr algn="ctr" defTabSz="914400" rtl="0" eaLnBrk="1" latinLnBrk="0" hangingPunct="1">
        <ns1:spcBef>
          <ns1:spcPct val="0"/>
        </ns1:spcBef>
        <ns1:buNone/>
        <ns1:defRPr sz="4400" kern="1200">
          <ns1:solidFill>
            <ns1:schemeClr val="tx1"/>
          </ns1:solidFill>
          <ns1:latin typeface="+mj-lt"/>
          <ns1:ea typeface="+mj-ea"/>
          <ns1:cs typeface="+mj-cs"/>
        </ns1:defRPr>
      </ns1:lvl1pPr>
    </ns0:titleStyle>
    <ns0:bodyStyle>
      <ns1:lvl1pPr marL="342900" indent="-342900" algn="l" defTabSz="914400" rtl="0" eaLnBrk="1" latinLnBrk="0" hangingPunct="1">
        <ns1:spcBef>
          <ns1:spcPct val="20000"/>
        </ns1:spcBef>
        <ns1:buFont typeface="Arial" pitchFamily="34" charset="0"/>
        <ns1:buChar char="•"/>
        <ns1:defRPr sz="3200" kern="1200">
          <ns1:solidFill>
            <ns1:schemeClr val="tx1"/>
          </ns1:solidFill>
          <ns1:latin typeface="+mn-lt"/>
          <ns1:ea typeface="+mn-ea"/>
          <ns1:cs typeface="+mn-cs"/>
        </ns1:defRPr>
      </ns1:lvl1pPr>
      <ns1:lvl2pPr marL="742950" indent="-285750" algn="l" defTabSz="914400" rtl="0" eaLnBrk="1" latinLnBrk="0" hangingPunct="1">
        <ns1:spcBef>
          <ns1:spcPct val="20000"/>
        </ns1:spcBef>
        <ns1:buFont typeface="Arial" pitchFamily="34" charset="0"/>
        <ns1:buChar char="–"/>
        <ns1:defRPr sz="2800" kern="1200">
          <ns1:solidFill>
            <ns1:schemeClr val="tx1"/>
          </ns1:solidFill>
          <ns1:latin typeface="+mn-lt"/>
          <ns1:ea typeface="+mn-ea"/>
          <ns1:cs typeface="+mn-cs"/>
        </ns1:defRPr>
      </ns1:lvl2pPr>
      <ns1:lvl3pPr marL="1143000" indent="-228600" algn="l" defTabSz="914400" rtl="0" eaLnBrk="1" latinLnBrk="0" hangingPunct="1">
        <ns1:spcBef>
          <ns1:spcPct val="20000"/>
        </ns1:spcBef>
        <ns1:buFont typeface="Arial" pitchFamily="34" charset="0"/>
        <ns1:buChar char="•"/>
        <ns1:defRPr sz="2400" kern="1200">
          <ns1:solidFill>
            <ns1:schemeClr val="tx1"/>
          </ns1:solidFill>
          <ns1:latin typeface="+mn-lt"/>
          <ns1:ea typeface="+mn-ea"/>
          <ns1:cs typeface="+mn-cs"/>
        </ns1:defRPr>
      </ns1:lvl3pPr>
      <ns1:lvl4pPr marL="1600200" indent="-228600" algn="l" defTabSz="914400" rtl="0" eaLnBrk="1" latinLnBrk="0" hangingPunct="1">
        <ns1:spcBef>
          <ns1:spcPct val="20000"/>
        </ns1:spcBef>
        <ns1:buFont typeface="Arial" pitchFamily="34" charset="0"/>
        <ns1:buChar char="–"/>
        <ns1:defRPr sz="2000" kern="1200">
          <ns1:solidFill>
            <ns1:schemeClr val="tx1"/>
          </ns1:solidFill>
          <ns1:latin typeface="+mn-lt"/>
          <ns1:ea typeface="+mn-ea"/>
          <ns1:cs typeface="+mn-cs"/>
        </ns1:defRPr>
      </ns1:lvl4pPr>
      <ns1:lvl5pPr marL="2057400" indent="-228600" algn="l" defTabSz="914400" rtl="0" eaLnBrk="1" latinLnBrk="0" hangingPunct="1">
        <ns1:spcBef>
          <ns1:spcPct val="20000"/>
        </ns1:spcBef>
        <ns1:buFont typeface="Arial" pitchFamily="34" charset="0"/>
        <ns1:buChar char="»"/>
        <ns1:defRPr sz="2000" kern="1200">
          <ns1:solidFill>
            <ns1:schemeClr val="tx1"/>
          </ns1:solidFill>
          <ns1:latin typeface="+mn-lt"/>
          <ns1:ea typeface="+mn-ea"/>
          <ns1:cs typeface="+mn-cs"/>
        </ns1:defRPr>
      </ns1:lvl5pPr>
      <ns1:lvl6pPr marL="2514600" indent="-228600" algn="l" defTabSz="914400" rtl="0" eaLnBrk="1" latinLnBrk="0" hangingPunct="1">
        <ns1:spcBef>
          <ns1:spcPct val="20000"/>
        </ns1:spcBef>
        <ns1:buFont typeface="Arial" pitchFamily="34" charset="0"/>
        <ns1:buChar char="•"/>
        <ns1:defRPr sz="2000" kern="1200">
          <ns1:solidFill>
            <ns1:schemeClr val="tx1"/>
          </ns1:solidFill>
          <ns1:latin typeface="+mn-lt"/>
          <ns1:ea typeface="+mn-ea"/>
          <ns1:cs typeface="+mn-cs"/>
        </ns1:defRPr>
      </ns1:lvl6pPr>
      <ns1:lvl7pPr marL="2971800" indent="-228600" algn="l" defTabSz="914400" rtl="0" eaLnBrk="1" latinLnBrk="0" hangingPunct="1">
        <ns1:spcBef>
          <ns1:spcPct val="20000"/>
        </ns1:spcBef>
        <ns1:buFont typeface="Arial" pitchFamily="34" charset="0"/>
        <ns1:buChar char="•"/>
        <ns1:defRPr sz="2000" kern="1200">
          <ns1:solidFill>
            <ns1:schemeClr val="tx1"/>
          </ns1:solidFill>
          <ns1:latin typeface="+mn-lt"/>
          <ns1:ea typeface="+mn-ea"/>
          <ns1:cs typeface="+mn-cs"/>
        </ns1:defRPr>
      </ns1:lvl7pPr>
      <ns1:lvl8pPr marL="3429000" indent="-228600" algn="l" defTabSz="914400" rtl="0" eaLnBrk="1" latinLnBrk="0" hangingPunct="1">
        <ns1:spcBef>
          <ns1:spcPct val="20000"/>
        </ns1:spcBef>
        <ns1:buFont typeface="Arial" pitchFamily="34" charset="0"/>
        <ns1:buChar char="•"/>
        <ns1:defRPr sz="2000" kern="1200">
          <ns1:solidFill>
            <ns1:schemeClr val="tx1"/>
          </ns1:solidFill>
          <ns1:latin typeface="+mn-lt"/>
          <ns1:ea typeface="+mn-ea"/>
          <ns1:cs typeface="+mn-cs"/>
        </ns1:defRPr>
      </ns1:lvl8pPr>
      <ns1:lvl9pPr marL="3886200" indent="-228600" algn="l" defTabSz="914400" rtl="0" eaLnBrk="1" latinLnBrk="0" hangingPunct="1">
        <ns1:spcBef>
          <ns1:spcPct val="20000"/>
        </ns1:spcBef>
        <ns1:buFont typeface="Arial" pitchFamily="34" charset="0"/>
        <ns1:buChar char="•"/>
        <ns1:defRPr sz="2000" kern="1200">
          <ns1:solidFill>
            <ns1:schemeClr val="tx1"/>
          </ns1:solidFill>
          <ns1:latin typeface="+mn-lt"/>
          <ns1:ea typeface="+mn-ea"/>
          <ns1:cs typeface="+mn-cs"/>
        </ns1:defRPr>
      </ns1:lvl9pPr>
    </ns0:bodyStyle>
    <ns0:otherStyle>
      <ns1:defPPr>
        <ns1:defRPr lang="en-US"/>
      </ns1:defPPr>
      <ns1:lvl1pPr marL="0" algn="l" defTabSz="914400" rtl="0" eaLnBrk="1" latinLnBrk="0" hangingPunct="1">
        <ns1:defRPr sz="1800" kern="1200">
          <ns1:solidFill>
            <ns1:schemeClr val="tx1"/>
          </ns1:solidFill>
          <ns1:latin typeface="+mn-lt"/>
          <ns1:ea typeface="+mn-ea"/>
          <ns1:cs typeface="+mn-cs"/>
        </ns1:defRPr>
      </ns1:lvl1pPr>
      <ns1:lvl2pPr marL="457200" algn="l" defTabSz="914400" rtl="0" eaLnBrk="1" latinLnBrk="0" hangingPunct="1">
        <ns1:defRPr sz="1800" kern="1200">
          <ns1:solidFill>
            <ns1:schemeClr val="tx1"/>
          </ns1:solidFill>
          <ns1:latin typeface="+mn-lt"/>
          <ns1:ea typeface="+mn-ea"/>
          <ns1:cs typeface="+mn-cs"/>
        </ns1:defRPr>
      </ns1:lvl2pPr>
      <ns1:lvl3pPr marL="914400" algn="l" defTabSz="914400" rtl="0" eaLnBrk="1" latinLnBrk="0" hangingPunct="1">
        <ns1:defRPr sz="1800" kern="1200">
          <ns1:solidFill>
            <ns1:schemeClr val="tx1"/>
          </ns1:solidFill>
          <ns1:latin typeface="+mn-lt"/>
          <ns1:ea typeface="+mn-ea"/>
          <ns1:cs typeface="+mn-cs"/>
        </ns1:defRPr>
      </ns1:lvl3pPr>
      <ns1:lvl4pPr marL="1371600" algn="l" defTabSz="914400" rtl="0" eaLnBrk="1" latinLnBrk="0" hangingPunct="1">
        <ns1:defRPr sz="1800" kern="1200">
          <ns1:solidFill>
            <ns1:schemeClr val="tx1"/>
          </ns1:solidFill>
          <ns1:latin typeface="+mn-lt"/>
          <ns1:ea typeface="+mn-ea"/>
          <ns1:cs typeface="+mn-cs"/>
        </ns1:defRPr>
      </ns1:lvl4pPr>
      <ns1:lvl5pPr marL="1828800" algn="l" defTabSz="914400" rtl="0" eaLnBrk="1" latinLnBrk="0" hangingPunct="1">
        <ns1:defRPr sz="1800" kern="1200">
          <ns1:solidFill>
            <ns1:schemeClr val="tx1"/>
          </ns1:solidFill>
          <ns1:latin typeface="+mn-lt"/>
          <ns1:ea typeface="+mn-ea"/>
          <ns1:cs typeface="+mn-cs"/>
        </ns1:defRPr>
      </ns1:lvl5pPr>
      <ns1:lvl6pPr marL="2286000" algn="l" defTabSz="914400" rtl="0" eaLnBrk="1" latinLnBrk="0" hangingPunct="1">
        <ns1:defRPr sz="1800" kern="1200">
          <ns1:solidFill>
            <ns1:schemeClr val="tx1"/>
          </ns1:solidFill>
          <ns1:latin typeface="+mn-lt"/>
          <ns1:ea typeface="+mn-ea"/>
          <ns1:cs typeface="+mn-cs"/>
        </ns1:defRPr>
      </ns1:lvl6pPr>
      <ns1:lvl7pPr marL="2743200" algn="l" defTabSz="914400" rtl="0" eaLnBrk="1" latinLnBrk="0" hangingPunct="1">
        <ns1:defRPr sz="1800" kern="1200">
          <ns1:solidFill>
            <ns1:schemeClr val="tx1"/>
          </ns1:solidFill>
          <ns1:latin typeface="+mn-lt"/>
          <ns1:ea typeface="+mn-ea"/>
          <ns1:cs typeface="+mn-cs"/>
        </ns1:defRPr>
      </ns1:lvl7pPr>
      <ns1:lvl8pPr marL="3200400" algn="l" defTabSz="914400" rtl="0" eaLnBrk="1" latinLnBrk="0" hangingPunct="1">
        <ns1:defRPr sz="1800" kern="1200">
          <ns1:solidFill>
            <ns1:schemeClr val="tx1"/>
          </ns1:solidFill>
          <ns1:latin typeface="+mn-lt"/>
          <ns1:ea typeface="+mn-ea"/>
          <ns1:cs typeface="+mn-cs"/>
        </ns1:defRPr>
      </ns1:lvl8pPr>
      <ns1:lvl9pPr marL="3657600" algn="l" defTabSz="914400" rtl="0" eaLnBrk="1" latinLnBrk="0" hangingPunct="1">
        <ns1:defRPr sz="1800" kern="1200">
          <ns1:solidFill>
            <ns1:schemeClr val="tx1"/>
          </ns1:solidFill>
          <ns1:latin typeface="+mn-lt"/>
          <ns1:ea typeface="+mn-ea"/>
          <ns1:cs typeface="+mn-cs"/>
        </ns1:defRPr>
      </ns1:lvl9pPr>
    </ns0:otherStyle>
  </ns0:txStyles>
</ns0:sldMaster>
</file>

<file path=ppt/slides/_rels/slide1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7.xml" /></ns0:Relationships>
</file>

<file path=ppt/slides/_rels/slide2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12.xml" /></ns0:Relationships>
</file>

<file path=ppt/slides/_rels/slide3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13.xml" /></ns0:Relationships>
</file>

<file path=ppt/slides/_rels/slide4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14.xml" /></ns0:Relationships>
</file>

<file path=ppt/slides/_rels/slide5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15.xml" /></ns0:Relationships>
</file>

<file path=ppt/slides/_rels/slide6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16.xml" /></ns0:Relationships>
</file>

<file path=ppt/slides/_rels/slide7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17.xml" /></ns0:Relationships>
</file>

<file path=ppt/slides/_rels/slide8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18.xml" /></ns0:Relationships>
</file>

<file path=ppt/slides/_rels/slide9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19.xml" /></ns0:Relationships>
</file>

<file path=ppt/slides/_rels/slide10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20.xml" /></ns0:Relationships>
</file>

<file path=ppt/slides/_rels/slide11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21.xml" /></ns0:Relationships>
</file>

<file path=ppt/slides/slide1.xml><?xml version="1.0" encoding="utf-8"?>
<ns0:sld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name="TextBox 4" id="4"/>
          <ns0:cNvSpPr txBox="true"/>
          <ns0:nvPr/>
        </ns0:nvSpPr>
        <ns0:spPr>
          <ns1:xfrm rot="358289">
            <ns1:off x="4886556" y="3005722"/>
            <ns1:ext cx="8465342" cy="3944821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14993"/>
              </ns1:lnSpc>
            </ns1:pPr>
            <ns1:r>
              <ns1:rPr lang="en-US" sz="16659">
                <ns1:solidFill>
                  <ns1:srgbClr val="EA8CA4"/>
                </ns1:solidFill>
                <ns1:latin typeface="Balabeloo"/>
                <ns1:ea typeface="Balabeloo"/>
                <ns1:cs typeface="Balabeloo"/>
                <ns1:sym typeface="Balabeloo"/>
              </ns1:rPr>
              <ns1:t/>
            </ns1:r>
          </ns1:p>
        </ns0:txBody>
      </ns0:sp>
      <ns0:sp>
        <ns0:nvSpPr>
          <ns0:cNvPr name="TextBox 13" id="13"/>
          <ns0:cNvSpPr txBox="true"/>
          <ns0:nvPr/>
        </ns0:nvSpPr>
        <ns0:spPr>
          <ns1:xfrm rot="360000">
            <ns1:off x="5165328" y="6870863"/>
            <ns1:ext cx="7355163" cy="866521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3392"/>
              </ns1:lnSpc>
            </ns1:pPr>
            <ns1:r>
              <ns1:rPr lang="en-US" sz="3200">
                <ns1:solidFill>
                  <ns1:srgbClr val="442116"/>
                </ns1:solidFill>
                <ns1:latin typeface="Baloo Tammudu"/>
                <ns1:ea typeface="Baloo Tammudu"/>
                <ns1:cs typeface="Baloo Tammudu"/>
                <ns1:sym typeface="Baloo Tammudu"/>
              </ns1:rPr>
              <ns1:t/>
            </ns1:r>
          </ns1:p>
          <ns1:p>
            <ns1:pPr algn="ctr">
              <ns1:lnSpc>
                <ns1:spcPts val="3392"/>
              </ns1:lnSpc>
            </ns1:pPr>
            <ns1:r>
              <ns1:rPr lang="en-US" sz="3200">
                <ns1:solidFill>
                  <ns1:srgbClr val="442116"/>
                </ns1:solidFill>
                <ns1:latin typeface="Baloo Tammudu"/>
                <ns1:ea typeface="Baloo Tammudu"/>
                <ns1:cs typeface="Baloo Tammudu"/>
                <ns1:sym typeface="Baloo Tammudu"/>
              </ns1:rPr>
              <ns1:t/>
            </ns1:r>
          </ns1:p>
        </ns0:txBody>
      </ns0:sp>
    </ns0:spTree>
  </ns0:cSld>
  <ns0:clrMapOvr>
    <ns1:masterClrMapping/>
  </ns0:clrMapOvr>
</ns0:sld>
</file>

<file path=ppt/slides/slide2.xml><?xml version="1.0" encoding="utf-8"?>
<ns0:sld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name="TextBox 8" id="8"/>
          <ns0:cNvSpPr txBox="true"/>
          <ns0:nvPr/>
        </ns0:nvSpPr>
        <ns0:spPr>
          <ns1:xfrm rot="0">
            <ns1:off x="6931357" y="3664872"/>
            <ns1:ext cx="4425285" cy="4639947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9499"/>
              </ns1:lnSpc>
            </ns1:pPr>
            <ns1:r>
              <ns1:rPr lang="en-US" sz="3799">
                <ns1:solidFill>
                  <ns1:srgbClr val="442116"/>
                </ns1:solidFill>
                <ns1:latin typeface="Baloo Tammudu"/>
                <ns1:ea typeface="Baloo Tammudu"/>
                <ns1:cs typeface="Baloo Tammudu"/>
                <ns1:sym typeface="Baloo Tammudu"/>
              </ns1:rPr>
              <ns1:t/>
            </ns1:r>
          </ns1:p>
          <ns1:p>
            <ns1:pPr algn="ctr">
              <ns1:lnSpc>
                <ns1:spcPts val="9499"/>
              </ns1:lnSpc>
            </ns1:pPr>
            <ns1:r>
              <ns1:rPr lang="en-US" sz="3799">
                <ns1:solidFill>
                  <ns1:srgbClr val="442116"/>
                </ns1:solidFill>
                <ns1:latin typeface="Baloo Tammudu"/>
                <ns1:ea typeface="Baloo Tammudu"/>
                <ns1:cs typeface="Baloo Tammudu"/>
                <ns1:sym typeface="Baloo Tammudu"/>
              </ns1:rPr>
              <ns1:t/>
            </ns1:r>
          </ns1:p>
          <ns1:p>
            <ns1:pPr algn="ctr">
              <ns1:lnSpc>
                <ns1:spcPts val="9499"/>
              </ns1:lnSpc>
            </ns1:pPr>
            <ns1:r>
              <ns1:rPr lang="en-US" sz="3799">
                <ns1:solidFill>
                  <ns1:srgbClr val="442116"/>
                </ns1:solidFill>
                <ns1:latin typeface="Baloo Tammudu"/>
                <ns1:ea typeface="Baloo Tammudu"/>
                <ns1:cs typeface="Baloo Tammudu"/>
                <ns1:sym typeface="Baloo Tammudu"/>
              </ns1:rPr>
              <ns1:t/>
            </ns1:r>
          </ns1:p>
          <ns1:p>
            <ns1:pPr algn="ctr">
              <ns1:lnSpc>
                <ns1:spcPts val="9499"/>
              </ns1:lnSpc>
            </ns1:pPr>
            <ns1:r>
              <ns1:rPr lang="en-US" sz="3799">
                <ns1:solidFill>
                  <ns1:srgbClr val="442116"/>
                </ns1:solidFill>
                <ns1:latin typeface="Baloo Tammudu"/>
                <ns1:ea typeface="Baloo Tammudu"/>
                <ns1:cs typeface="Baloo Tammudu"/>
                <ns1:sym typeface="Baloo Tammudu"/>
              </ns1:rPr>
              <ns1:t/>
            </ns1:r>
          </ns1:p>
        </ns0:txBody>
      </ns0:sp>
      <ns0:sp>
        <ns0:nvSpPr>
          <ns0:cNvPr name="TextBox 9" id="9"/>
          <ns0:cNvSpPr txBox="true"/>
          <ns0:nvPr/>
        </ns0:nvSpPr>
        <ns0:spPr>
          <ns1:xfrm rot="0">
            <ns1:off x="4911329" y="1447171"/>
            <ns1:ext cx="8465342" cy="1221097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8819"/>
              </ns1:lnSpc>
            </ns1:pPr>
            <ns1:r>
              <ns1:rPr lang="en-US" sz="9799">
                <ns1:solidFill>
                  <ns1:srgbClr val="EA8CA4"/>
                </ns1:solidFill>
                <ns1:latin typeface="Balabeloo"/>
                <ns1:ea typeface="Balabeloo"/>
                <ns1:cs typeface="Balabeloo"/>
                <ns1:sym typeface="Balabeloo"/>
              </ns1:rPr>
              <ns1:t/>
            </ns1:r>
          </ns1:p>
        </ns0:txBody>
      </ns0:sp>
    </ns0:spTree>
  </ns0:cSld>
  <ns0:clrMapOvr>
    <ns1:masterClrMapping/>
  </ns0:clrMapOvr>
</ns0:sld>
</file>

<file path=ppt/slides/slide3.xml><?xml version="1.0" encoding="utf-8"?>
<ns0:sld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name="TextBox 3" id="3"/>
          <ns0:cNvSpPr txBox="true"/>
          <ns0:nvPr/>
        </ns0:nvSpPr>
        <ns0:spPr>
          <ns1:xfrm rot="0">
            <ns1:off x="1977074" y="3719900"/>
            <ns1:ext cx="10993167" cy="4068064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l">
              <ns1:lnSpc>
                <ns1:spcPts val="5408"/>
              </ns1:lnSpc>
            </ns1:pPr>
            <ns1:r>
              <ns1:rPr lang="en-US" sz="3200">
                <ns1:solidFill>
                  <ns1:srgbClr val="442116"/>
                </ns1:solidFill>
                <ns1:latin typeface="Baloo Tammudu"/>
                <ns1:ea typeface="Baloo Tammudu"/>
                <ns1:cs typeface="Baloo Tammudu"/>
                <ns1:sym typeface="Baloo Tammudu"/>
              </ns1:rPr>
              <ns1:t/>
            </ns1:r>
          </ns1:p>
        </ns0:txBody>
      </ns0:sp>
      <ns0:sp>
        <ns0:nvSpPr>
          <ns0:cNvPr name="TextBox 7" id="7"/>
          <ns0:cNvSpPr txBox="true"/>
          <ns0:nvPr/>
        </ns0:nvSpPr>
        <ns0:spPr>
          <ns1:xfrm rot="0">
            <ns1:off x="1977074" y="2070145"/>
            <ns1:ext cx="8465342" cy="1221097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l">
              <ns1:lnSpc>
                <ns1:spcPts val="8819"/>
              </ns1:lnSpc>
            </ns1:pPr>
            <ns1:r>
              <ns1:rPr lang="en-US" sz="9799">
                <ns1:solidFill>
                  <ns1:srgbClr val="EA8CA4"/>
                </ns1:solidFill>
                <ns1:latin typeface="Balabeloo"/>
                <ns1:ea typeface="Balabeloo"/>
                <ns1:cs typeface="Balabeloo"/>
                <ns1:sym typeface="Balabeloo"/>
              </ns1:rPr>
              <ns1:t/>
            </ns1:r>
            <ns1:r>
              <ns1:rPr lang="en-US" sz="9799">
                <ns1:solidFill>
                  <ns1:srgbClr val="EA8CA4"/>
                </ns1:solidFill>
                <ns1:latin typeface="Balabeloo"/>
                <ns1:ea typeface="Balabeloo"/>
                <ns1:cs typeface="Balabeloo"/>
                <ns1:sym typeface="Balabeloo"/>
              </ns1:rPr>
              <ns1:t/>
            </ns1:r>
          </ns1:p>
        </ns0:txBody>
      </ns0:sp>
    </ns0:spTree>
  </ns0:cSld>
  <ns0:clrMapOvr>
    <ns1:masterClrMapping/>
  </ns0:clrMapOvr>
</ns0:sld>
</file>

<file path=ppt/slides/slide4.xml><?xml version="1.0" encoding="utf-8"?>
<ns0:sld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grpSp>
        <ns0:nvGrpSpPr>
          <ns0:cNvPr name="Group 3" id="3"/>
          <ns0:cNvGrpSpPr/>
          <ns0:nvPr/>
        </ns0:nvGrpSpPr>
        <ns0:grpSpPr>
          <ns1:xfrm rot="0">
            <ns1:off x="1984757" y="3334326"/>
            <ns1:ext cx="14318487" cy="5446271"/>
            <ns1:chOff x="0" y="0"/>
            <ns1:chExt cx="3771124" cy="1434409"/>
          </ns1:xfrm>
        </ns0:grpSpPr>
        <ns0:sp>
          <ns0:nvSpPr>
            <ns0:cNvPr name="Freeform 4" id="4"/>
            <ns0:cNvSpPr/>
            <ns0:nvPr/>
          </ns0:nvSpPr>
          <ns0:spPr>
            <ns1:xfrm flipH="false" flipV="false" rot="0">
              <ns1:off x="0" y="0"/>
              <ns1:ext cx="3771124" cy="1434409"/>
            </ns1:xfrm>
            <ns1:custGeom>
              <ns1:avLst/>
              <ns1:gdLst/>
              <ns1:ahLst/>
              <ns1:cxnLst/>
              <ns1:rect r="r" b="b" t="t" l="l"/>
              <ns1:pathLst>
                <ns1:path h="1434409" w="3771124">
                  <ns1:moveTo>
                    <ns1:pt x="18924" y="0"/>
                  </ns1:moveTo>
                  <ns1:lnTo>
                    <ns1:pt x="3752200" y="0"/>
                  </ns1:lnTo>
                  <ns1:cubicBezTo>
                    <ns1:pt x="3757219" y="0"/>
                    <ns1:pt x="3762032" y="1994"/>
                    <ns1:pt x="3765581" y="5543"/>
                  </ns1:cubicBezTo>
                  <ns1:cubicBezTo>
                    <ns1:pt x="3769130" y="9092"/>
                    <ns1:pt x="3771124" y="13905"/>
                    <ns1:pt x="3771124" y="18924"/>
                  </ns1:cubicBezTo>
                  <ns1:lnTo>
                    <ns1:pt x="3771124" y="1415485"/>
                  </ns1:lnTo>
                  <ns1:cubicBezTo>
                    <ns1:pt x="3771124" y="1420504"/>
                    <ns1:pt x="3769130" y="1425317"/>
                    <ns1:pt x="3765581" y="1428866"/>
                  </ns1:cubicBezTo>
                  <ns1:cubicBezTo>
                    <ns1:pt x="3762032" y="1432415"/>
                    <ns1:pt x="3757219" y="1434409"/>
                    <ns1:pt x="3752200" y="1434409"/>
                  </ns1:cubicBezTo>
                  <ns1:lnTo>
                    <ns1:pt x="18924" y="1434409"/>
                  </ns1:lnTo>
                  <ns1:cubicBezTo>
                    <ns1:pt x="8473" y="1434409"/>
                    <ns1:pt x="0" y="1425936"/>
                    <ns1:pt x="0" y="1415485"/>
                  </ns1:cubicBezTo>
                  <ns1:lnTo>
                    <ns1:pt x="0" y="18924"/>
                  </ns1:lnTo>
                  <ns1:cubicBezTo>
                    <ns1:pt x="0" y="13905"/>
                    <ns1:pt x="1994" y="9092"/>
                    <ns1:pt x="5543" y="5543"/>
                  </ns1:cubicBezTo>
                  <ns1:cubicBezTo>
                    <ns1:pt x="9092" y="1994"/>
                    <ns1:pt x="13905" y="0"/>
                    <ns1:pt x="18924" y="0"/>
                  </ns1:cubicBezTo>
                  <ns1:close/>
                </ns1:path>
              </ns1:pathLst>
            </ns1:custGeom>
            <ns1:solidFill>
              <ns1:srgbClr val="FFF7EE"/>
            </ns1:solidFill>
            <ns1:ln w="38100" cap="rnd">
              <ns1:solidFill>
                <ns1:srgbClr val="552C1F"/>
              </ns1:solidFill>
              <ns1:prstDash val="solid"/>
              <ns1:round/>
            </ns1:ln>
          </ns0:spPr>
        </ns0:sp>
        <ns0:sp>
          <ns0:nvSpPr>
            <ns0:cNvPr name="TextBox 5" id="5"/>
            <ns0:cNvSpPr txBox="true"/>
            <ns0:nvPr/>
          </ns0:nvSpPr>
          <ns0:spPr>
            <ns1:xfrm>
              <ns1:off x="0" y="-38100"/>
              <ns1:ext cx="3771124" cy="1472509"/>
            </ns1:xfrm>
            <ns1:prstGeom prst="rect">
              <ns1:avLst/>
            </ns1:prstGeom>
          </ns0:spPr>
          <ns0:txBody>
            <ns1:bodyPr anchor="ctr" rtlCol="false" tIns="50800" lIns="50800" bIns="50800" rIns="50800"/>
            <ns1:lstStyle/>
            <ns1:p>
              <ns1:pPr algn="ctr">
                <ns1:lnSpc>
                  <ns1:spcPts val="2659"/>
                </ns1:lnSpc>
              </ns1:pPr>
            </ns1:p>
          </ns0:txBody>
        </ns0:sp>
      </ns0:grpSp>
      <ns0:sp>
        <ns0:nvSpPr>
          <ns0:cNvPr name="TextBox 6" id="6"/>
          <ns0:cNvSpPr txBox="true"/>
          <ns0:nvPr/>
        </ns0:nvSpPr>
        <ns0:spPr>
          <ns1:xfrm rot="0">
            <ns1:off x="3386983" y="4052005"/>
            <ns1:ext cx="11514035" cy="4068064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5408"/>
              </ns1:lnSpc>
            </ns1:pPr>
            <ns1:r>
              <ns1:rPr lang="en-US" sz="3200">
                <ns1:solidFill>
                  <ns1:srgbClr val="442116"/>
                </ns1:solidFill>
                <ns1:latin typeface="Baloo Tammudu"/>
                <ns1:ea typeface="Baloo Tammudu"/>
                <ns1:cs typeface="Baloo Tammudu"/>
                <ns1:sym typeface="Baloo Tammudu"/>
              </ns1:rPr>
              <ns1:t/>
            </ns1:r>
          </ns1:p>
        </ns0:txBody>
      </ns0:sp>
      <ns0:sp>
        <ns0:nvSpPr>
          <ns0:cNvPr name="TextBox 10" id="10"/>
          <ns0:cNvSpPr txBox="true"/>
          <ns0:nvPr/>
        </ns0:nvSpPr>
        <ns0:spPr>
          <ns1:xfrm rot="0">
            <ns1:off x="1977074" y="2070145"/>
            <ns1:ext cx="8465342" cy="1221097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l">
              <ns1:lnSpc>
                <ns1:spcPts val="8819"/>
              </ns1:lnSpc>
            </ns1:pPr>
            <ns1:r>
              <ns1:rPr lang="en-US" sz="9799">
                <ns1:solidFill>
                  <ns1:srgbClr val="EA8CA4"/>
                </ns1:solidFill>
                <ns1:latin typeface="Balabeloo"/>
                <ns1:ea typeface="Balabeloo"/>
                <ns1:cs typeface="Balabeloo"/>
                <ns1:sym typeface="Balabeloo"/>
              </ns1:rPr>
              <ns1:t/>
            </ns1:r>
            <ns1:r>
              <ns1:rPr lang="en-US" sz="9799">
                <ns1:solidFill>
                  <ns1:srgbClr val="EA8CA4"/>
                </ns1:solidFill>
                <ns1:latin typeface="Balabeloo"/>
                <ns1:ea typeface="Balabeloo"/>
                <ns1:cs typeface="Balabeloo"/>
                <ns1:sym typeface="Balabeloo"/>
              </ns1:rPr>
              <ns1:t/>
            </ns1:r>
          </ns1:p>
        </ns0:txBody>
      </ns0:sp>
    </ns0:spTree>
  </ns0:cSld>
  <ns0:clrMapOvr>
    <ns1:masterClrMapping/>
  </ns0:clrMapOvr>
</ns0:sld>
</file>

<file path=ppt/slides/slide5.xml><?xml version="1.0" encoding="utf-8"?>
<ns0:sld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grpSp>
        <ns0:nvGrpSpPr>
          <ns0:cNvPr name="Group 3" id="3"/>
          <ns0:cNvGrpSpPr/>
          <ns0:nvPr/>
        </ns0:nvGrpSpPr>
        <ns0:grpSpPr>
          <ns1:xfrm rot="-333073">
            <ns1:off x="1640819" y="5784392"/>
            <ns1:ext cx="7124593" cy="3124769"/>
            <ns1:chOff x="0" y="0"/>
            <ns1:chExt cx="808599" cy="354643"/>
          </ns1:xfrm>
        </ns0:grpSpPr>
        <ns0:sp>
          <ns0:nvSpPr>
            <ns0:cNvPr name="Freeform 4" id="4"/>
            <ns0:cNvSpPr/>
            <ns0:nvPr/>
          </ns0:nvSpPr>
          <ns0:spPr>
            <ns1:xfrm flipH="false" flipV="false" rot="0">
              <ns1:off x="0" y="0"/>
              <ns1:ext cx="808599" cy="354643"/>
            </ns1:xfrm>
            <ns1:custGeom>
              <ns1:avLst/>
              <ns1:gdLst/>
              <ns1:ahLst/>
              <ns1:cxnLst/>
              <ns1:rect r="r" b="b" t="t" l="l"/>
              <ns1:pathLst>
                <ns1:path h="354643" w="808599">
                  <ns1:moveTo>
                    <ns1:pt x="21224" y="0"/>
                  </ns1:moveTo>
                  <ns1:lnTo>
                    <ns1:pt x="787376" y="0"/>
                  </ns1:lnTo>
                  <ns1:cubicBezTo>
                    <ns1:pt x="793004" y="0"/>
                    <ns1:pt x="798403" y="2236"/>
                    <ns1:pt x="802383" y="6216"/>
                  </ns1:cubicBezTo>
                  <ns1:cubicBezTo>
                    <ns1:pt x="806363" y="10196"/>
                    <ns1:pt x="808599" y="15595"/>
                    <ns1:pt x="808599" y="21224"/>
                  </ns1:cubicBezTo>
                  <ns1:lnTo>
                    <ns1:pt x="808599" y="333419"/>
                  </ns1:lnTo>
                  <ns1:cubicBezTo>
                    <ns1:pt x="808599" y="339048"/>
                    <ns1:pt x="806363" y="344446"/>
                    <ns1:pt x="802383" y="348427"/>
                  </ns1:cubicBezTo>
                  <ns1:cubicBezTo>
                    <ns1:pt x="798403" y="352407"/>
                    <ns1:pt x="793004" y="354643"/>
                    <ns1:pt x="787376" y="354643"/>
                  </ns1:cubicBezTo>
                  <ns1:lnTo>
                    <ns1:pt x="21224" y="354643"/>
                  </ns1:lnTo>
                  <ns1:cubicBezTo>
                    <ns1:pt x="15595" y="354643"/>
                    <ns1:pt x="10196" y="352407"/>
                    <ns1:pt x="6216" y="348427"/>
                  </ns1:cubicBezTo>
                  <ns1:cubicBezTo>
                    <ns1:pt x="2236" y="344446"/>
                    <ns1:pt x="0" y="339048"/>
                    <ns1:pt x="0" y="333419"/>
                  </ns1:cubicBezTo>
                  <ns1:lnTo>
                    <ns1:pt x="0" y="21224"/>
                  </ns1:lnTo>
                  <ns1:cubicBezTo>
                    <ns1:pt x="0" y="15595"/>
                    <ns1:pt x="2236" y="10196"/>
                    <ns1:pt x="6216" y="6216"/>
                  </ns1:cubicBezTo>
                  <ns1:cubicBezTo>
                    <ns1:pt x="10196" y="2236"/>
                    <ns1:pt x="15595" y="0"/>
                    <ns1:pt x="21224" y="0"/>
                  </ns1:cubicBezTo>
                  <ns1:close/>
                </ns1:path>
              </ns1:pathLst>
            </ns1:custGeom>
            <ns1:solidFill>
              <ns1:srgbClr val="FFD6DE"/>
            </ns1:solidFill>
            <ns1:ln w="76200" cap="rnd">
              <ns1:solidFill>
                <ns1:srgbClr val="552C1F"/>
              </ns1:solidFill>
              <ns1:prstDash val="solid"/>
              <ns1:round/>
            </ns1:ln>
          </ns0:spPr>
        </ns0:sp>
        <ns0:sp>
          <ns0:nvSpPr>
            <ns0:cNvPr name="TextBox 5" id="5"/>
            <ns0:cNvSpPr txBox="true"/>
            <ns0:nvPr/>
          </ns0:nvSpPr>
          <ns0:spPr>
            <ns1:xfrm>
              <ns1:off x="0" y="-38100"/>
              <ns1:ext cx="808599" cy="392743"/>
            </ns1:xfrm>
            <ns1:prstGeom prst="rect">
              <ns1:avLst/>
            </ns1:prstGeom>
          </ns0:spPr>
          <ns0:txBody>
            <ns1:bodyPr anchor="ctr" rtlCol="false" tIns="50800" lIns="50800" bIns="50800" rIns="50800"/>
            <ns1:lstStyle/>
            <ns1:p>
              <ns1:pPr algn="ctr">
                <ns1:lnSpc>
                  <ns1:spcPts val="2659"/>
                </ns1:lnSpc>
              </ns1:pPr>
            </ns1:p>
          </ns0:txBody>
        </ns0:sp>
      </ns0:grpSp>
      <ns0:grpSp>
        <ns0:nvGrpSpPr>
          <ns0:cNvPr name="Group 6" id="6"/>
          <ns0:cNvGrpSpPr/>
          <ns0:nvPr/>
        </ns0:nvGrpSpPr>
        <ns0:grpSpPr>
          <ns1:xfrm rot="0">
            <ns1:off x="1921484" y="5736358"/>
            <ns1:ext cx="6804391" cy="3521942"/>
            <ns1:chOff x="0" y="0"/>
            <ns1:chExt cx="809701" cy="419100"/>
          </ns1:xfrm>
        </ns0:grpSpPr>
        <ns0:sp>
          <ns0:nvSpPr>
            <ns0:cNvPr name="Freeform 7" id="7"/>
            <ns0:cNvSpPr/>
            <ns0:nvPr/>
          </ns0:nvSpPr>
          <ns0:spPr>
            <ns1:xfrm flipH="false" flipV="false" rot="0">
              <ns1:off x="0" y="0"/>
              <ns1:ext cx="809701" cy="419100"/>
            </ns1:xfrm>
            <ns1:custGeom>
              <ns1:avLst/>
              <ns1:gdLst/>
              <ns1:ahLst/>
              <ns1:cxnLst/>
              <ns1:rect r="r" b="b" t="t" l="l"/>
              <ns1:pathLst>
                <ns1:path h="419100" w="809701">
                  <ns1:moveTo>
                    <ns1:pt x="22222" y="0"/>
                  </ns1:moveTo>
                  <ns1:lnTo>
                    <ns1:pt x="787479" y="0"/>
                  </ns1:lnTo>
                  <ns1:cubicBezTo>
                    <ns1:pt x="799752" y="0"/>
                    <ns1:pt x="809701" y="9949"/>
                    <ns1:pt x="809701" y="22222"/>
                  </ns1:cubicBezTo>
                  <ns1:lnTo>
                    <ns1:pt x="809701" y="396878"/>
                  </ns1:lnTo>
                  <ns1:cubicBezTo>
                    <ns1:pt x="809701" y="409151"/>
                    <ns1:pt x="799752" y="419100"/>
                    <ns1:pt x="787479" y="419100"/>
                  </ns1:cubicBezTo>
                  <ns1:lnTo>
                    <ns1:pt x="22222" y="419100"/>
                  </ns1:lnTo>
                  <ns1:cubicBezTo>
                    <ns1:pt x="9949" y="419100"/>
                    <ns1:pt x="0" y="409151"/>
                    <ns1:pt x="0" y="396878"/>
                  </ns1:cubicBezTo>
                  <ns1:lnTo>
                    <ns1:pt x="0" y="22222"/>
                  </ns1:lnTo>
                  <ns1:cubicBezTo>
                    <ns1:pt x="0" y="9949"/>
                    <ns1:pt x="9949" y="0"/>
                    <ns1:pt x="22222" y="0"/>
                  </ns1:cubicBezTo>
                  <ns1:close/>
                </ns1:path>
              </ns1:pathLst>
            </ns1:custGeom>
            <ns1:solidFill>
              <ns1:srgbClr val="FCF7EA"/>
            </ns1:solidFill>
            <ns1:ln w="76200" cap="rnd">
              <ns1:solidFill>
                <ns1:srgbClr val="552C1F"/>
              </ns1:solidFill>
              <ns1:prstDash val="solid"/>
              <ns1:round/>
            </ns1:ln>
          </ns0:spPr>
        </ns0:sp>
        <ns0:sp>
          <ns0:nvSpPr>
            <ns0:cNvPr name="TextBox 8" id="8"/>
            <ns0:cNvSpPr txBox="true"/>
            <ns0:nvPr/>
          </ns0:nvSpPr>
          <ns0:spPr>
            <ns1:xfrm>
              <ns1:off x="0" y="-38100"/>
              <ns1:ext cx="809701" cy="457200"/>
            </ns1:xfrm>
            <ns1:prstGeom prst="rect">
              <ns1:avLst/>
            </ns1:prstGeom>
          </ns0:spPr>
          <ns0:txBody>
            <ns1:bodyPr anchor="ctr" rtlCol="false" tIns="50800" lIns="50800" bIns="50800" rIns="50800"/>
            <ns1:lstStyle/>
            <ns1:p>
              <ns1:pPr algn="ctr">
                <ns1:lnSpc>
                  <ns1:spcPts val="2659"/>
                </ns1:lnSpc>
              </ns1:pPr>
            </ns1:p>
          </ns0:txBody>
        </ns0:sp>
      </ns0:grpSp>
      <ns0:grpSp>
        <ns0:nvGrpSpPr>
          <ns0:cNvPr name="Group 9" id="9"/>
          <ns0:cNvGrpSpPr/>
          <ns0:nvPr/>
        </ns0:nvGrpSpPr>
        <ns0:grpSpPr>
          <ns1:xfrm rot="-333073">
            <ns1:off x="9642727" y="5784392"/>
            <ns1:ext cx="7124593" cy="3124769"/>
            <ns1:chOff x="0" y="0"/>
            <ns1:chExt cx="808599" cy="354643"/>
          </ns1:xfrm>
        </ns0:grpSpPr>
        <ns0:sp>
          <ns0:nvSpPr>
            <ns0:cNvPr name="Freeform 10" id="10"/>
            <ns0:cNvSpPr/>
            <ns0:nvPr/>
          </ns0:nvSpPr>
          <ns0:spPr>
            <ns1:xfrm flipH="false" flipV="false" rot="0">
              <ns1:off x="0" y="0"/>
              <ns1:ext cx="808599" cy="354643"/>
            </ns1:xfrm>
            <ns1:custGeom>
              <ns1:avLst/>
              <ns1:gdLst/>
              <ns1:ahLst/>
              <ns1:cxnLst/>
              <ns1:rect r="r" b="b" t="t" l="l"/>
              <ns1:pathLst>
                <ns1:path h="354643" w="808599">
                  <ns1:moveTo>
                    <ns1:pt x="21224" y="0"/>
                  </ns1:moveTo>
                  <ns1:lnTo>
                    <ns1:pt x="787376" y="0"/>
                  </ns1:lnTo>
                  <ns1:cubicBezTo>
                    <ns1:pt x="793004" y="0"/>
                    <ns1:pt x="798403" y="2236"/>
                    <ns1:pt x="802383" y="6216"/>
                  </ns1:cubicBezTo>
                  <ns1:cubicBezTo>
                    <ns1:pt x="806363" y="10196"/>
                    <ns1:pt x="808599" y="15595"/>
                    <ns1:pt x="808599" y="21224"/>
                  </ns1:cubicBezTo>
                  <ns1:lnTo>
                    <ns1:pt x="808599" y="333419"/>
                  </ns1:lnTo>
                  <ns1:cubicBezTo>
                    <ns1:pt x="808599" y="339048"/>
                    <ns1:pt x="806363" y="344446"/>
                    <ns1:pt x="802383" y="348427"/>
                  </ns1:cubicBezTo>
                  <ns1:cubicBezTo>
                    <ns1:pt x="798403" y="352407"/>
                    <ns1:pt x="793004" y="354643"/>
                    <ns1:pt x="787376" y="354643"/>
                  </ns1:cubicBezTo>
                  <ns1:lnTo>
                    <ns1:pt x="21224" y="354643"/>
                  </ns1:lnTo>
                  <ns1:cubicBezTo>
                    <ns1:pt x="15595" y="354643"/>
                    <ns1:pt x="10196" y="352407"/>
                    <ns1:pt x="6216" y="348427"/>
                  </ns1:cubicBezTo>
                  <ns1:cubicBezTo>
                    <ns1:pt x="2236" y="344446"/>
                    <ns1:pt x="0" y="339048"/>
                    <ns1:pt x="0" y="333419"/>
                  </ns1:cubicBezTo>
                  <ns1:lnTo>
                    <ns1:pt x="0" y="21224"/>
                  </ns1:lnTo>
                  <ns1:cubicBezTo>
                    <ns1:pt x="0" y="15595"/>
                    <ns1:pt x="2236" y="10196"/>
                    <ns1:pt x="6216" y="6216"/>
                  </ns1:cubicBezTo>
                  <ns1:cubicBezTo>
                    <ns1:pt x="10196" y="2236"/>
                    <ns1:pt x="15595" y="0"/>
                    <ns1:pt x="21224" y="0"/>
                  </ns1:cubicBezTo>
                  <ns1:close/>
                </ns1:path>
              </ns1:pathLst>
            </ns1:custGeom>
            <ns1:solidFill>
              <ns1:srgbClr val="FFD6DE"/>
            </ns1:solidFill>
            <ns1:ln w="76200" cap="rnd">
              <ns1:solidFill>
                <ns1:srgbClr val="552C1F"/>
              </ns1:solidFill>
              <ns1:prstDash val="solid"/>
              <ns1:round/>
            </ns1:ln>
          </ns0:spPr>
        </ns0:sp>
        <ns0:sp>
          <ns0:nvSpPr>
            <ns0:cNvPr name="TextBox 11" id="11"/>
            <ns0:cNvSpPr txBox="true"/>
            <ns0:nvPr/>
          </ns0:nvSpPr>
          <ns0:spPr>
            <ns1:xfrm>
              <ns1:off x="0" y="-38100"/>
              <ns1:ext cx="808599" cy="392743"/>
            </ns1:xfrm>
            <ns1:prstGeom prst="rect">
              <ns1:avLst/>
            </ns1:prstGeom>
          </ns0:spPr>
          <ns0:txBody>
            <ns1:bodyPr anchor="ctr" rtlCol="false" tIns="50800" lIns="50800" bIns="50800" rIns="50800"/>
            <ns1:lstStyle/>
            <ns1:p>
              <ns1:pPr algn="ctr">
                <ns1:lnSpc>
                  <ns1:spcPts val="2659"/>
                </ns1:lnSpc>
              </ns1:pPr>
            </ns1:p>
          </ns0:txBody>
        </ns0:sp>
      </ns0:grpSp>
      <ns0:grpSp>
        <ns0:nvGrpSpPr>
          <ns0:cNvPr name="Group 12" id="12"/>
          <ns0:cNvGrpSpPr/>
          <ns0:nvPr/>
        </ns0:nvGrpSpPr>
        <ns0:grpSpPr>
          <ns1:xfrm rot="0">
            <ns1:off x="9923392" y="5736358"/>
            <ns1:ext cx="6804391" cy="3521942"/>
            <ns1:chOff x="0" y="0"/>
            <ns1:chExt cx="809701" cy="419100"/>
          </ns1:xfrm>
        </ns0:grpSpPr>
        <ns0:sp>
          <ns0:nvSpPr>
            <ns0:cNvPr name="Freeform 13" id="13"/>
            <ns0:cNvSpPr/>
            <ns0:nvPr/>
          </ns0:nvSpPr>
          <ns0:spPr>
            <ns1:xfrm flipH="false" flipV="false" rot="0">
              <ns1:off x="0" y="0"/>
              <ns1:ext cx="809701" cy="419100"/>
            </ns1:xfrm>
            <ns1:custGeom>
              <ns1:avLst/>
              <ns1:gdLst/>
              <ns1:ahLst/>
              <ns1:cxnLst/>
              <ns1:rect r="r" b="b" t="t" l="l"/>
              <ns1:pathLst>
                <ns1:path h="419100" w="809701">
                  <ns1:moveTo>
                    <ns1:pt x="22222" y="0"/>
                  </ns1:moveTo>
                  <ns1:lnTo>
                    <ns1:pt x="787479" y="0"/>
                  </ns1:lnTo>
                  <ns1:cubicBezTo>
                    <ns1:pt x="799752" y="0"/>
                    <ns1:pt x="809701" y="9949"/>
                    <ns1:pt x="809701" y="22222"/>
                  </ns1:cubicBezTo>
                  <ns1:lnTo>
                    <ns1:pt x="809701" y="396878"/>
                  </ns1:lnTo>
                  <ns1:cubicBezTo>
                    <ns1:pt x="809701" y="409151"/>
                    <ns1:pt x="799752" y="419100"/>
                    <ns1:pt x="787479" y="419100"/>
                  </ns1:cubicBezTo>
                  <ns1:lnTo>
                    <ns1:pt x="22222" y="419100"/>
                  </ns1:lnTo>
                  <ns1:cubicBezTo>
                    <ns1:pt x="9949" y="419100"/>
                    <ns1:pt x="0" y="409151"/>
                    <ns1:pt x="0" y="396878"/>
                  </ns1:cubicBezTo>
                  <ns1:lnTo>
                    <ns1:pt x="0" y="22222"/>
                  </ns1:lnTo>
                  <ns1:cubicBezTo>
                    <ns1:pt x="0" y="9949"/>
                    <ns1:pt x="9949" y="0"/>
                    <ns1:pt x="22222" y="0"/>
                  </ns1:cubicBezTo>
                  <ns1:close/>
                </ns1:path>
              </ns1:pathLst>
            </ns1:custGeom>
            <ns1:solidFill>
              <ns1:srgbClr val="FCF7EA"/>
            </ns1:solidFill>
            <ns1:ln w="76200" cap="rnd">
              <ns1:solidFill>
                <ns1:srgbClr val="552C1F"/>
              </ns1:solidFill>
              <ns1:prstDash val="solid"/>
              <ns1:round/>
            </ns1:ln>
          </ns0:spPr>
        </ns0:sp>
        <ns0:sp>
          <ns0:nvSpPr>
            <ns0:cNvPr name="TextBox 14" id="14"/>
            <ns0:cNvSpPr txBox="true"/>
            <ns0:nvPr/>
          </ns0:nvSpPr>
          <ns0:spPr>
            <ns1:xfrm>
              <ns1:off x="0" y="-38100"/>
              <ns1:ext cx="809701" cy="457200"/>
            </ns1:xfrm>
            <ns1:prstGeom prst="rect">
              <ns1:avLst/>
            </ns1:prstGeom>
          </ns0:spPr>
          <ns0:txBody>
            <ns1:bodyPr anchor="ctr" rtlCol="false" tIns="50800" lIns="50800" bIns="50800" rIns="50800"/>
            <ns1:lstStyle/>
            <ns1:p>
              <ns1:pPr algn="ctr">
                <ns1:lnSpc>
                  <ns1:spcPts val="2659"/>
                </ns1:lnSpc>
              </ns1:pPr>
            </ns1:p>
          </ns0:txBody>
        </ns0:sp>
      </ns0:grpSp>
      <ns0:sp>
        <ns0:nvSpPr>
          <ns0:cNvPr name="TextBox 18" id="18"/>
          <ns0:cNvSpPr txBox="true"/>
          <ns0:nvPr/>
        </ns0:nvSpPr>
        <ns0:spPr>
          <ns1:xfrm rot="0">
            <ns1:off x="1977074" y="2070145"/>
            <ns1:ext cx="8465342" cy="1221097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l">
              <ns1:lnSpc>
                <ns1:spcPts val="8819"/>
              </ns1:lnSpc>
            </ns1:pPr>
            <ns1:r>
              <ns1:rPr lang="en-US" sz="9799">
                <ns1:solidFill>
                  <ns1:srgbClr val="EA8CA4"/>
                </ns1:solidFill>
                <ns1:latin typeface="Balabeloo"/>
                <ns1:ea typeface="Balabeloo"/>
                <ns1:cs typeface="Balabeloo"/>
                <ns1:sym typeface="Balabeloo"/>
              </ns1:rPr>
              <ns1:t/>
            </ns1:r>
            <ns1:r>
              <ns1:rPr lang="en-US" sz="9799">
                <ns1:solidFill>
                  <ns1:srgbClr val="EA8CA4"/>
                </ns1:solidFill>
                <ns1:latin typeface="Balabeloo"/>
                <ns1:ea typeface="Balabeloo"/>
                <ns1:cs typeface="Balabeloo"/>
                <ns1:sym typeface="Balabeloo"/>
              </ns1:rPr>
              <ns1:t/>
            </ns1:r>
          </ns1:p>
        </ns0:txBody>
      </ns0:sp>
      <ns0:sp>
        <ns0:nvSpPr>
          <ns0:cNvPr name="TextBox 19" id="19"/>
          <ns0:cNvSpPr txBox="true"/>
          <ns0:nvPr/>
        </ns0:nvSpPr>
        <ns0:spPr>
          <ns1:xfrm rot="0">
            <ns1:off x="1977074" y="3719900"/>
            <ns1:ext cx="15062442" cy="1324864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l">
              <ns1:lnSpc>
                <ns1:spcPts val="5408"/>
              </ns1:lnSpc>
            </ns1:pPr>
            <ns1:r>
              <ns1:rPr lang="en-US" sz="3200">
                <ns1:solidFill>
                  <ns1:srgbClr val="442116"/>
                </ns1:solidFill>
                <ns1:latin typeface="Baloo Tammudu"/>
                <ns1:ea typeface="Baloo Tammudu"/>
                <ns1:cs typeface="Baloo Tammudu"/>
                <ns1:sym typeface="Baloo Tammudu"/>
              </ns1:rPr>
              <ns1:t/>
            </ns1:r>
          </ns1:p>
        </ns0:txBody>
      </ns0:sp>
      <ns0:sp>
        <ns0:nvSpPr>
          <ns0:cNvPr name="TextBox 20" id="20"/>
          <ns0:cNvSpPr txBox="true"/>
          <ns0:nvPr/>
        </ns0:nvSpPr>
        <ns0:spPr>
          <ns1:xfrm rot="0">
            <ns1:off x="2268660" y="6250951"/>
            <ns1:ext cx="6110038" cy="2359405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4732"/>
              </ns1:lnSpc>
            </ns1:pPr>
            <ns1:r>
              <ns1:rPr lang="en-US" sz="2800">
                <ns1:solidFill>
                  <ns1:srgbClr val="442116"/>
                </ns1:solidFill>
                <ns1:latin typeface="Baloo Tammudu"/>
                <ns1:ea typeface="Baloo Tammudu"/>
                <ns1:cs typeface="Baloo Tammudu"/>
                <ns1:sym typeface="Baloo Tammudu"/>
              </ns1:rPr>
              <ns1:t/>
            </ns1:r>
          </ns1:p>
        </ns0:txBody>
      </ns0:sp>
      <ns0:sp>
        <ns0:nvSpPr>
          <ns0:cNvPr name="TextBox 21" id="21"/>
          <ns0:cNvSpPr txBox="true"/>
          <ns0:nvPr/>
        </ns0:nvSpPr>
        <ns0:spPr>
          <ns1:xfrm rot="0">
            <ns1:off x="10270568" y="6250951"/>
            <ns1:ext cx="6110038" cy="2359405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4732"/>
              </ns1:lnSpc>
            </ns1:pPr>
            <ns1:r>
              <ns1:rPr lang="en-US" sz="2800">
                <ns1:solidFill>
                  <ns1:srgbClr val="442116"/>
                </ns1:solidFill>
                <ns1:latin typeface="Baloo Tammudu"/>
                <ns1:ea typeface="Baloo Tammudu"/>
                <ns1:cs typeface="Baloo Tammudu"/>
                <ns1:sym typeface="Baloo Tammudu"/>
              </ns1:rPr>
              <ns1:t/>
            </ns1:r>
          </ns1:p>
        </ns0:txBody>
      </ns0:sp>
    </ns0:spTree>
  </ns0:cSld>
  <ns0:clrMapOvr>
    <ns1:masterClrMapping/>
  </ns0:clrMapOvr>
</ns0:sld>
</file>

<file path=ppt/slides/slide6.xml><?xml version="1.0" encoding="utf-8"?>
<ns0:sld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grpSp>
        <ns0:nvGrpSpPr>
          <ns0:cNvPr name="Group 4" id="4"/>
          <ns0:cNvGrpSpPr/>
          <ns0:nvPr/>
        </ns0:nvGrpSpPr>
        <ns0:grpSpPr>
          <ns1:xfrm rot="0">
            <ns1:off x="7176859" y="4449670"/>
            <ns1:ext cx="4064498" cy="4085118"/>
            <ns1:chOff x="0" y="0"/>
            <ns1:chExt cx="461297" cy="463637"/>
          </ns1:xfrm>
        </ns0:grpSpPr>
        <ns0:sp>
          <ns0:nvSpPr>
            <ns0:cNvPr name="Freeform 5" id="5"/>
            <ns0:cNvSpPr/>
            <ns0:nvPr/>
          </ns0:nvSpPr>
          <ns0:spPr>
            <ns1:xfrm flipH="false" flipV="false" rot="0">
              <ns1:off x="0" y="0"/>
              <ns1:ext cx="461297" cy="463637"/>
            </ns1:xfrm>
            <ns1:custGeom>
              <ns1:avLst/>
              <ns1:gdLst/>
              <ns1:ahLst/>
              <ns1:cxnLst/>
              <ns1:rect r="r" b="b" t="t" l="l"/>
              <ns1:pathLst>
                <ns1:path h="463637" w="461297">
                  <ns1:moveTo>
                    <ns1:pt x="37202" y="0"/>
                  </ns1:moveTo>
                  <ns1:lnTo>
                    <ns1:pt x="424094" y="0"/>
                  </ns1:lnTo>
                  <ns1:cubicBezTo>
                    <ns1:pt x="433961" y="0"/>
                    <ns1:pt x="443423" y="3920"/>
                    <ns1:pt x="450400" y="10896"/>
                  </ns1:cubicBezTo>
                  <ns1:cubicBezTo>
                    <ns1:pt x="457377" y="17873"/>
                    <ns1:pt x="461297" y="27336"/>
                    <ns1:pt x="461297" y="37202"/>
                  </ns1:cubicBezTo>
                  <ns1:lnTo>
                    <ns1:pt x="461297" y="426434"/>
                  </ns1:lnTo>
                  <ns1:cubicBezTo>
                    <ns1:pt x="461297" y="436301"/>
                    <ns1:pt x="457377" y="445763"/>
                    <ns1:pt x="450400" y="452740"/>
                  </ns1:cubicBezTo>
                  <ns1:cubicBezTo>
                    <ns1:pt x="443423" y="459717"/>
                    <ns1:pt x="433961" y="463637"/>
                    <ns1:pt x="424094" y="463637"/>
                  </ns1:cubicBezTo>
                  <ns1:lnTo>
                    <ns1:pt x="37202" y="463637"/>
                  </ns1:lnTo>
                  <ns1:cubicBezTo>
                    <ns1:pt x="27336" y="463637"/>
                    <ns1:pt x="17873" y="459717"/>
                    <ns1:pt x="10896" y="452740"/>
                  </ns1:cubicBezTo>
                  <ns1:cubicBezTo>
                    <ns1:pt x="3920" y="445763"/>
                    <ns1:pt x="0" y="436301"/>
                    <ns1:pt x="0" y="426434"/>
                  </ns1:cubicBezTo>
                  <ns1:lnTo>
                    <ns1:pt x="0" y="37202"/>
                  </ns1:lnTo>
                  <ns1:cubicBezTo>
                    <ns1:pt x="0" y="27336"/>
                    <ns1:pt x="3920" y="17873"/>
                    <ns1:pt x="10896" y="10896"/>
                  </ns1:cubicBezTo>
                  <ns1:cubicBezTo>
                    <ns1:pt x="17873" y="3920"/>
                    <ns1:pt x="27336" y="0"/>
                    <ns1:pt x="37202" y="0"/>
                  </ns1:cubicBezTo>
                  <ns1:close/>
                </ns1:path>
              </ns1:pathLst>
            </ns1:custGeom>
            <ns1:solidFill>
              <ns1:srgbClr val="FCF7EA"/>
            </ns1:solidFill>
            <ns1:ln cap="rnd">
              <ns1:noFill/>
              <ns1:prstDash val="solid"/>
              <ns1:round/>
            </ns1:ln>
          </ns0:spPr>
        </ns0:sp>
        <ns0:sp>
          <ns0:nvSpPr>
            <ns0:cNvPr name="TextBox 6" id="6"/>
            <ns0:cNvSpPr txBox="true"/>
            <ns0:nvPr/>
          </ns0:nvSpPr>
          <ns0:spPr>
            <ns1:xfrm>
              <ns1:off x="0" y="-38100"/>
              <ns1:ext cx="461297" cy="501737"/>
            </ns1:xfrm>
            <ns1:prstGeom prst="rect">
              <ns1:avLst/>
            </ns1:prstGeom>
          </ns0:spPr>
          <ns0:txBody>
            <ns1:bodyPr anchor="ctr" rtlCol="false" tIns="50800" lIns="50800" bIns="50800" rIns="50800"/>
            <ns1:lstStyle/>
            <ns1:p>
              <ns1:pPr algn="ctr">
                <ns1:lnSpc>
                  <ns1:spcPts val="2659"/>
                </ns1:lnSpc>
              </ns1:pPr>
            </ns1:p>
          </ns0:txBody>
        </ns0:sp>
      </ns0:grpSp>
      <ns0:sp>
        <ns0:nvSpPr>
          <ns0:cNvPr name="TextBox 7" id="7"/>
          <ns0:cNvSpPr txBox="true"/>
          <ns0:nvPr/>
        </ns0:nvSpPr>
        <ns0:spPr>
          <ns1:xfrm rot="0">
            <ns1:off x="4911329" y="2070145"/>
            <ns1:ext cx="8465342" cy="1221097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8819"/>
              </ns1:lnSpc>
            </ns1:pPr>
            <ns1:r>
              <ns1:rPr lang="en-US" sz="9799">
                <ns1:solidFill>
                  <ns1:srgbClr val="EA8CA4"/>
                </ns1:solidFill>
                <ns1:latin typeface="Balabeloo"/>
                <ns1:ea typeface="Balabeloo"/>
                <ns1:cs typeface="Balabeloo"/>
                <ns1:sym typeface="Balabeloo"/>
              </ns1:rPr>
              <ns1:t/>
            </ns1:r>
          </ns1:p>
        </ns0:txBody>
      </ns0:sp>
      <ns0:grpSp>
        <ns0:nvGrpSpPr>
          <ns0:cNvPr name="Group 9" id="9"/>
          <ns0:cNvGrpSpPr/>
          <ns0:nvPr/>
        </ns0:nvGrpSpPr>
        <ns0:grpSpPr>
          <ns1:xfrm rot="0">
            <ns1:off x="1860154" y="3690553"/>
            <ns1:ext cx="4064498" cy="4085118"/>
            <ns1:chOff x="0" y="0"/>
            <ns1:chExt cx="461297" cy="463637"/>
          </ns1:xfrm>
        </ns0:grpSpPr>
        <ns0:sp>
          <ns0:nvSpPr>
            <ns0:cNvPr name="Freeform 10" id="10"/>
            <ns0:cNvSpPr/>
            <ns0:nvPr/>
          </ns0:nvSpPr>
          <ns0:spPr>
            <ns1:xfrm flipH="false" flipV="false" rot="0">
              <ns1:off x="0" y="0"/>
              <ns1:ext cx="461297" cy="463637"/>
            </ns1:xfrm>
            <ns1:custGeom>
              <ns1:avLst/>
              <ns1:gdLst/>
              <ns1:ahLst/>
              <ns1:cxnLst/>
              <ns1:rect r="r" b="b" t="t" l="l"/>
              <ns1:pathLst>
                <ns1:path h="463637" w="461297">
                  <ns1:moveTo>
                    <ns1:pt x="37202" y="0"/>
                  </ns1:moveTo>
                  <ns1:lnTo>
                    <ns1:pt x="424094" y="0"/>
                  </ns1:lnTo>
                  <ns1:cubicBezTo>
                    <ns1:pt x="433961" y="0"/>
                    <ns1:pt x="443423" y="3920"/>
                    <ns1:pt x="450400" y="10896"/>
                  </ns1:cubicBezTo>
                  <ns1:cubicBezTo>
                    <ns1:pt x="457377" y="17873"/>
                    <ns1:pt x="461297" y="27336"/>
                    <ns1:pt x="461297" y="37202"/>
                  </ns1:cubicBezTo>
                  <ns1:lnTo>
                    <ns1:pt x="461297" y="426434"/>
                  </ns1:lnTo>
                  <ns1:cubicBezTo>
                    <ns1:pt x="461297" y="436301"/>
                    <ns1:pt x="457377" y="445763"/>
                    <ns1:pt x="450400" y="452740"/>
                  </ns1:cubicBezTo>
                  <ns1:cubicBezTo>
                    <ns1:pt x="443423" y="459717"/>
                    <ns1:pt x="433961" y="463637"/>
                    <ns1:pt x="424094" y="463637"/>
                  </ns1:cubicBezTo>
                  <ns1:lnTo>
                    <ns1:pt x="37202" y="463637"/>
                  </ns1:lnTo>
                  <ns1:cubicBezTo>
                    <ns1:pt x="27336" y="463637"/>
                    <ns1:pt x="17873" y="459717"/>
                    <ns1:pt x="10896" y="452740"/>
                  </ns1:cubicBezTo>
                  <ns1:cubicBezTo>
                    <ns1:pt x="3920" y="445763"/>
                    <ns1:pt x="0" y="436301"/>
                    <ns1:pt x="0" y="426434"/>
                  </ns1:cubicBezTo>
                  <ns1:lnTo>
                    <ns1:pt x="0" y="37202"/>
                  </ns1:lnTo>
                  <ns1:cubicBezTo>
                    <ns1:pt x="0" y="27336"/>
                    <ns1:pt x="3920" y="17873"/>
                    <ns1:pt x="10896" y="10896"/>
                  </ns1:cubicBezTo>
                  <ns1:cubicBezTo>
                    <ns1:pt x="17873" y="3920"/>
                    <ns1:pt x="27336" y="0"/>
                    <ns1:pt x="37202" y="0"/>
                  </ns1:cubicBezTo>
                  <ns1:close/>
                </ns1:path>
              </ns1:pathLst>
            </ns1:custGeom>
            <ns1:solidFill>
              <ns1:srgbClr val="FCF7EA"/>
            </ns1:solidFill>
            <ns1:ln cap="rnd">
              <ns1:noFill/>
              <ns1:prstDash val="solid"/>
              <ns1:round/>
            </ns1:ln>
          </ns0:spPr>
        </ns0:sp>
        <ns0:sp>
          <ns0:nvSpPr>
            <ns0:cNvPr name="TextBox 11" id="11"/>
            <ns0:cNvSpPr txBox="true"/>
            <ns0:nvPr/>
          </ns0:nvSpPr>
          <ns0:spPr>
            <ns1:xfrm>
              <ns1:off x="0" y="-38100"/>
              <ns1:ext cx="461297" cy="501737"/>
            </ns1:xfrm>
            <ns1:prstGeom prst="rect">
              <ns1:avLst/>
            </ns1:prstGeom>
          </ns0:spPr>
          <ns0:txBody>
            <ns1:bodyPr anchor="ctr" rtlCol="false" tIns="50800" lIns="50800" bIns="50800" rIns="50800"/>
            <ns1:lstStyle/>
            <ns1:p>
              <ns1:pPr algn="ctr">
                <ns1:lnSpc>
                  <ns1:spcPts val="2659"/>
                </ns1:lnSpc>
              </ns1:pPr>
            </ns1:p>
          </ns0:txBody>
        </ns0:sp>
      </ns0:grpSp>
      <ns0:grpSp>
        <ns0:nvGrpSpPr>
          <ns0:cNvPr name="Group 13" id="13"/>
          <ns0:cNvGrpSpPr/>
          <ns0:nvPr/>
        </ns0:nvGrpSpPr>
        <ns0:grpSpPr>
          <ns1:xfrm rot="0">
            <ns1:off x="12497328" y="3690553"/>
            <ns1:ext cx="4064498" cy="4085118"/>
            <ns1:chOff x="0" y="0"/>
            <ns1:chExt cx="461297" cy="463637"/>
          </ns1:xfrm>
        </ns0:grpSpPr>
        <ns0:sp>
          <ns0:nvSpPr>
            <ns0:cNvPr name="Freeform 14" id="14"/>
            <ns0:cNvSpPr/>
            <ns0:nvPr/>
          </ns0:nvSpPr>
          <ns0:spPr>
            <ns1:xfrm flipH="false" flipV="false" rot="0">
              <ns1:off x="0" y="0"/>
              <ns1:ext cx="461297" cy="463637"/>
            </ns1:xfrm>
            <ns1:custGeom>
              <ns1:avLst/>
              <ns1:gdLst/>
              <ns1:ahLst/>
              <ns1:cxnLst/>
              <ns1:rect r="r" b="b" t="t" l="l"/>
              <ns1:pathLst>
                <ns1:path h="463637" w="461297">
                  <ns1:moveTo>
                    <ns1:pt x="37202" y="0"/>
                  </ns1:moveTo>
                  <ns1:lnTo>
                    <ns1:pt x="424094" y="0"/>
                  </ns1:lnTo>
                  <ns1:cubicBezTo>
                    <ns1:pt x="433961" y="0"/>
                    <ns1:pt x="443423" y="3920"/>
                    <ns1:pt x="450400" y="10896"/>
                  </ns1:cubicBezTo>
                  <ns1:cubicBezTo>
                    <ns1:pt x="457377" y="17873"/>
                    <ns1:pt x="461297" y="27336"/>
                    <ns1:pt x="461297" y="37202"/>
                  </ns1:cubicBezTo>
                  <ns1:lnTo>
                    <ns1:pt x="461297" y="426434"/>
                  </ns1:lnTo>
                  <ns1:cubicBezTo>
                    <ns1:pt x="461297" y="436301"/>
                    <ns1:pt x="457377" y="445763"/>
                    <ns1:pt x="450400" y="452740"/>
                  </ns1:cubicBezTo>
                  <ns1:cubicBezTo>
                    <ns1:pt x="443423" y="459717"/>
                    <ns1:pt x="433961" y="463637"/>
                    <ns1:pt x="424094" y="463637"/>
                  </ns1:cubicBezTo>
                  <ns1:lnTo>
                    <ns1:pt x="37202" y="463637"/>
                  </ns1:lnTo>
                  <ns1:cubicBezTo>
                    <ns1:pt x="27336" y="463637"/>
                    <ns1:pt x="17873" y="459717"/>
                    <ns1:pt x="10896" y="452740"/>
                  </ns1:cubicBezTo>
                  <ns1:cubicBezTo>
                    <ns1:pt x="3920" y="445763"/>
                    <ns1:pt x="0" y="436301"/>
                    <ns1:pt x="0" y="426434"/>
                  </ns1:cubicBezTo>
                  <ns1:lnTo>
                    <ns1:pt x="0" y="37202"/>
                  </ns1:lnTo>
                  <ns1:cubicBezTo>
                    <ns1:pt x="0" y="27336"/>
                    <ns1:pt x="3920" y="17873"/>
                    <ns1:pt x="10896" y="10896"/>
                  </ns1:cubicBezTo>
                  <ns1:cubicBezTo>
                    <ns1:pt x="17873" y="3920"/>
                    <ns1:pt x="27336" y="0"/>
                    <ns1:pt x="37202" y="0"/>
                  </ns1:cubicBezTo>
                  <ns1:close/>
                </ns1:path>
              </ns1:pathLst>
            </ns1:custGeom>
            <ns1:solidFill>
              <ns1:srgbClr val="FCF7EA"/>
            </ns1:solidFill>
            <ns1:ln cap="rnd">
              <ns1:noFill/>
              <ns1:prstDash val="solid"/>
              <ns1:round/>
            </ns1:ln>
          </ns0:spPr>
        </ns0:sp>
        <ns0:sp>
          <ns0:nvSpPr>
            <ns0:cNvPr name="TextBox 15" id="15"/>
            <ns0:cNvSpPr txBox="true"/>
            <ns0:nvPr/>
          </ns0:nvSpPr>
          <ns0:spPr>
            <ns1:xfrm>
              <ns1:off x="0" y="-38100"/>
              <ns1:ext cx="461297" cy="501737"/>
            </ns1:xfrm>
            <ns1:prstGeom prst="rect">
              <ns1:avLst/>
            </ns1:prstGeom>
          </ns0:spPr>
          <ns0:txBody>
            <ns1:bodyPr anchor="ctr" rtlCol="false" tIns="50800" lIns="50800" bIns="50800" rIns="50800"/>
            <ns1:lstStyle/>
            <ns1:p>
              <ns1:pPr algn="ctr">
                <ns1:lnSpc>
                  <ns1:spcPts val="2659"/>
                </ns1:lnSpc>
              </ns1:pPr>
            </ns1:p>
          </ns0:txBody>
        </ns0:sp>
      </ns0:grpSp>
      <ns0:sp>
        <ns0:nvSpPr>
          <ns0:cNvPr name="TextBox 20" id="20"/>
          <ns0:cNvSpPr txBox="true"/>
          <ns0:nvPr/>
        </ns0:nvSpPr>
        <ns0:spPr>
          <ns1:xfrm rot="0">
            <ns1:off x="7237903" y="4934740"/>
            <ns1:ext cx="3831244" cy="3559555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4732"/>
              </ns1:lnSpc>
            </ns1:pPr>
            <ns1:r>
              <ns1:rPr lang="en-US" sz="2800">
                <ns1:solidFill>
                  <ns1:srgbClr val="442116"/>
                </ns1:solidFill>
                <ns1:latin typeface="Baloo Tammudu"/>
                <ns1:ea typeface="Baloo Tammudu"/>
                <ns1:cs typeface="Baloo Tammudu"/>
                <ns1:sym typeface="Baloo Tammudu"/>
              </ns1:rPr>
              <ns1:t/>
            </ns1:r>
          </ns1:p>
        </ns0:txBody>
      </ns0:sp>
      <ns0:sp>
        <ns0:nvSpPr>
          <ns0:cNvPr name="TextBox 21" id="21"/>
          <ns0:cNvSpPr txBox="true"/>
          <ns0:nvPr/>
        </ns0:nvSpPr>
        <ns0:spPr>
          <ns1:xfrm rot="0">
            <ns1:off x="1921198" y="4175623"/>
            <ns1:ext cx="3831244" cy="3559555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4732"/>
              </ns1:lnSpc>
            </ns1:pPr>
            <ns1:r>
              <ns1:rPr lang="en-US" sz="2800">
                <ns1:solidFill>
                  <ns1:srgbClr val="442116"/>
                </ns1:solidFill>
                <ns1:latin typeface="Baloo Tammudu"/>
                <ns1:ea typeface="Baloo Tammudu"/>
                <ns1:cs typeface="Baloo Tammudu"/>
                <ns1:sym typeface="Baloo Tammudu"/>
              </ns1:rPr>
              <ns1:t/>
            </ns1:r>
          </ns1:p>
        </ns0:txBody>
      </ns0:sp>
      <ns0:sp>
        <ns0:nvSpPr>
          <ns0:cNvPr name="TextBox 22" id="22"/>
          <ns0:cNvSpPr txBox="true"/>
          <ns0:nvPr/>
        </ns0:nvSpPr>
        <ns0:spPr>
          <ns1:xfrm rot="0">
            <ns1:off x="12558372" y="4175623"/>
            <ns1:ext cx="3831244" cy="3559555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4732"/>
              </ns1:lnSpc>
            </ns1:pPr>
            <ns1:r>
              <ns1:rPr lang="en-US" sz="2800">
                <ns1:solidFill>
                  <ns1:srgbClr val="442116"/>
                </ns1:solidFill>
                <ns1:latin typeface="Baloo Tammudu"/>
                <ns1:ea typeface="Baloo Tammudu"/>
                <ns1:cs typeface="Baloo Tammudu"/>
                <ns1:sym typeface="Baloo Tammudu"/>
              </ns1:rPr>
              <ns1:t/>
            </ns1:r>
          </ns1:p>
        </ns0:txBody>
      </ns0:sp>
    </ns0:spTree>
  </ns0:cSld>
  <ns0:clrMapOvr>
    <ns1:masterClrMapping/>
  </ns0:clrMapOvr>
</ns0:sld>
</file>

<file path=ppt/slides/slide7.xml><?xml version="1.0" encoding="utf-8"?>
<ns0:sld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name="TextBox 6" id="6"/>
          <ns0:cNvSpPr txBox="true"/>
          <ns0:nvPr/>
        </ns0:nvSpPr>
        <ns0:spPr>
          <ns1:xfrm rot="0">
            <ns1:off x="8487914" y="3867480"/>
            <ns1:ext cx="8551603" cy="4753864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l">
              <ns1:lnSpc>
                <ns1:spcPts val="5408"/>
              </ns1:lnSpc>
            </ns1:pPr>
            <ns1:r>
              <ns1:rPr lang="en-US" sz="3200">
                <ns1:solidFill>
                  <ns1:srgbClr val="442116"/>
                </ns1:solidFill>
                <ns1:latin typeface="Baloo Tammudu"/>
                <ns1:ea typeface="Baloo Tammudu"/>
                <ns1:cs typeface="Baloo Tammudu"/>
                <ns1:sym typeface="Baloo Tammudu"/>
              </ns1:rPr>
              <ns1:t/>
            </ns1:r>
          </ns1:p>
        </ns0:txBody>
      </ns0:sp>
      <ns0:sp>
        <ns0:nvSpPr>
          <ns0:cNvPr name="TextBox 9" id="9"/>
          <ns0:cNvSpPr txBox="true"/>
          <ns0:nvPr/>
        </ns0:nvSpPr>
        <ns0:spPr>
          <ns1:xfrm rot="0">
            <ns1:off x="1977074" y="2070145"/>
            <ns1:ext cx="8465342" cy="1221097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l">
              <ns1:lnSpc>
                <ns1:spcPts val="8819"/>
              </ns1:lnSpc>
            </ns1:pPr>
            <ns1:r>
              <ns1:rPr lang="en-US" sz="9799">
                <ns1:solidFill>
                  <ns1:srgbClr val="EA8CA4"/>
                </ns1:solidFill>
                <ns1:latin typeface="Balabeloo"/>
                <ns1:ea typeface="Balabeloo"/>
                <ns1:cs typeface="Balabeloo"/>
                <ns1:sym typeface="Balabeloo"/>
              </ns1:rPr>
              <ns1:t/>
            </ns1:r>
            <ns1:r>
              <ns1:rPr lang="en-US" sz="9799">
                <ns1:solidFill>
                  <ns1:srgbClr val="EA8CA4"/>
                </ns1:solidFill>
                <ns1:latin typeface="Balabeloo"/>
                <ns1:ea typeface="Balabeloo"/>
                <ns1:cs typeface="Balabeloo"/>
                <ns1:sym typeface="Balabeloo"/>
              </ns1:rPr>
              <ns1:t/>
            </ns1:r>
          </ns1:p>
        </ns0:txBody>
      </ns0:sp>
      <ns0:sp>
        <ns0:nvSpPr>
          <ns0:cNvPr name="TextBox 10" id="10"/>
          <ns0:cNvSpPr txBox="true"/>
          <ns0:nvPr/>
        </ns0:nvSpPr>
        <ns0:spPr>
          <ns1:xfrm rot="0">
            <ns1:off x="3125319" y="4776390"/>
            <ns1:ext cx="4250949" cy="2964620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4784"/>
              </ns1:lnSpc>
            </ns1:pPr>
            <ns1:r>
              <ns1:rPr lang="en-US" sz="2831">
                <ns1:solidFill>
                  <ns1:srgbClr val="442116"/>
                </ns1:solidFill>
                <ns1:latin typeface="Baloo Tammudu"/>
                <ns1:ea typeface="Baloo Tammudu"/>
                <ns1:cs typeface="Baloo Tammudu"/>
                <ns1:sym typeface="Baloo Tammudu"/>
              </ns1:rPr>
              <ns1:t/>
            </ns1:r>
          </ns1:p>
        </ns0:txBody>
      </ns0:sp>
    </ns0:spTree>
  </ns0:cSld>
  <ns0:clrMapOvr>
    <ns1:masterClrMapping/>
  </ns0:clrMapOvr>
</ns0:sld>
</file>

<file path=ppt/slides/slide8.xml><?xml version="1.0" encoding="utf-8"?>
<ns0:sld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name="TextBox 8" id="8"/>
          <ns0:cNvSpPr txBox="true"/>
          <ns0:nvPr/>
        </ns0:nvSpPr>
        <ns0:spPr>
          <ns1:xfrm rot="0">
            <ns1:off x="1643164" y="3731232"/>
            <ns1:ext cx="8875453" cy="4753864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l" marL="690881" indent="-345440" lvl="1">
              <ns1:lnSpc>
                <ns1:spcPts val="5408"/>
              </ns1:lnSpc>
              <ns1:buFont typeface="Arial"/>
              <ns1:buChar char="•"/>
            </ns1:pPr>
            <ns1:r>
              <ns1:rPr lang="en-US" sz="3200">
                <ns1:solidFill>
                  <ns1:srgbClr val="442116"/>
                </ns1:solidFill>
                <ns1:latin typeface="Baloo Tammudu"/>
                <ns1:ea typeface="Baloo Tammudu"/>
                <ns1:cs typeface="Baloo Tammudu"/>
                <ns1:sym typeface="Baloo Tammudu"/>
              </ns1:rPr>
              <ns1:t/>
            </ns1:r>
          </ns1:p>
          <ns1:p>
            <ns1:pPr algn="l">
              <ns1:lnSpc>
                <ns1:spcPts val="5408"/>
              </ns1:lnSpc>
            </ns1:pPr>
          </ns1:p>
          <ns1:p>
            <ns1:pPr algn="l" marL="690881" indent="-345440" lvl="1">
              <ns1:lnSpc>
                <ns1:spcPts val="5408"/>
              </ns1:lnSpc>
              <ns1:buFont typeface="Arial"/>
              <ns1:buChar char="•"/>
            </ns1:pPr>
            <ns1:r>
              <ns1:rPr lang="en-US" sz="3200">
                <ns1:solidFill>
                  <ns1:srgbClr val="442116"/>
                </ns1:solidFill>
                <ns1:latin typeface="Baloo Tammudu"/>
                <ns1:ea typeface="Baloo Tammudu"/>
                <ns1:cs typeface="Baloo Tammudu"/>
                <ns1:sym typeface="Baloo Tammudu"/>
              </ns1:rPr>
              <ns1:t/>
            </ns1:r>
          </ns1:p>
        </ns0:txBody>
      </ns0:sp>
      <ns0:sp>
        <ns0:nvSpPr>
          <ns0:cNvPr name="TextBox 11" id="11"/>
          <ns0:cNvSpPr txBox="true"/>
          <ns0:nvPr/>
        </ns0:nvSpPr>
        <ns0:spPr>
          <ns1:xfrm rot="0">
            <ns1:off x="1977074" y="2070145"/>
            <ns1:ext cx="8465342" cy="1221097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l">
              <ns1:lnSpc>
                <ns1:spcPts val="8819"/>
              </ns1:lnSpc>
            </ns1:pPr>
            <ns1:r>
              <ns1:rPr lang="en-US" sz="9799">
                <ns1:solidFill>
                  <ns1:srgbClr val="EA8CA4"/>
                </ns1:solidFill>
                <ns1:latin typeface="Balabeloo"/>
                <ns1:ea typeface="Balabeloo"/>
                <ns1:cs typeface="Balabeloo"/>
                <ns1:sym typeface="Balabeloo"/>
              </ns1:rPr>
              <ns1:t/>
            </ns1:r>
            <ns1:r>
              <ns1:rPr lang="en-US" sz="9799">
                <ns1:solidFill>
                  <ns1:srgbClr val="EA8CA4"/>
                </ns1:solidFill>
                <ns1:latin typeface="Balabeloo"/>
                <ns1:ea typeface="Balabeloo"/>
                <ns1:cs typeface="Balabeloo"/>
                <ns1:sym typeface="Balabeloo"/>
              </ns1:rPr>
              <ns1:t/>
            </ns1:r>
          </ns1:p>
        </ns0:txBody>
      </ns0:sp>
    </ns0:spTree>
  </ns0:cSld>
  <ns0:clrMapOvr>
    <ns1:masterClrMapping/>
  </ns0:clrMapOvr>
</ns0:sld>
</file>

<file path=ppt/slides/slide9.xml><?xml version="1.0" encoding="utf-8"?>
<ns0:sld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grpSp>
        <ns0:nvGrpSpPr>
          <ns0:cNvPr name="Group 4" id="4"/>
          <ns0:cNvGrpSpPr/>
          <ns0:nvPr/>
        </ns0:nvGrpSpPr>
        <ns0:grpSpPr>
          <ns1:xfrm rot="0">
            <ns1:off x="1984757" y="7054140"/>
            <ns1:ext cx="14318487" cy="2093189"/>
            <ns1:chOff x="0" y="0"/>
            <ns1:chExt cx="3771124" cy="551293"/>
          </ns1:xfrm>
        </ns0:grpSpPr>
        <ns0:sp>
          <ns0:nvSpPr>
            <ns0:cNvPr name="Freeform 5" id="5"/>
            <ns0:cNvSpPr/>
            <ns0:nvPr/>
          </ns0:nvSpPr>
          <ns0:spPr>
            <ns1:xfrm flipH="false" flipV="false" rot="0">
              <ns1:off x="0" y="0"/>
              <ns1:ext cx="3771124" cy="551293"/>
            </ns1:xfrm>
            <ns1:custGeom>
              <ns1:avLst/>
              <ns1:gdLst/>
              <ns1:ahLst/>
              <ns1:cxnLst/>
              <ns1:rect r="r" b="b" t="t" l="l"/>
              <ns1:pathLst>
                <ns1:path h="551293" w="3771124">
                  <ns1:moveTo>
                    <ns1:pt x="18924" y="0"/>
                  </ns1:moveTo>
                  <ns1:lnTo>
                    <ns1:pt x="3752200" y="0"/>
                  </ns1:lnTo>
                  <ns1:cubicBezTo>
                    <ns1:pt x="3757219" y="0"/>
                    <ns1:pt x="3762032" y="1994"/>
                    <ns1:pt x="3765581" y="5543"/>
                  </ns1:cubicBezTo>
                  <ns1:cubicBezTo>
                    <ns1:pt x="3769130" y="9092"/>
                    <ns1:pt x="3771124" y="13905"/>
                    <ns1:pt x="3771124" y="18924"/>
                  </ns1:cubicBezTo>
                  <ns1:lnTo>
                    <ns1:pt x="3771124" y="532368"/>
                  </ns1:lnTo>
                  <ns1:cubicBezTo>
                    <ns1:pt x="3771124" y="537387"/>
                    <ns1:pt x="3769130" y="542201"/>
                    <ns1:pt x="3765581" y="545750"/>
                  </ns1:cubicBezTo>
                  <ns1:cubicBezTo>
                    <ns1:pt x="3762032" y="549299"/>
                    <ns1:pt x="3757219" y="551293"/>
                    <ns1:pt x="3752200" y="551293"/>
                  </ns1:cubicBezTo>
                  <ns1:lnTo>
                    <ns1:pt x="18924" y="551293"/>
                  </ns1:lnTo>
                  <ns1:cubicBezTo>
                    <ns1:pt x="8473" y="551293"/>
                    <ns1:pt x="0" y="542820"/>
                    <ns1:pt x="0" y="532368"/>
                  </ns1:cubicBezTo>
                  <ns1:lnTo>
                    <ns1:pt x="0" y="18924"/>
                  </ns1:lnTo>
                  <ns1:cubicBezTo>
                    <ns1:pt x="0" y="13905"/>
                    <ns1:pt x="1994" y="9092"/>
                    <ns1:pt x="5543" y="5543"/>
                  </ns1:cubicBezTo>
                  <ns1:cubicBezTo>
                    <ns1:pt x="9092" y="1994"/>
                    <ns1:pt x="13905" y="0"/>
                    <ns1:pt x="18924" y="0"/>
                  </ns1:cubicBezTo>
                  <ns1:close/>
                </ns1:path>
              </ns1:pathLst>
            </ns1:custGeom>
            <ns1:solidFill>
              <ns1:srgbClr val="FFF7EE"/>
            </ns1:solidFill>
            <ns1:ln w="38100" cap="rnd">
              <ns1:solidFill>
                <ns1:srgbClr val="552C1F"/>
              </ns1:solidFill>
              <ns1:prstDash val="solid"/>
              <ns1:round/>
            </ns1:ln>
          </ns0:spPr>
        </ns0:sp>
        <ns0:sp>
          <ns0:nvSpPr>
            <ns0:cNvPr name="TextBox 6" id="6"/>
            <ns0:cNvSpPr txBox="true"/>
            <ns0:nvPr/>
          </ns0:nvSpPr>
          <ns0:spPr>
            <ns1:xfrm>
              <ns1:off x="0" y="-38100"/>
              <ns1:ext cx="3771124" cy="589393"/>
            </ns1:xfrm>
            <ns1:prstGeom prst="rect">
              <ns1:avLst/>
            </ns1:prstGeom>
          </ns0:spPr>
          <ns0:txBody>
            <ns1:bodyPr anchor="ctr" rtlCol="false" tIns="50800" lIns="50800" bIns="50800" rIns="50800"/>
            <ns1:lstStyle/>
            <ns1:p>
              <ns1:pPr algn="ctr">
                <ns1:lnSpc>
                  <ns1:spcPts val="2659"/>
                </ns1:lnSpc>
              </ns1:pPr>
            </ns1:p>
          </ns0:txBody>
        </ns0:sp>
      </ns0:grpSp>
      <ns0:sp>
        <ns0:nvSpPr>
          <ns0:cNvPr name="TextBox 11" id="11"/>
          <ns0:cNvSpPr txBox="true"/>
          <ns0:nvPr/>
        </ns0:nvSpPr>
        <ns0:spPr>
          <ns1:xfrm rot="0">
            <ns1:off x="4911329" y="2070145"/>
            <ns1:ext cx="8465342" cy="1221097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8819"/>
              </ns1:lnSpc>
            </ns1:pPr>
            <ns1:r>
              <ns1:rPr lang="en-US" sz="9799">
                <ns1:solidFill>
                  <ns1:srgbClr val="EA8CA4"/>
                </ns1:solidFill>
                <ns1:latin typeface="Balabeloo"/>
                <ns1:ea typeface="Balabeloo"/>
                <ns1:cs typeface="Balabeloo"/>
                <ns1:sym typeface="Balabeloo"/>
              </ns1:rPr>
              <ns1:t/>
            </ns1:r>
            <ns1:r>
              <ns1:rPr lang="en-US" sz="9799">
                <ns1:solidFill>
                  <ns1:srgbClr val="EA8CA4"/>
                </ns1:solidFill>
                <ns1:latin typeface="Balabeloo"/>
                <ns1:ea typeface="Balabeloo"/>
                <ns1:cs typeface="Balabeloo"/>
                <ns1:sym typeface="Balabeloo"/>
              </ns1:rPr>
              <ns1:t/>
            </ns1:r>
          </ns1:p>
        </ns0:txBody>
      </ns0:sp>
      <ns0:sp>
        <ns0:nvSpPr>
          <ns0:cNvPr name="TextBox 12" id="12"/>
          <ns0:cNvSpPr txBox="true"/>
          <ns0:nvPr/>
        </ns0:nvSpPr>
        <ns0:spPr>
          <ns1:xfrm rot="0">
            <ns1:off x="2262104" y="7277997"/>
            <ns1:ext cx="13763792" cy="1652254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4475"/>
              </ns1:lnSpc>
            </ns1:pPr>
            <ns1:r>
              <ns1:rPr lang="en-US" sz="2648">
                <ns1:solidFill>
                  <ns1:srgbClr val="442116"/>
                </ns1:solidFill>
                <ns1:latin typeface="Baloo Tammudu"/>
                <ns1:ea typeface="Baloo Tammudu"/>
                <ns1:cs typeface="Baloo Tammudu"/>
                <ns1:sym typeface="Baloo Tammudu"/>
              </ns1:rPr>
              <ns1:t/>
            </ns1:r>
          </ns1:p>
        </ns0:txBody>
      </ns0:sp>
    </ns0:spTree>
  </ns0:cSld>
  <ns0:clrMapOvr>
    <ns1:masterClrMapping/>
  </ns0:clrMapOvr>
</ns0:sld>
</file>

<file path=ppt/slides/slide10.xml><?xml version="1.0" encoding="utf-8"?>
<ns0:sld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name="TextBox 3" id="3"/>
          <ns0:cNvSpPr txBox="true"/>
          <ns0:nvPr/>
        </ns0:nvSpPr>
        <ns0:spPr>
          <ns1:xfrm rot="0">
            <ns1:off x="1977074" y="3719900"/>
            <ns1:ext cx="10993167" cy="4068064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l">
              <ns1:lnSpc>
                <ns1:spcPts val="5408"/>
              </ns1:lnSpc>
            </ns1:pPr>
            <ns1:r>
              <ns1:rPr lang="en-US" sz="3200">
                <ns1:solidFill>
                  <ns1:srgbClr val="442116"/>
                </ns1:solidFill>
                <ns1:latin typeface="Baloo Tammudu"/>
                <ns1:ea typeface="Baloo Tammudu"/>
                <ns1:cs typeface="Baloo Tammudu"/>
                <ns1:sym typeface="Baloo Tammudu"/>
              </ns1:rPr>
              <ns1:t/>
            </ns1:r>
          </ns1:p>
        </ns0:txBody>
      </ns0:sp>
      <ns0:sp>
        <ns0:nvSpPr>
          <ns0:cNvPr name="TextBox 8" id="8"/>
          <ns0:cNvSpPr txBox="true"/>
          <ns0:nvPr/>
        </ns0:nvSpPr>
        <ns0:spPr>
          <ns1:xfrm rot="0">
            <ns1:off x="1977074" y="2070145"/>
            <ns1:ext cx="8465342" cy="1221097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l">
              <ns1:lnSpc>
                <ns1:spcPts val="8819"/>
              </ns1:lnSpc>
            </ns1:pPr>
            <ns1:r>
              <ns1:rPr lang="en-US" sz="9799">
                <ns1:solidFill>
                  <ns1:srgbClr val="EA8CA4"/>
                </ns1:solidFill>
                <ns1:latin typeface="Balabeloo"/>
                <ns1:ea typeface="Balabeloo"/>
                <ns1:cs typeface="Balabeloo"/>
                <ns1:sym typeface="Balabeloo"/>
              </ns1:rPr>
              <ns1:t/>
            </ns1:r>
            <ns1:r>
              <ns1:rPr lang="en-US" sz="9799">
                <ns1:solidFill>
                  <ns1:srgbClr val="EA8CA4"/>
                </ns1:solidFill>
                <ns1:latin typeface="Balabeloo"/>
                <ns1:ea typeface="Balabeloo"/>
                <ns1:cs typeface="Balabeloo"/>
                <ns1:sym typeface="Balabeloo"/>
              </ns1:rPr>
              <ns1:t/>
            </ns1:r>
          </ns1:p>
        </ns0:txBody>
      </ns0:sp>
    </ns0:spTree>
  </ns0:cSld>
  <ns0:clrMapOvr>
    <ns1:masterClrMapping/>
  </ns0:clrMapOvr>
</ns0:sld>
</file>

<file path=ppt/slides/slide11.xml><?xml version="1.0" encoding="utf-8"?>
<ns0:sld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name="TextBox 4" id="4"/>
          <ns0:cNvSpPr txBox="true"/>
          <ns0:nvPr/>
        </ns0:nvSpPr>
        <ns0:spPr>
          <ns1:xfrm rot="358289">
            <ns1:off x="4678460" y="3656806"/>
            <ns1:ext cx="8465342" cy="3944821"/>
          </ns1:xfrm>
          <ns1:prstGeom prst="rect">
            <ns1:avLst/>
          </ns1:prstGeom>
        </ns0:spPr>
        <ns0:txBody>
          <ns1:bodyPr anchor="t" rtlCol="false" tIns="0" lIns="0" bIns="0" rIns="0">
            <ns1:spAutoFit/>
          </ns1:bodyPr>
          <ns1:lstStyle/>
          <ns1:p>
            <ns1:pPr algn="ctr">
              <ns1:lnSpc>
                <ns1:spcPts val="14993"/>
              </ns1:lnSpc>
            </ns1:pPr>
            <ns1:r>
              <ns1:rPr lang="en-US" sz="16659">
                <ns1:solidFill>
                  <ns1:srgbClr val="EA8CA4"/>
                </ns1:solidFill>
                <ns1:latin typeface="Balabeloo"/>
                <ns1:ea typeface="Balabeloo"/>
                <ns1:cs typeface="Balabeloo"/>
                <ns1:sym typeface="Balabeloo"/>
              </ns1:rPr>
              <ns1:t/>
            </ns1:r>
          </ns1:p>
          <ns1:p>
            <ns1:pPr algn="ctr">
              <ns1:lnSpc>
                <ns1:spcPts val="14993"/>
              </ns1:lnSpc>
            </ns1:pPr>
            <ns1:r>
              <ns1:rPr lang="en-US" sz="16659">
                <ns1:solidFill>
                  <ns1:srgbClr val="EA8CA4"/>
                </ns1:solidFill>
                <ns1:latin typeface="Balabeloo"/>
                <ns1:ea typeface="Balabeloo"/>
                <ns1:cs typeface="Balabeloo"/>
                <ns1:sym typeface="Balabeloo"/>
              </ns1:rPr>
              <ns1:t/>
            </ns1:r>
          </ns1:p>
        </ns0:txBody>
      </ns0:sp>
    </ns0:spTree>
  </ns0:cSld>
  <ns0:clrMapOvr>
    <ns1:masterClrMapping/>
  </ns0:clrMapOvr>
</ns0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DAHE7zfHUC8</dc:identifier>
  <dcterms:modified xsi:type="dcterms:W3CDTF">2011-08-01T06:04:30Z</dcterms:modified>
  <cp:revision>1</cp:revision>
</cp:coreProperties>
</file>