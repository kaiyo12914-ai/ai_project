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alabeloo" charset="1" panose="00000500000000000000"/>
      <p:regular r:id="rId17"/>
    </p:embeddedFont>
    <p:embeddedFont>
      <p:font typeface="Baloo Tammudu" charset="1" panose="030809020403020202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2" Target="../media/image18.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2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2" Target="../media/image18.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3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2" Target="../media/image18.jpe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 Id="rId5" Target="../media/image50.jpe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2" Target="../media/image1.jpeg" Type="http://schemas.openxmlformats.org/officeDocument/2006/relationships/image"/><Relationship Id="rId3" Target="../media/image53.pn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2" Target="../media/image18.jpeg" Type="http://schemas.openxmlformats.org/officeDocument/2006/relationships/image"/><Relationship Id="rId3" Target="../media/image58.png" Type="http://schemas.openxmlformats.org/officeDocument/2006/relationships/image"/><Relationship Id="rId4" Target="../media/image59.svg" Type="http://schemas.openxmlformats.org/officeDocument/2006/relationships/image"/><Relationship Id="rId5" Target="../media/image60.png" Type="http://schemas.openxmlformats.org/officeDocument/2006/relationships/image"/><Relationship Id="rId6" Target="../media/image61.svg" Type="http://schemas.openxmlformats.org/officeDocument/2006/relationships/image"/><Relationship Id="rId7" Target="../media/image62.png" Type="http://schemas.openxmlformats.org/officeDocument/2006/relationships/image"/><Relationship Id="rId8" Target="../media/image63.svg" Type="http://schemas.openxmlformats.org/officeDocument/2006/relationships/image"/><Relationship Id="rId9"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317806" y="254187"/>
            <a:ext cx="11652388" cy="9569523"/>
          </a:xfrm>
          <a:custGeom>
            <a:avLst/>
            <a:gdLst/>
            <a:ahLst/>
            <a:cxnLst/>
            <a:rect r="r" b="b" t="t" l="l"/>
            <a:pathLst>
              <a:path h="9569523" w="11652388">
                <a:moveTo>
                  <a:pt x="0" y="0"/>
                </a:moveTo>
                <a:lnTo>
                  <a:pt x="11652388" y="0"/>
                </a:lnTo>
                <a:lnTo>
                  <a:pt x="11652388" y="9569523"/>
                </a:lnTo>
                <a:lnTo>
                  <a:pt x="0" y="95695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358289">
            <a:off x="4886556" y="3005722"/>
            <a:ext cx="8465342" cy="3944821"/>
          </a:xfrm>
          <a:prstGeom prst="rect">
            <a:avLst/>
          </a:prstGeom>
        </p:spPr>
        <p:txBody>
          <a:bodyPr anchor="t" rtlCol="false" tIns="0" lIns="0" bIns="0" rIns="0">
            <a:spAutoFit/>
          </a:bodyPr>
          <a:lstStyle/>
          <a:p>
            <a:pPr algn="ctr">
              <a:lnSpc>
                <a:spcPts val="14993"/>
              </a:lnSpc>
            </a:pPr>
            <a:r>
              <a:rPr lang="en-US" sz="16659">
                <a:solidFill>
                  <a:srgbClr val="EA8CA4"/>
                </a:solidFill>
                <a:latin typeface="Balabeloo"/>
                <a:ea typeface="Balabeloo"/>
                <a:cs typeface="Balabeloo"/>
                <a:sym typeface="Balabeloo"/>
              </a:rPr>
              <a:t>GROUP PROJECT</a:t>
            </a:r>
          </a:p>
        </p:txBody>
      </p:sp>
      <p:sp>
        <p:nvSpPr>
          <p:cNvPr name="Freeform 5" id="5"/>
          <p:cNvSpPr/>
          <p:nvPr/>
        </p:nvSpPr>
        <p:spPr>
          <a:xfrm flipH="true" flipV="false" rot="455442">
            <a:off x="1219556" y="1497208"/>
            <a:ext cx="3643616" cy="4724299"/>
          </a:xfrm>
          <a:custGeom>
            <a:avLst/>
            <a:gdLst/>
            <a:ahLst/>
            <a:cxnLst/>
            <a:rect r="r" b="b" t="t" l="l"/>
            <a:pathLst>
              <a:path h="4724299" w="3643616">
                <a:moveTo>
                  <a:pt x="3643616" y="0"/>
                </a:moveTo>
                <a:lnTo>
                  <a:pt x="0" y="0"/>
                </a:lnTo>
                <a:lnTo>
                  <a:pt x="0" y="4724299"/>
                </a:lnTo>
                <a:lnTo>
                  <a:pt x="3643616" y="4724299"/>
                </a:lnTo>
                <a:lnTo>
                  <a:pt x="364361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3461303" y="4658292"/>
            <a:ext cx="3126643" cy="4320059"/>
          </a:xfrm>
          <a:custGeom>
            <a:avLst/>
            <a:gdLst/>
            <a:ahLst/>
            <a:cxnLst/>
            <a:rect r="r" b="b" t="t" l="l"/>
            <a:pathLst>
              <a:path h="4320059" w="3126643">
                <a:moveTo>
                  <a:pt x="3126643" y="0"/>
                </a:moveTo>
                <a:lnTo>
                  <a:pt x="0" y="0"/>
                </a:lnTo>
                <a:lnTo>
                  <a:pt x="0" y="4320060"/>
                </a:lnTo>
                <a:lnTo>
                  <a:pt x="3126643" y="4320060"/>
                </a:lnTo>
                <a:lnTo>
                  <a:pt x="312664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355111" y="7067303"/>
            <a:ext cx="1178075" cy="2542608"/>
          </a:xfrm>
          <a:custGeom>
            <a:avLst/>
            <a:gdLst/>
            <a:ahLst/>
            <a:cxnLst/>
            <a:rect r="r" b="b" t="t" l="l"/>
            <a:pathLst>
              <a:path h="2542608" w="1178075">
                <a:moveTo>
                  <a:pt x="0" y="0"/>
                </a:moveTo>
                <a:lnTo>
                  <a:pt x="1178075" y="0"/>
                </a:lnTo>
                <a:lnTo>
                  <a:pt x="1178075" y="2542608"/>
                </a:lnTo>
                <a:lnTo>
                  <a:pt x="0" y="254260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true" flipV="false" rot="0">
            <a:off x="15840953" y="685277"/>
            <a:ext cx="1837934" cy="1764417"/>
          </a:xfrm>
          <a:custGeom>
            <a:avLst/>
            <a:gdLst/>
            <a:ahLst/>
            <a:cxnLst/>
            <a:rect r="r" b="b" t="t" l="l"/>
            <a:pathLst>
              <a:path h="1764417" w="1837934">
                <a:moveTo>
                  <a:pt x="1837934" y="0"/>
                </a:moveTo>
                <a:lnTo>
                  <a:pt x="0" y="0"/>
                </a:lnTo>
                <a:lnTo>
                  <a:pt x="0" y="1764416"/>
                </a:lnTo>
                <a:lnTo>
                  <a:pt x="1837934" y="1764416"/>
                </a:lnTo>
                <a:lnTo>
                  <a:pt x="1837934"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217084" y="6143267"/>
            <a:ext cx="1412814" cy="1778056"/>
          </a:xfrm>
          <a:custGeom>
            <a:avLst/>
            <a:gdLst/>
            <a:ahLst/>
            <a:cxnLst/>
            <a:rect r="r" b="b" t="t" l="l"/>
            <a:pathLst>
              <a:path h="1778056" w="1412814">
                <a:moveTo>
                  <a:pt x="0" y="0"/>
                </a:moveTo>
                <a:lnTo>
                  <a:pt x="1412814" y="0"/>
                </a:lnTo>
                <a:lnTo>
                  <a:pt x="1412814" y="1778056"/>
                </a:lnTo>
                <a:lnTo>
                  <a:pt x="0" y="177805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5855348" y="2616181"/>
            <a:ext cx="1403952" cy="2042112"/>
          </a:xfrm>
          <a:custGeom>
            <a:avLst/>
            <a:gdLst/>
            <a:ahLst/>
            <a:cxnLst/>
            <a:rect r="r" b="b" t="t" l="l"/>
            <a:pathLst>
              <a:path h="2042112" w="1403952">
                <a:moveTo>
                  <a:pt x="0" y="0"/>
                </a:moveTo>
                <a:lnTo>
                  <a:pt x="1403952" y="0"/>
                </a:lnTo>
                <a:lnTo>
                  <a:pt x="1403952" y="2042111"/>
                </a:lnTo>
                <a:lnTo>
                  <a:pt x="0" y="20421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2873683" y="6818322"/>
            <a:ext cx="1900252" cy="2764003"/>
          </a:xfrm>
          <a:custGeom>
            <a:avLst/>
            <a:gdLst/>
            <a:ahLst/>
            <a:cxnLst/>
            <a:rect r="r" b="b" t="t" l="l"/>
            <a:pathLst>
              <a:path h="2764003" w="1900252">
                <a:moveTo>
                  <a:pt x="0" y="0"/>
                </a:moveTo>
                <a:lnTo>
                  <a:pt x="1900253" y="0"/>
                </a:lnTo>
                <a:lnTo>
                  <a:pt x="1900253" y="2764003"/>
                </a:lnTo>
                <a:lnTo>
                  <a:pt x="0" y="276400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11247669" y="685277"/>
            <a:ext cx="3451413" cy="2420304"/>
          </a:xfrm>
          <a:custGeom>
            <a:avLst/>
            <a:gdLst/>
            <a:ahLst/>
            <a:cxnLst/>
            <a:rect r="r" b="b" t="t" l="l"/>
            <a:pathLst>
              <a:path h="2420304" w="3451413">
                <a:moveTo>
                  <a:pt x="0" y="0"/>
                </a:moveTo>
                <a:lnTo>
                  <a:pt x="3451413" y="0"/>
                </a:lnTo>
                <a:lnTo>
                  <a:pt x="3451413" y="2420303"/>
                </a:lnTo>
                <a:lnTo>
                  <a:pt x="0" y="242030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3" id="13"/>
          <p:cNvSpPr txBox="true"/>
          <p:nvPr/>
        </p:nvSpPr>
        <p:spPr>
          <a:xfrm rot="360000">
            <a:off x="5165328" y="6870863"/>
            <a:ext cx="7355163" cy="866521"/>
          </a:xfrm>
          <a:prstGeom prst="rect">
            <a:avLst/>
          </a:prstGeom>
        </p:spPr>
        <p:txBody>
          <a:bodyPr anchor="t" rtlCol="false" tIns="0" lIns="0" bIns="0" rIns="0">
            <a:spAutoFit/>
          </a:bodyPr>
          <a:lstStyle/>
          <a:p>
            <a:pPr algn="ctr">
              <a:lnSpc>
                <a:spcPts val="3392"/>
              </a:lnSpc>
            </a:pPr>
            <a:r>
              <a:rPr lang="en-US" sz="3200">
                <a:solidFill>
                  <a:srgbClr val="442116"/>
                </a:solidFill>
                <a:latin typeface="Baloo Tammudu"/>
                <a:ea typeface="Baloo Tammudu"/>
                <a:cs typeface="Baloo Tammudu"/>
                <a:sym typeface="Baloo Tammudu"/>
              </a:rPr>
              <a:t>PRESENTED BY</a:t>
            </a:r>
          </a:p>
          <a:p>
            <a:pPr algn="ctr">
              <a:lnSpc>
                <a:spcPts val="3392"/>
              </a:lnSpc>
            </a:pPr>
            <a:r>
              <a:rPr lang="en-US" sz="3200">
                <a:solidFill>
                  <a:srgbClr val="442116"/>
                </a:solidFill>
                <a:latin typeface="Baloo Tammudu"/>
                <a:ea typeface="Baloo Tammudu"/>
                <a:cs typeface="Baloo Tammudu"/>
                <a:sym typeface="Baloo Tammudu"/>
              </a:rPr>
              <a:t>LARANA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1731644">
            <a:off x="181713" y="6915442"/>
            <a:ext cx="4232561" cy="4221979"/>
          </a:xfrm>
          <a:custGeom>
            <a:avLst/>
            <a:gdLst/>
            <a:ahLst/>
            <a:cxnLst/>
            <a:rect r="r" b="b" t="t" l="l"/>
            <a:pathLst>
              <a:path h="4221979" w="4232561">
                <a:moveTo>
                  <a:pt x="0" y="0"/>
                </a:moveTo>
                <a:lnTo>
                  <a:pt x="4232561" y="0"/>
                </a:lnTo>
                <a:lnTo>
                  <a:pt x="4232561" y="4221979"/>
                </a:lnTo>
                <a:lnTo>
                  <a:pt x="0" y="42219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38714" y="743442"/>
            <a:ext cx="4495589" cy="4400058"/>
          </a:xfrm>
          <a:custGeom>
            <a:avLst/>
            <a:gdLst/>
            <a:ahLst/>
            <a:cxnLst/>
            <a:rect r="r" b="b" t="t" l="l"/>
            <a:pathLst>
              <a:path h="4400058" w="4495589">
                <a:moveTo>
                  <a:pt x="0" y="0"/>
                </a:moveTo>
                <a:lnTo>
                  <a:pt x="4495589" y="0"/>
                </a:lnTo>
                <a:lnTo>
                  <a:pt x="4495589" y="4400058"/>
                </a:lnTo>
                <a:lnTo>
                  <a:pt x="0" y="44000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5400000">
            <a:off x="5250919" y="1937485"/>
            <a:ext cx="6918604" cy="8437322"/>
          </a:xfrm>
          <a:custGeom>
            <a:avLst/>
            <a:gdLst/>
            <a:ahLst/>
            <a:cxnLst/>
            <a:rect r="r" b="b" t="t" l="l"/>
            <a:pathLst>
              <a:path h="8437322" w="6918604">
                <a:moveTo>
                  <a:pt x="0" y="0"/>
                </a:moveTo>
                <a:lnTo>
                  <a:pt x="6918604" y="0"/>
                </a:lnTo>
                <a:lnTo>
                  <a:pt x="6918604" y="8437321"/>
                </a:lnTo>
                <a:lnTo>
                  <a:pt x="0" y="84373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3245386" y="1028700"/>
            <a:ext cx="2986448" cy="4008656"/>
          </a:xfrm>
          <a:custGeom>
            <a:avLst/>
            <a:gdLst/>
            <a:ahLst/>
            <a:cxnLst/>
            <a:rect r="r" b="b" t="t" l="l"/>
            <a:pathLst>
              <a:path h="4008656" w="2986448">
                <a:moveTo>
                  <a:pt x="0" y="0"/>
                </a:moveTo>
                <a:lnTo>
                  <a:pt x="2986448" y="0"/>
                </a:lnTo>
                <a:lnTo>
                  <a:pt x="2986448" y="4008656"/>
                </a:lnTo>
                <a:lnTo>
                  <a:pt x="0" y="400865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false" rot="1312272">
            <a:off x="11596397" y="7180038"/>
            <a:ext cx="3015638" cy="2450206"/>
          </a:xfrm>
          <a:custGeom>
            <a:avLst/>
            <a:gdLst/>
            <a:ahLst/>
            <a:cxnLst/>
            <a:rect r="r" b="b" t="t" l="l"/>
            <a:pathLst>
              <a:path h="2450206" w="3015638">
                <a:moveTo>
                  <a:pt x="3015638" y="0"/>
                </a:moveTo>
                <a:lnTo>
                  <a:pt x="0" y="0"/>
                </a:lnTo>
                <a:lnTo>
                  <a:pt x="0" y="2450206"/>
                </a:lnTo>
                <a:lnTo>
                  <a:pt x="3015638" y="2450206"/>
                </a:lnTo>
                <a:lnTo>
                  <a:pt x="30156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6931357" y="3664872"/>
            <a:ext cx="4425285" cy="4639947"/>
          </a:xfrm>
          <a:prstGeom prst="rect">
            <a:avLst/>
          </a:prstGeom>
        </p:spPr>
        <p:txBody>
          <a:bodyPr anchor="t" rtlCol="false" tIns="0" lIns="0" bIns="0" rIns="0">
            <a:spAutoFit/>
          </a:bodyPr>
          <a:lstStyle/>
          <a:p>
            <a:pPr algn="ctr">
              <a:lnSpc>
                <a:spcPts val="9499"/>
              </a:lnSpc>
            </a:pPr>
            <a:r>
              <a:rPr lang="en-US" sz="3799">
                <a:solidFill>
                  <a:srgbClr val="442116"/>
                </a:solidFill>
                <a:latin typeface="Baloo Tammudu"/>
                <a:ea typeface="Baloo Tammudu"/>
                <a:cs typeface="Baloo Tammudu"/>
                <a:sym typeface="Baloo Tammudu"/>
              </a:rPr>
              <a:t>OLIVIA WILSON</a:t>
            </a:r>
          </a:p>
          <a:p>
            <a:pPr algn="ctr">
              <a:lnSpc>
                <a:spcPts val="9499"/>
              </a:lnSpc>
            </a:pPr>
            <a:r>
              <a:rPr lang="en-US" sz="3799">
                <a:solidFill>
                  <a:srgbClr val="442116"/>
                </a:solidFill>
                <a:latin typeface="Baloo Tammudu"/>
                <a:ea typeface="Baloo Tammudu"/>
                <a:cs typeface="Baloo Tammudu"/>
                <a:sym typeface="Baloo Tammudu"/>
              </a:rPr>
              <a:t>CAHAYA DEWI</a:t>
            </a:r>
          </a:p>
          <a:p>
            <a:pPr algn="ctr">
              <a:lnSpc>
                <a:spcPts val="9499"/>
              </a:lnSpc>
            </a:pPr>
            <a:r>
              <a:rPr lang="en-US" sz="3799">
                <a:solidFill>
                  <a:srgbClr val="442116"/>
                </a:solidFill>
                <a:latin typeface="Baloo Tammudu"/>
                <a:ea typeface="Baloo Tammudu"/>
                <a:cs typeface="Baloo Tammudu"/>
                <a:sym typeface="Baloo Tammudu"/>
              </a:rPr>
              <a:t>HANNAH MORALES</a:t>
            </a:r>
          </a:p>
          <a:p>
            <a:pPr algn="ctr">
              <a:lnSpc>
                <a:spcPts val="9499"/>
              </a:lnSpc>
            </a:pPr>
            <a:r>
              <a:rPr lang="en-US" sz="3799">
                <a:solidFill>
                  <a:srgbClr val="442116"/>
                </a:solidFill>
                <a:latin typeface="Baloo Tammudu"/>
                <a:ea typeface="Baloo Tammudu"/>
                <a:cs typeface="Baloo Tammudu"/>
                <a:sym typeface="Baloo Tammudu"/>
              </a:rPr>
              <a:t>KYRIE PETRAKIS</a:t>
            </a:r>
          </a:p>
        </p:txBody>
      </p:sp>
      <p:sp>
        <p:nvSpPr>
          <p:cNvPr name="TextBox 9" id="9"/>
          <p:cNvSpPr txBox="true"/>
          <p:nvPr/>
        </p:nvSpPr>
        <p:spPr>
          <a:xfrm rot="0">
            <a:off x="4911329" y="1447171"/>
            <a:ext cx="8465342" cy="1221097"/>
          </a:xfrm>
          <a:prstGeom prst="rect">
            <a:avLst/>
          </a:prstGeom>
        </p:spPr>
        <p:txBody>
          <a:bodyPr anchor="t" rtlCol="false" tIns="0" lIns="0" bIns="0" rIns="0">
            <a:spAutoFit/>
          </a:bodyPr>
          <a:lstStyle/>
          <a:p>
            <a:pPr algn="ctr">
              <a:lnSpc>
                <a:spcPts val="8819"/>
              </a:lnSpc>
            </a:pPr>
            <a:r>
              <a:rPr lang="en-US" sz="9799">
                <a:solidFill>
                  <a:srgbClr val="EA8CA4"/>
                </a:solidFill>
                <a:latin typeface="Balabeloo"/>
                <a:ea typeface="Balabeloo"/>
                <a:cs typeface="Balabeloo"/>
                <a:sym typeface="Balabeloo"/>
              </a:rPr>
              <a:t>OUR TEAM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977074" y="3719900"/>
            <a:ext cx="10993167" cy="4068064"/>
          </a:xfrm>
          <a:prstGeom prst="rect">
            <a:avLst/>
          </a:prstGeom>
        </p:spPr>
        <p:txBody>
          <a:bodyPr anchor="t" rtlCol="false" tIns="0" lIns="0" bIns="0" rIns="0">
            <a:spAutoFit/>
          </a:bodyPr>
          <a:lstStyle/>
          <a:p>
            <a:pPr algn="l">
              <a:lnSpc>
                <a:spcPts val="5408"/>
              </a:lnSpc>
            </a:pPr>
            <a:r>
              <a:rPr lang="en-US" sz="3200">
                <a:solidFill>
                  <a:srgbClr val="442116"/>
                </a:solidFill>
                <a:latin typeface="Baloo Tammudu"/>
                <a:ea typeface="Baloo Tammudu"/>
                <a:cs typeface="Baloo Tammudu"/>
                <a:sym typeface="Baloo Tammudu"/>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Freeform 4" id="4"/>
          <p:cNvSpPr/>
          <p:nvPr/>
        </p:nvSpPr>
        <p:spPr>
          <a:xfrm flipH="false" flipV="false" rot="0">
            <a:off x="12783019" y="4875212"/>
            <a:ext cx="5297380" cy="6315803"/>
          </a:xfrm>
          <a:custGeom>
            <a:avLst/>
            <a:gdLst/>
            <a:ahLst/>
            <a:cxnLst/>
            <a:rect r="r" b="b" t="t" l="l"/>
            <a:pathLst>
              <a:path h="6315803" w="5297380">
                <a:moveTo>
                  <a:pt x="0" y="0"/>
                </a:moveTo>
                <a:lnTo>
                  <a:pt x="5297380" y="0"/>
                </a:lnTo>
                <a:lnTo>
                  <a:pt x="5297380" y="6315803"/>
                </a:lnTo>
                <a:lnTo>
                  <a:pt x="0" y="63158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1230692" y="-877934"/>
            <a:ext cx="3104655" cy="4518600"/>
          </a:xfrm>
          <a:custGeom>
            <a:avLst/>
            <a:gdLst/>
            <a:ahLst/>
            <a:cxnLst/>
            <a:rect r="r" b="b" t="t" l="l"/>
            <a:pathLst>
              <a:path h="4518600" w="3104655">
                <a:moveTo>
                  <a:pt x="3104655" y="0"/>
                </a:moveTo>
                <a:lnTo>
                  <a:pt x="0" y="0"/>
                </a:lnTo>
                <a:lnTo>
                  <a:pt x="0" y="4518601"/>
                </a:lnTo>
                <a:lnTo>
                  <a:pt x="3104655" y="4518601"/>
                </a:lnTo>
                <a:lnTo>
                  <a:pt x="310465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5408" y="7867197"/>
            <a:ext cx="2441386" cy="2782206"/>
          </a:xfrm>
          <a:custGeom>
            <a:avLst/>
            <a:gdLst/>
            <a:ahLst/>
            <a:cxnLst/>
            <a:rect r="r" b="b" t="t" l="l"/>
            <a:pathLst>
              <a:path h="2782206" w="2441386">
                <a:moveTo>
                  <a:pt x="0" y="0"/>
                </a:moveTo>
                <a:lnTo>
                  <a:pt x="2441386" y="0"/>
                </a:lnTo>
                <a:lnTo>
                  <a:pt x="2441386" y="2782206"/>
                </a:lnTo>
                <a:lnTo>
                  <a:pt x="0" y="27822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977074" y="2070145"/>
            <a:ext cx="8465342" cy="1221097"/>
          </a:xfrm>
          <a:prstGeom prst="rect">
            <a:avLst/>
          </a:prstGeom>
        </p:spPr>
        <p:txBody>
          <a:bodyPr anchor="t" rtlCol="false" tIns="0" lIns="0" bIns="0" rIns="0">
            <a:spAutoFit/>
          </a:bodyPr>
          <a:lstStyle/>
          <a:p>
            <a:pPr algn="l">
              <a:lnSpc>
                <a:spcPts val="8819"/>
              </a:lnSpc>
            </a:pPr>
            <a:r>
              <a:rPr lang="en-US" sz="9799">
                <a:solidFill>
                  <a:srgbClr val="EA8CA4"/>
                </a:solidFill>
                <a:latin typeface="Balabeloo"/>
                <a:ea typeface="Balabeloo"/>
                <a:cs typeface="Balabeloo"/>
                <a:sym typeface="Balabeloo"/>
              </a:rPr>
              <a:t>INT</a:t>
            </a:r>
            <a:r>
              <a:rPr lang="en-US" sz="9799">
                <a:solidFill>
                  <a:srgbClr val="EA8CA4"/>
                </a:solidFill>
                <a:latin typeface="Balabeloo"/>
                <a:ea typeface="Balabeloo"/>
                <a:cs typeface="Balabeloo"/>
                <a:sym typeface="Balabeloo"/>
              </a:rPr>
              <a:t>RODUCTION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984757" y="3334326"/>
            <a:ext cx="14318487" cy="5446271"/>
            <a:chOff x="0" y="0"/>
            <a:chExt cx="3771124" cy="1434409"/>
          </a:xfrm>
        </p:grpSpPr>
        <p:sp>
          <p:nvSpPr>
            <p:cNvPr name="Freeform 4" id="4"/>
            <p:cNvSpPr/>
            <p:nvPr/>
          </p:nvSpPr>
          <p:spPr>
            <a:xfrm flipH="false" flipV="false" rot="0">
              <a:off x="0" y="0"/>
              <a:ext cx="3771124" cy="1434409"/>
            </a:xfrm>
            <a:custGeom>
              <a:avLst/>
              <a:gdLst/>
              <a:ahLst/>
              <a:cxnLst/>
              <a:rect r="r" b="b" t="t" l="l"/>
              <a:pathLst>
                <a:path h="1434409" w="3771124">
                  <a:moveTo>
                    <a:pt x="18924" y="0"/>
                  </a:moveTo>
                  <a:lnTo>
                    <a:pt x="3752200" y="0"/>
                  </a:lnTo>
                  <a:cubicBezTo>
                    <a:pt x="3757219" y="0"/>
                    <a:pt x="3762032" y="1994"/>
                    <a:pt x="3765581" y="5543"/>
                  </a:cubicBezTo>
                  <a:cubicBezTo>
                    <a:pt x="3769130" y="9092"/>
                    <a:pt x="3771124" y="13905"/>
                    <a:pt x="3771124" y="18924"/>
                  </a:cubicBezTo>
                  <a:lnTo>
                    <a:pt x="3771124" y="1415485"/>
                  </a:lnTo>
                  <a:cubicBezTo>
                    <a:pt x="3771124" y="1420504"/>
                    <a:pt x="3769130" y="1425317"/>
                    <a:pt x="3765581" y="1428866"/>
                  </a:cubicBezTo>
                  <a:cubicBezTo>
                    <a:pt x="3762032" y="1432415"/>
                    <a:pt x="3757219" y="1434409"/>
                    <a:pt x="3752200" y="1434409"/>
                  </a:cubicBezTo>
                  <a:lnTo>
                    <a:pt x="18924" y="1434409"/>
                  </a:lnTo>
                  <a:cubicBezTo>
                    <a:pt x="8473" y="1434409"/>
                    <a:pt x="0" y="1425936"/>
                    <a:pt x="0" y="1415485"/>
                  </a:cubicBezTo>
                  <a:lnTo>
                    <a:pt x="0" y="18924"/>
                  </a:lnTo>
                  <a:cubicBezTo>
                    <a:pt x="0" y="13905"/>
                    <a:pt x="1994" y="9092"/>
                    <a:pt x="5543" y="5543"/>
                  </a:cubicBezTo>
                  <a:cubicBezTo>
                    <a:pt x="9092" y="1994"/>
                    <a:pt x="13905" y="0"/>
                    <a:pt x="18924" y="0"/>
                  </a:cubicBezTo>
                  <a:close/>
                </a:path>
              </a:pathLst>
            </a:custGeom>
            <a:solidFill>
              <a:srgbClr val="FFF7EE"/>
            </a:solidFill>
            <a:ln w="38100" cap="rnd">
              <a:solidFill>
                <a:srgbClr val="552C1F"/>
              </a:solidFill>
              <a:prstDash val="solid"/>
              <a:round/>
            </a:ln>
          </p:spPr>
        </p:sp>
        <p:sp>
          <p:nvSpPr>
            <p:cNvPr name="TextBox 5" id="5"/>
            <p:cNvSpPr txBox="true"/>
            <p:nvPr/>
          </p:nvSpPr>
          <p:spPr>
            <a:xfrm>
              <a:off x="0" y="-38100"/>
              <a:ext cx="3771124" cy="147250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386983" y="4052005"/>
            <a:ext cx="11514035" cy="4068064"/>
          </a:xfrm>
          <a:prstGeom prst="rect">
            <a:avLst/>
          </a:prstGeom>
        </p:spPr>
        <p:txBody>
          <a:bodyPr anchor="t" rtlCol="false" tIns="0" lIns="0" bIns="0" rIns="0">
            <a:spAutoFit/>
          </a:bodyPr>
          <a:lstStyle/>
          <a:p>
            <a:pPr algn="ctr">
              <a:lnSpc>
                <a:spcPts val="5408"/>
              </a:lnSpc>
            </a:pPr>
            <a:r>
              <a:rPr lang="en-US" sz="3200">
                <a:solidFill>
                  <a:srgbClr val="442116"/>
                </a:solidFill>
                <a:latin typeface="Baloo Tammudu"/>
                <a:ea typeface="Baloo Tammudu"/>
                <a:cs typeface="Baloo Tammudu"/>
                <a:sym typeface="Baloo Tammudu"/>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a:t>
            </a:r>
          </a:p>
        </p:txBody>
      </p:sp>
      <p:sp>
        <p:nvSpPr>
          <p:cNvPr name="Freeform 7" id="7"/>
          <p:cNvSpPr/>
          <p:nvPr/>
        </p:nvSpPr>
        <p:spPr>
          <a:xfrm flipH="false" flipV="false" rot="0">
            <a:off x="12966214" y="792704"/>
            <a:ext cx="3632116" cy="3497425"/>
          </a:xfrm>
          <a:custGeom>
            <a:avLst/>
            <a:gdLst/>
            <a:ahLst/>
            <a:cxnLst/>
            <a:rect r="r" b="b" t="t" l="l"/>
            <a:pathLst>
              <a:path h="3497425" w="3632116">
                <a:moveTo>
                  <a:pt x="0" y="0"/>
                </a:moveTo>
                <a:lnTo>
                  <a:pt x="3632117" y="0"/>
                </a:lnTo>
                <a:lnTo>
                  <a:pt x="3632117" y="3497426"/>
                </a:lnTo>
                <a:lnTo>
                  <a:pt x="0" y="34974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46126" y="6057462"/>
            <a:ext cx="2903085" cy="3896759"/>
          </a:xfrm>
          <a:custGeom>
            <a:avLst/>
            <a:gdLst/>
            <a:ahLst/>
            <a:cxnLst/>
            <a:rect r="r" b="b" t="t" l="l"/>
            <a:pathLst>
              <a:path h="3896759" w="2903085">
                <a:moveTo>
                  <a:pt x="0" y="0"/>
                </a:moveTo>
                <a:lnTo>
                  <a:pt x="2903085" y="0"/>
                </a:lnTo>
                <a:lnTo>
                  <a:pt x="2903085" y="3896759"/>
                </a:lnTo>
                <a:lnTo>
                  <a:pt x="0" y="38967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5255353" y="6057462"/>
            <a:ext cx="2425521" cy="3528031"/>
          </a:xfrm>
          <a:custGeom>
            <a:avLst/>
            <a:gdLst/>
            <a:ahLst/>
            <a:cxnLst/>
            <a:rect r="r" b="b" t="t" l="l"/>
            <a:pathLst>
              <a:path h="3528031" w="2425521">
                <a:moveTo>
                  <a:pt x="0" y="0"/>
                </a:moveTo>
                <a:lnTo>
                  <a:pt x="2425522" y="0"/>
                </a:lnTo>
                <a:lnTo>
                  <a:pt x="2425522" y="3528031"/>
                </a:lnTo>
                <a:lnTo>
                  <a:pt x="0" y="35280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977074" y="2070145"/>
            <a:ext cx="8465342" cy="1221097"/>
          </a:xfrm>
          <a:prstGeom prst="rect">
            <a:avLst/>
          </a:prstGeom>
        </p:spPr>
        <p:txBody>
          <a:bodyPr anchor="t" rtlCol="false" tIns="0" lIns="0" bIns="0" rIns="0">
            <a:spAutoFit/>
          </a:bodyPr>
          <a:lstStyle/>
          <a:p>
            <a:pPr algn="l">
              <a:lnSpc>
                <a:spcPts val="8819"/>
              </a:lnSpc>
            </a:pPr>
            <a:r>
              <a:rPr lang="en-US" sz="9799">
                <a:solidFill>
                  <a:srgbClr val="EA8CA4"/>
                </a:solidFill>
                <a:latin typeface="Balabeloo"/>
                <a:ea typeface="Balabeloo"/>
                <a:cs typeface="Balabeloo"/>
                <a:sym typeface="Balabeloo"/>
              </a:rPr>
              <a:t>BACKG</a:t>
            </a:r>
            <a:r>
              <a:rPr lang="en-US" sz="9799">
                <a:solidFill>
                  <a:srgbClr val="EA8CA4"/>
                </a:solidFill>
                <a:latin typeface="Balabeloo"/>
                <a:ea typeface="Balabeloo"/>
                <a:cs typeface="Balabeloo"/>
                <a:sym typeface="Balabeloo"/>
              </a:rPr>
              <a:t>ROUND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333073">
            <a:off x="1640819" y="5784392"/>
            <a:ext cx="7124593" cy="3124769"/>
            <a:chOff x="0" y="0"/>
            <a:chExt cx="808599" cy="354643"/>
          </a:xfrm>
        </p:grpSpPr>
        <p:sp>
          <p:nvSpPr>
            <p:cNvPr name="Freeform 4" id="4"/>
            <p:cNvSpPr/>
            <p:nvPr/>
          </p:nvSpPr>
          <p:spPr>
            <a:xfrm flipH="false" flipV="false" rot="0">
              <a:off x="0" y="0"/>
              <a:ext cx="808599" cy="354643"/>
            </a:xfrm>
            <a:custGeom>
              <a:avLst/>
              <a:gdLst/>
              <a:ahLst/>
              <a:cxnLst/>
              <a:rect r="r" b="b" t="t" l="l"/>
              <a:pathLst>
                <a:path h="354643" w="808599">
                  <a:moveTo>
                    <a:pt x="21224" y="0"/>
                  </a:moveTo>
                  <a:lnTo>
                    <a:pt x="787376" y="0"/>
                  </a:lnTo>
                  <a:cubicBezTo>
                    <a:pt x="793004" y="0"/>
                    <a:pt x="798403" y="2236"/>
                    <a:pt x="802383" y="6216"/>
                  </a:cubicBezTo>
                  <a:cubicBezTo>
                    <a:pt x="806363" y="10196"/>
                    <a:pt x="808599" y="15595"/>
                    <a:pt x="808599" y="21224"/>
                  </a:cubicBezTo>
                  <a:lnTo>
                    <a:pt x="808599" y="333419"/>
                  </a:lnTo>
                  <a:cubicBezTo>
                    <a:pt x="808599" y="339048"/>
                    <a:pt x="806363" y="344446"/>
                    <a:pt x="802383" y="348427"/>
                  </a:cubicBezTo>
                  <a:cubicBezTo>
                    <a:pt x="798403" y="352407"/>
                    <a:pt x="793004" y="354643"/>
                    <a:pt x="787376" y="354643"/>
                  </a:cubicBezTo>
                  <a:lnTo>
                    <a:pt x="21224" y="354643"/>
                  </a:lnTo>
                  <a:cubicBezTo>
                    <a:pt x="15595" y="354643"/>
                    <a:pt x="10196" y="352407"/>
                    <a:pt x="6216" y="348427"/>
                  </a:cubicBezTo>
                  <a:cubicBezTo>
                    <a:pt x="2236" y="344446"/>
                    <a:pt x="0" y="339048"/>
                    <a:pt x="0" y="333419"/>
                  </a:cubicBezTo>
                  <a:lnTo>
                    <a:pt x="0" y="21224"/>
                  </a:lnTo>
                  <a:cubicBezTo>
                    <a:pt x="0" y="15595"/>
                    <a:pt x="2236" y="10196"/>
                    <a:pt x="6216" y="6216"/>
                  </a:cubicBezTo>
                  <a:cubicBezTo>
                    <a:pt x="10196" y="2236"/>
                    <a:pt x="15595" y="0"/>
                    <a:pt x="21224" y="0"/>
                  </a:cubicBezTo>
                  <a:close/>
                </a:path>
              </a:pathLst>
            </a:custGeom>
            <a:solidFill>
              <a:srgbClr val="FFD6DE"/>
            </a:solidFill>
            <a:ln w="76200" cap="rnd">
              <a:solidFill>
                <a:srgbClr val="552C1F"/>
              </a:solidFill>
              <a:prstDash val="solid"/>
              <a:round/>
            </a:ln>
          </p:spPr>
        </p:sp>
        <p:sp>
          <p:nvSpPr>
            <p:cNvPr name="TextBox 5" id="5"/>
            <p:cNvSpPr txBox="true"/>
            <p:nvPr/>
          </p:nvSpPr>
          <p:spPr>
            <a:xfrm>
              <a:off x="0" y="-38100"/>
              <a:ext cx="808599" cy="39274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921484" y="5736358"/>
            <a:ext cx="6804391" cy="3521942"/>
            <a:chOff x="0" y="0"/>
            <a:chExt cx="809701" cy="419100"/>
          </a:xfrm>
        </p:grpSpPr>
        <p:sp>
          <p:nvSpPr>
            <p:cNvPr name="Freeform 7" id="7"/>
            <p:cNvSpPr/>
            <p:nvPr/>
          </p:nvSpPr>
          <p:spPr>
            <a:xfrm flipH="false" flipV="false" rot="0">
              <a:off x="0" y="0"/>
              <a:ext cx="809701" cy="419100"/>
            </a:xfrm>
            <a:custGeom>
              <a:avLst/>
              <a:gdLst/>
              <a:ahLst/>
              <a:cxnLst/>
              <a:rect r="r" b="b" t="t" l="l"/>
              <a:pathLst>
                <a:path h="419100" w="809701">
                  <a:moveTo>
                    <a:pt x="22222" y="0"/>
                  </a:moveTo>
                  <a:lnTo>
                    <a:pt x="787479" y="0"/>
                  </a:lnTo>
                  <a:cubicBezTo>
                    <a:pt x="799752" y="0"/>
                    <a:pt x="809701" y="9949"/>
                    <a:pt x="809701" y="22222"/>
                  </a:cubicBezTo>
                  <a:lnTo>
                    <a:pt x="809701" y="396878"/>
                  </a:lnTo>
                  <a:cubicBezTo>
                    <a:pt x="809701" y="409151"/>
                    <a:pt x="799752" y="419100"/>
                    <a:pt x="787479" y="419100"/>
                  </a:cubicBezTo>
                  <a:lnTo>
                    <a:pt x="22222" y="419100"/>
                  </a:lnTo>
                  <a:cubicBezTo>
                    <a:pt x="9949" y="419100"/>
                    <a:pt x="0" y="409151"/>
                    <a:pt x="0" y="396878"/>
                  </a:cubicBezTo>
                  <a:lnTo>
                    <a:pt x="0" y="22222"/>
                  </a:lnTo>
                  <a:cubicBezTo>
                    <a:pt x="0" y="9949"/>
                    <a:pt x="9949" y="0"/>
                    <a:pt x="22222" y="0"/>
                  </a:cubicBezTo>
                  <a:close/>
                </a:path>
              </a:pathLst>
            </a:custGeom>
            <a:solidFill>
              <a:srgbClr val="FCF7EA"/>
            </a:solidFill>
            <a:ln w="76200" cap="rnd">
              <a:solidFill>
                <a:srgbClr val="552C1F"/>
              </a:solidFill>
              <a:prstDash val="solid"/>
              <a:round/>
            </a:ln>
          </p:spPr>
        </p:sp>
        <p:sp>
          <p:nvSpPr>
            <p:cNvPr name="TextBox 8" id="8"/>
            <p:cNvSpPr txBox="true"/>
            <p:nvPr/>
          </p:nvSpPr>
          <p:spPr>
            <a:xfrm>
              <a:off x="0" y="-38100"/>
              <a:ext cx="809701" cy="4572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333073">
            <a:off x="9642727" y="5784392"/>
            <a:ext cx="7124593" cy="3124769"/>
            <a:chOff x="0" y="0"/>
            <a:chExt cx="808599" cy="354643"/>
          </a:xfrm>
        </p:grpSpPr>
        <p:sp>
          <p:nvSpPr>
            <p:cNvPr name="Freeform 10" id="10"/>
            <p:cNvSpPr/>
            <p:nvPr/>
          </p:nvSpPr>
          <p:spPr>
            <a:xfrm flipH="false" flipV="false" rot="0">
              <a:off x="0" y="0"/>
              <a:ext cx="808599" cy="354643"/>
            </a:xfrm>
            <a:custGeom>
              <a:avLst/>
              <a:gdLst/>
              <a:ahLst/>
              <a:cxnLst/>
              <a:rect r="r" b="b" t="t" l="l"/>
              <a:pathLst>
                <a:path h="354643" w="808599">
                  <a:moveTo>
                    <a:pt x="21224" y="0"/>
                  </a:moveTo>
                  <a:lnTo>
                    <a:pt x="787376" y="0"/>
                  </a:lnTo>
                  <a:cubicBezTo>
                    <a:pt x="793004" y="0"/>
                    <a:pt x="798403" y="2236"/>
                    <a:pt x="802383" y="6216"/>
                  </a:cubicBezTo>
                  <a:cubicBezTo>
                    <a:pt x="806363" y="10196"/>
                    <a:pt x="808599" y="15595"/>
                    <a:pt x="808599" y="21224"/>
                  </a:cubicBezTo>
                  <a:lnTo>
                    <a:pt x="808599" y="333419"/>
                  </a:lnTo>
                  <a:cubicBezTo>
                    <a:pt x="808599" y="339048"/>
                    <a:pt x="806363" y="344446"/>
                    <a:pt x="802383" y="348427"/>
                  </a:cubicBezTo>
                  <a:cubicBezTo>
                    <a:pt x="798403" y="352407"/>
                    <a:pt x="793004" y="354643"/>
                    <a:pt x="787376" y="354643"/>
                  </a:cubicBezTo>
                  <a:lnTo>
                    <a:pt x="21224" y="354643"/>
                  </a:lnTo>
                  <a:cubicBezTo>
                    <a:pt x="15595" y="354643"/>
                    <a:pt x="10196" y="352407"/>
                    <a:pt x="6216" y="348427"/>
                  </a:cubicBezTo>
                  <a:cubicBezTo>
                    <a:pt x="2236" y="344446"/>
                    <a:pt x="0" y="339048"/>
                    <a:pt x="0" y="333419"/>
                  </a:cubicBezTo>
                  <a:lnTo>
                    <a:pt x="0" y="21224"/>
                  </a:lnTo>
                  <a:cubicBezTo>
                    <a:pt x="0" y="15595"/>
                    <a:pt x="2236" y="10196"/>
                    <a:pt x="6216" y="6216"/>
                  </a:cubicBezTo>
                  <a:cubicBezTo>
                    <a:pt x="10196" y="2236"/>
                    <a:pt x="15595" y="0"/>
                    <a:pt x="21224" y="0"/>
                  </a:cubicBezTo>
                  <a:close/>
                </a:path>
              </a:pathLst>
            </a:custGeom>
            <a:solidFill>
              <a:srgbClr val="FFD6DE"/>
            </a:solidFill>
            <a:ln w="76200" cap="rnd">
              <a:solidFill>
                <a:srgbClr val="552C1F"/>
              </a:solidFill>
              <a:prstDash val="solid"/>
              <a:round/>
            </a:ln>
          </p:spPr>
        </p:sp>
        <p:sp>
          <p:nvSpPr>
            <p:cNvPr name="TextBox 11" id="11"/>
            <p:cNvSpPr txBox="true"/>
            <p:nvPr/>
          </p:nvSpPr>
          <p:spPr>
            <a:xfrm>
              <a:off x="0" y="-38100"/>
              <a:ext cx="808599" cy="392743"/>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923392" y="5736358"/>
            <a:ext cx="6804391" cy="3521942"/>
            <a:chOff x="0" y="0"/>
            <a:chExt cx="809701" cy="419100"/>
          </a:xfrm>
        </p:grpSpPr>
        <p:sp>
          <p:nvSpPr>
            <p:cNvPr name="Freeform 13" id="13"/>
            <p:cNvSpPr/>
            <p:nvPr/>
          </p:nvSpPr>
          <p:spPr>
            <a:xfrm flipH="false" flipV="false" rot="0">
              <a:off x="0" y="0"/>
              <a:ext cx="809701" cy="419100"/>
            </a:xfrm>
            <a:custGeom>
              <a:avLst/>
              <a:gdLst/>
              <a:ahLst/>
              <a:cxnLst/>
              <a:rect r="r" b="b" t="t" l="l"/>
              <a:pathLst>
                <a:path h="419100" w="809701">
                  <a:moveTo>
                    <a:pt x="22222" y="0"/>
                  </a:moveTo>
                  <a:lnTo>
                    <a:pt x="787479" y="0"/>
                  </a:lnTo>
                  <a:cubicBezTo>
                    <a:pt x="799752" y="0"/>
                    <a:pt x="809701" y="9949"/>
                    <a:pt x="809701" y="22222"/>
                  </a:cubicBezTo>
                  <a:lnTo>
                    <a:pt x="809701" y="396878"/>
                  </a:lnTo>
                  <a:cubicBezTo>
                    <a:pt x="809701" y="409151"/>
                    <a:pt x="799752" y="419100"/>
                    <a:pt x="787479" y="419100"/>
                  </a:cubicBezTo>
                  <a:lnTo>
                    <a:pt x="22222" y="419100"/>
                  </a:lnTo>
                  <a:cubicBezTo>
                    <a:pt x="9949" y="419100"/>
                    <a:pt x="0" y="409151"/>
                    <a:pt x="0" y="396878"/>
                  </a:cubicBezTo>
                  <a:lnTo>
                    <a:pt x="0" y="22222"/>
                  </a:lnTo>
                  <a:cubicBezTo>
                    <a:pt x="0" y="9949"/>
                    <a:pt x="9949" y="0"/>
                    <a:pt x="22222" y="0"/>
                  </a:cubicBezTo>
                  <a:close/>
                </a:path>
              </a:pathLst>
            </a:custGeom>
            <a:solidFill>
              <a:srgbClr val="FCF7EA"/>
            </a:solidFill>
            <a:ln w="76200" cap="rnd">
              <a:solidFill>
                <a:srgbClr val="552C1F"/>
              </a:solidFill>
              <a:prstDash val="solid"/>
              <a:round/>
            </a:ln>
          </p:spPr>
        </p:sp>
        <p:sp>
          <p:nvSpPr>
            <p:cNvPr name="TextBox 14" id="14"/>
            <p:cNvSpPr txBox="true"/>
            <p:nvPr/>
          </p:nvSpPr>
          <p:spPr>
            <a:xfrm>
              <a:off x="0" y="-38100"/>
              <a:ext cx="809701" cy="4572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44043" y="8249443"/>
            <a:ext cx="2507763" cy="2037557"/>
          </a:xfrm>
          <a:custGeom>
            <a:avLst/>
            <a:gdLst/>
            <a:ahLst/>
            <a:cxnLst/>
            <a:rect r="r" b="b" t="t" l="l"/>
            <a:pathLst>
              <a:path h="2037557" w="2507763">
                <a:moveTo>
                  <a:pt x="0" y="0"/>
                </a:moveTo>
                <a:lnTo>
                  <a:pt x="2507763" y="0"/>
                </a:lnTo>
                <a:lnTo>
                  <a:pt x="2507763" y="2037557"/>
                </a:lnTo>
                <a:lnTo>
                  <a:pt x="0" y="20375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3325587" y="-439225"/>
            <a:ext cx="4422576" cy="3560174"/>
          </a:xfrm>
          <a:custGeom>
            <a:avLst/>
            <a:gdLst/>
            <a:ahLst/>
            <a:cxnLst/>
            <a:rect r="r" b="b" t="t" l="l"/>
            <a:pathLst>
              <a:path h="3560174" w="4422576">
                <a:moveTo>
                  <a:pt x="0" y="0"/>
                </a:moveTo>
                <a:lnTo>
                  <a:pt x="4422577" y="0"/>
                </a:lnTo>
                <a:lnTo>
                  <a:pt x="4422577" y="3560174"/>
                </a:lnTo>
                <a:lnTo>
                  <a:pt x="0" y="35601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2009294">
            <a:off x="11693082" y="420232"/>
            <a:ext cx="1282672" cy="1216935"/>
          </a:xfrm>
          <a:custGeom>
            <a:avLst/>
            <a:gdLst/>
            <a:ahLst/>
            <a:cxnLst/>
            <a:rect r="r" b="b" t="t" l="l"/>
            <a:pathLst>
              <a:path h="1216935" w="1282672">
                <a:moveTo>
                  <a:pt x="0" y="0"/>
                </a:moveTo>
                <a:lnTo>
                  <a:pt x="1282672" y="0"/>
                </a:lnTo>
                <a:lnTo>
                  <a:pt x="1282672" y="1216936"/>
                </a:lnTo>
                <a:lnTo>
                  <a:pt x="0" y="1216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977074" y="2070145"/>
            <a:ext cx="8465342" cy="1221097"/>
          </a:xfrm>
          <a:prstGeom prst="rect">
            <a:avLst/>
          </a:prstGeom>
        </p:spPr>
        <p:txBody>
          <a:bodyPr anchor="t" rtlCol="false" tIns="0" lIns="0" bIns="0" rIns="0">
            <a:spAutoFit/>
          </a:bodyPr>
          <a:lstStyle/>
          <a:p>
            <a:pPr algn="l">
              <a:lnSpc>
                <a:spcPts val="8819"/>
              </a:lnSpc>
            </a:pPr>
            <a:r>
              <a:rPr lang="en-US" sz="9799">
                <a:solidFill>
                  <a:srgbClr val="EA8CA4"/>
                </a:solidFill>
                <a:latin typeface="Balabeloo"/>
                <a:ea typeface="Balabeloo"/>
                <a:cs typeface="Balabeloo"/>
                <a:sym typeface="Balabeloo"/>
              </a:rPr>
              <a:t>P</a:t>
            </a:r>
            <a:r>
              <a:rPr lang="en-US" sz="9799">
                <a:solidFill>
                  <a:srgbClr val="EA8CA4"/>
                </a:solidFill>
                <a:latin typeface="Balabeloo"/>
                <a:ea typeface="Balabeloo"/>
                <a:cs typeface="Balabeloo"/>
                <a:sym typeface="Balabeloo"/>
              </a:rPr>
              <a:t>ROBLEM</a:t>
            </a:r>
          </a:p>
        </p:txBody>
      </p:sp>
      <p:sp>
        <p:nvSpPr>
          <p:cNvPr name="TextBox 19" id="19"/>
          <p:cNvSpPr txBox="true"/>
          <p:nvPr/>
        </p:nvSpPr>
        <p:spPr>
          <a:xfrm rot="0">
            <a:off x="1977074" y="3719900"/>
            <a:ext cx="15062442" cy="1324864"/>
          </a:xfrm>
          <a:prstGeom prst="rect">
            <a:avLst/>
          </a:prstGeom>
        </p:spPr>
        <p:txBody>
          <a:bodyPr anchor="t" rtlCol="false" tIns="0" lIns="0" bIns="0" rIns="0">
            <a:spAutoFit/>
          </a:bodyPr>
          <a:lstStyle/>
          <a:p>
            <a:pPr algn="l">
              <a:lnSpc>
                <a:spcPts val="5408"/>
              </a:lnSpc>
            </a:pPr>
            <a:r>
              <a:rPr lang="en-US" sz="3200">
                <a:solidFill>
                  <a:srgbClr val="442116"/>
                </a:solidFill>
                <a:latin typeface="Baloo Tammudu"/>
                <a:ea typeface="Baloo Tammudu"/>
                <a:cs typeface="Baloo Tammudu"/>
                <a:sym typeface="Baloo Tammudu"/>
              </a:rPr>
              <a:t>Lorem ipsum dolor sit amet, consectetur adipiscing elit, sed do eiusmod tempor incididunt ut labore et dolore magna aliqua. Ut enim ad minim veniam, quis</a:t>
            </a:r>
          </a:p>
        </p:txBody>
      </p:sp>
      <p:sp>
        <p:nvSpPr>
          <p:cNvPr name="TextBox 20" id="20"/>
          <p:cNvSpPr txBox="true"/>
          <p:nvPr/>
        </p:nvSpPr>
        <p:spPr>
          <a:xfrm rot="0">
            <a:off x="2268660" y="6250951"/>
            <a:ext cx="6110038" cy="2359405"/>
          </a:xfrm>
          <a:prstGeom prst="rect">
            <a:avLst/>
          </a:prstGeom>
        </p:spPr>
        <p:txBody>
          <a:bodyPr anchor="t" rtlCol="false" tIns="0" lIns="0" bIns="0" rIns="0">
            <a:spAutoFit/>
          </a:bodyPr>
          <a:lstStyle/>
          <a:p>
            <a:pPr algn="ctr">
              <a:lnSpc>
                <a:spcPts val="4732"/>
              </a:lnSpc>
            </a:pPr>
            <a:r>
              <a:rPr lang="en-US" sz="2800">
                <a:solidFill>
                  <a:srgbClr val="442116"/>
                </a:solidFill>
                <a:latin typeface="Baloo Tammudu"/>
                <a:ea typeface="Baloo Tammudu"/>
                <a:cs typeface="Baloo Tammudu"/>
                <a:sym typeface="Baloo Tammudu"/>
              </a:rPr>
              <a:t>Lorem ipsum dolor sit amet, consectetur adipiscing elit, sed do eiusmod tempor incididunt ut labore et dolore magna aliqua. Ut enim ad</a:t>
            </a:r>
          </a:p>
        </p:txBody>
      </p:sp>
      <p:sp>
        <p:nvSpPr>
          <p:cNvPr name="TextBox 21" id="21"/>
          <p:cNvSpPr txBox="true"/>
          <p:nvPr/>
        </p:nvSpPr>
        <p:spPr>
          <a:xfrm rot="0">
            <a:off x="10270568" y="6250951"/>
            <a:ext cx="6110038" cy="2359405"/>
          </a:xfrm>
          <a:prstGeom prst="rect">
            <a:avLst/>
          </a:prstGeom>
        </p:spPr>
        <p:txBody>
          <a:bodyPr anchor="t" rtlCol="false" tIns="0" lIns="0" bIns="0" rIns="0">
            <a:spAutoFit/>
          </a:bodyPr>
          <a:lstStyle/>
          <a:p>
            <a:pPr algn="ctr">
              <a:lnSpc>
                <a:spcPts val="4732"/>
              </a:lnSpc>
            </a:pPr>
            <a:r>
              <a:rPr lang="en-US" sz="2800">
                <a:solidFill>
                  <a:srgbClr val="442116"/>
                </a:solidFill>
                <a:latin typeface="Baloo Tammudu"/>
                <a:ea typeface="Baloo Tammudu"/>
                <a:cs typeface="Baloo Tammudu"/>
                <a:sym typeface="Baloo Tammudu"/>
              </a:rPr>
              <a:t>Lorem ipsum dolor sit amet, consectetur adipiscing elit, sed do eiusmod tempor incididunt ut labore et dolore magna aliqua. Ut enim ad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6817140" y="3606967"/>
            <a:ext cx="4653719" cy="5872201"/>
          </a:xfrm>
          <a:custGeom>
            <a:avLst/>
            <a:gdLst/>
            <a:ahLst/>
            <a:cxnLst/>
            <a:rect r="r" b="b" t="t" l="l"/>
            <a:pathLst>
              <a:path h="5872201" w="4653719">
                <a:moveTo>
                  <a:pt x="0" y="0"/>
                </a:moveTo>
                <a:lnTo>
                  <a:pt x="4653720" y="0"/>
                </a:lnTo>
                <a:lnTo>
                  <a:pt x="4653720" y="5872201"/>
                </a:lnTo>
                <a:lnTo>
                  <a:pt x="0" y="58722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7176859" y="4449670"/>
            <a:ext cx="4064498" cy="4085118"/>
            <a:chOff x="0" y="0"/>
            <a:chExt cx="461297" cy="463637"/>
          </a:xfrm>
        </p:grpSpPr>
        <p:sp>
          <p:nvSpPr>
            <p:cNvPr name="Freeform 5" id="5"/>
            <p:cNvSpPr/>
            <p:nvPr/>
          </p:nvSpPr>
          <p:spPr>
            <a:xfrm flipH="false" flipV="false" rot="0">
              <a:off x="0" y="0"/>
              <a:ext cx="461297" cy="463637"/>
            </a:xfrm>
            <a:custGeom>
              <a:avLst/>
              <a:gdLst/>
              <a:ahLst/>
              <a:cxnLst/>
              <a:rect r="r" b="b" t="t" l="l"/>
              <a:pathLst>
                <a:path h="463637" w="461297">
                  <a:moveTo>
                    <a:pt x="37202" y="0"/>
                  </a:moveTo>
                  <a:lnTo>
                    <a:pt x="424094" y="0"/>
                  </a:lnTo>
                  <a:cubicBezTo>
                    <a:pt x="433961" y="0"/>
                    <a:pt x="443423" y="3920"/>
                    <a:pt x="450400" y="10896"/>
                  </a:cubicBezTo>
                  <a:cubicBezTo>
                    <a:pt x="457377" y="17873"/>
                    <a:pt x="461297" y="27336"/>
                    <a:pt x="461297" y="37202"/>
                  </a:cubicBezTo>
                  <a:lnTo>
                    <a:pt x="461297" y="426434"/>
                  </a:lnTo>
                  <a:cubicBezTo>
                    <a:pt x="461297" y="436301"/>
                    <a:pt x="457377" y="445763"/>
                    <a:pt x="450400" y="452740"/>
                  </a:cubicBezTo>
                  <a:cubicBezTo>
                    <a:pt x="443423" y="459717"/>
                    <a:pt x="433961" y="463637"/>
                    <a:pt x="424094" y="463637"/>
                  </a:cubicBezTo>
                  <a:lnTo>
                    <a:pt x="37202" y="463637"/>
                  </a:lnTo>
                  <a:cubicBezTo>
                    <a:pt x="27336" y="463637"/>
                    <a:pt x="17873" y="459717"/>
                    <a:pt x="10896" y="452740"/>
                  </a:cubicBezTo>
                  <a:cubicBezTo>
                    <a:pt x="3920" y="445763"/>
                    <a:pt x="0" y="436301"/>
                    <a:pt x="0" y="426434"/>
                  </a:cubicBezTo>
                  <a:lnTo>
                    <a:pt x="0" y="37202"/>
                  </a:lnTo>
                  <a:cubicBezTo>
                    <a:pt x="0" y="27336"/>
                    <a:pt x="3920" y="17873"/>
                    <a:pt x="10896" y="10896"/>
                  </a:cubicBezTo>
                  <a:cubicBezTo>
                    <a:pt x="17873" y="3920"/>
                    <a:pt x="27336" y="0"/>
                    <a:pt x="37202" y="0"/>
                  </a:cubicBezTo>
                  <a:close/>
                </a:path>
              </a:pathLst>
            </a:custGeom>
            <a:solidFill>
              <a:srgbClr val="FCF7EA"/>
            </a:solidFill>
            <a:ln cap="rnd">
              <a:noFill/>
              <a:prstDash val="solid"/>
              <a:round/>
            </a:ln>
          </p:spPr>
        </p:sp>
        <p:sp>
          <p:nvSpPr>
            <p:cNvPr name="TextBox 6" id="6"/>
            <p:cNvSpPr txBox="true"/>
            <p:nvPr/>
          </p:nvSpPr>
          <p:spPr>
            <a:xfrm>
              <a:off x="0" y="-38100"/>
              <a:ext cx="461297" cy="501737"/>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911329" y="2070145"/>
            <a:ext cx="8465342" cy="1221097"/>
          </a:xfrm>
          <a:prstGeom prst="rect">
            <a:avLst/>
          </a:prstGeom>
        </p:spPr>
        <p:txBody>
          <a:bodyPr anchor="t" rtlCol="false" tIns="0" lIns="0" bIns="0" rIns="0">
            <a:spAutoFit/>
          </a:bodyPr>
          <a:lstStyle/>
          <a:p>
            <a:pPr algn="ctr">
              <a:lnSpc>
                <a:spcPts val="8819"/>
              </a:lnSpc>
            </a:pPr>
            <a:r>
              <a:rPr lang="en-US" sz="9799">
                <a:solidFill>
                  <a:srgbClr val="EA8CA4"/>
                </a:solidFill>
                <a:latin typeface="Balabeloo"/>
                <a:ea typeface="Balabeloo"/>
                <a:cs typeface="Balabeloo"/>
                <a:sym typeface="Balabeloo"/>
              </a:rPr>
              <a:t>GOAL</a:t>
            </a:r>
          </a:p>
        </p:txBody>
      </p:sp>
      <p:sp>
        <p:nvSpPr>
          <p:cNvPr name="Freeform 8" id="8"/>
          <p:cNvSpPr/>
          <p:nvPr/>
        </p:nvSpPr>
        <p:spPr>
          <a:xfrm flipH="false" flipV="false" rot="0">
            <a:off x="1500435" y="2847850"/>
            <a:ext cx="4653719" cy="5872201"/>
          </a:xfrm>
          <a:custGeom>
            <a:avLst/>
            <a:gdLst/>
            <a:ahLst/>
            <a:cxnLst/>
            <a:rect r="r" b="b" t="t" l="l"/>
            <a:pathLst>
              <a:path h="5872201" w="4653719">
                <a:moveTo>
                  <a:pt x="0" y="0"/>
                </a:moveTo>
                <a:lnTo>
                  <a:pt x="4653719" y="0"/>
                </a:lnTo>
                <a:lnTo>
                  <a:pt x="4653719" y="5872201"/>
                </a:lnTo>
                <a:lnTo>
                  <a:pt x="0" y="58722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1860154" y="3690553"/>
            <a:ext cx="4064498" cy="4085118"/>
            <a:chOff x="0" y="0"/>
            <a:chExt cx="461297" cy="463637"/>
          </a:xfrm>
        </p:grpSpPr>
        <p:sp>
          <p:nvSpPr>
            <p:cNvPr name="Freeform 10" id="10"/>
            <p:cNvSpPr/>
            <p:nvPr/>
          </p:nvSpPr>
          <p:spPr>
            <a:xfrm flipH="false" flipV="false" rot="0">
              <a:off x="0" y="0"/>
              <a:ext cx="461297" cy="463637"/>
            </a:xfrm>
            <a:custGeom>
              <a:avLst/>
              <a:gdLst/>
              <a:ahLst/>
              <a:cxnLst/>
              <a:rect r="r" b="b" t="t" l="l"/>
              <a:pathLst>
                <a:path h="463637" w="461297">
                  <a:moveTo>
                    <a:pt x="37202" y="0"/>
                  </a:moveTo>
                  <a:lnTo>
                    <a:pt x="424094" y="0"/>
                  </a:lnTo>
                  <a:cubicBezTo>
                    <a:pt x="433961" y="0"/>
                    <a:pt x="443423" y="3920"/>
                    <a:pt x="450400" y="10896"/>
                  </a:cubicBezTo>
                  <a:cubicBezTo>
                    <a:pt x="457377" y="17873"/>
                    <a:pt x="461297" y="27336"/>
                    <a:pt x="461297" y="37202"/>
                  </a:cubicBezTo>
                  <a:lnTo>
                    <a:pt x="461297" y="426434"/>
                  </a:lnTo>
                  <a:cubicBezTo>
                    <a:pt x="461297" y="436301"/>
                    <a:pt x="457377" y="445763"/>
                    <a:pt x="450400" y="452740"/>
                  </a:cubicBezTo>
                  <a:cubicBezTo>
                    <a:pt x="443423" y="459717"/>
                    <a:pt x="433961" y="463637"/>
                    <a:pt x="424094" y="463637"/>
                  </a:cubicBezTo>
                  <a:lnTo>
                    <a:pt x="37202" y="463637"/>
                  </a:lnTo>
                  <a:cubicBezTo>
                    <a:pt x="27336" y="463637"/>
                    <a:pt x="17873" y="459717"/>
                    <a:pt x="10896" y="452740"/>
                  </a:cubicBezTo>
                  <a:cubicBezTo>
                    <a:pt x="3920" y="445763"/>
                    <a:pt x="0" y="436301"/>
                    <a:pt x="0" y="426434"/>
                  </a:cubicBezTo>
                  <a:lnTo>
                    <a:pt x="0" y="37202"/>
                  </a:lnTo>
                  <a:cubicBezTo>
                    <a:pt x="0" y="27336"/>
                    <a:pt x="3920" y="17873"/>
                    <a:pt x="10896" y="10896"/>
                  </a:cubicBezTo>
                  <a:cubicBezTo>
                    <a:pt x="17873" y="3920"/>
                    <a:pt x="27336" y="0"/>
                    <a:pt x="37202" y="0"/>
                  </a:cubicBezTo>
                  <a:close/>
                </a:path>
              </a:pathLst>
            </a:custGeom>
            <a:solidFill>
              <a:srgbClr val="FCF7EA"/>
            </a:solidFill>
            <a:ln cap="rnd">
              <a:noFill/>
              <a:prstDash val="solid"/>
              <a:round/>
            </a:ln>
          </p:spPr>
        </p:sp>
        <p:sp>
          <p:nvSpPr>
            <p:cNvPr name="TextBox 11" id="11"/>
            <p:cNvSpPr txBox="true"/>
            <p:nvPr/>
          </p:nvSpPr>
          <p:spPr>
            <a:xfrm>
              <a:off x="0" y="-38100"/>
              <a:ext cx="461297" cy="50173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2137610" y="2847850"/>
            <a:ext cx="4653719" cy="5872201"/>
          </a:xfrm>
          <a:custGeom>
            <a:avLst/>
            <a:gdLst/>
            <a:ahLst/>
            <a:cxnLst/>
            <a:rect r="r" b="b" t="t" l="l"/>
            <a:pathLst>
              <a:path h="5872201" w="4653719">
                <a:moveTo>
                  <a:pt x="0" y="0"/>
                </a:moveTo>
                <a:lnTo>
                  <a:pt x="4653719" y="0"/>
                </a:lnTo>
                <a:lnTo>
                  <a:pt x="4653719" y="5872201"/>
                </a:lnTo>
                <a:lnTo>
                  <a:pt x="0" y="58722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2497328" y="3690553"/>
            <a:ext cx="4064498" cy="4085118"/>
            <a:chOff x="0" y="0"/>
            <a:chExt cx="461297" cy="463637"/>
          </a:xfrm>
        </p:grpSpPr>
        <p:sp>
          <p:nvSpPr>
            <p:cNvPr name="Freeform 14" id="14"/>
            <p:cNvSpPr/>
            <p:nvPr/>
          </p:nvSpPr>
          <p:spPr>
            <a:xfrm flipH="false" flipV="false" rot="0">
              <a:off x="0" y="0"/>
              <a:ext cx="461297" cy="463637"/>
            </a:xfrm>
            <a:custGeom>
              <a:avLst/>
              <a:gdLst/>
              <a:ahLst/>
              <a:cxnLst/>
              <a:rect r="r" b="b" t="t" l="l"/>
              <a:pathLst>
                <a:path h="463637" w="461297">
                  <a:moveTo>
                    <a:pt x="37202" y="0"/>
                  </a:moveTo>
                  <a:lnTo>
                    <a:pt x="424094" y="0"/>
                  </a:lnTo>
                  <a:cubicBezTo>
                    <a:pt x="433961" y="0"/>
                    <a:pt x="443423" y="3920"/>
                    <a:pt x="450400" y="10896"/>
                  </a:cubicBezTo>
                  <a:cubicBezTo>
                    <a:pt x="457377" y="17873"/>
                    <a:pt x="461297" y="27336"/>
                    <a:pt x="461297" y="37202"/>
                  </a:cubicBezTo>
                  <a:lnTo>
                    <a:pt x="461297" y="426434"/>
                  </a:lnTo>
                  <a:cubicBezTo>
                    <a:pt x="461297" y="436301"/>
                    <a:pt x="457377" y="445763"/>
                    <a:pt x="450400" y="452740"/>
                  </a:cubicBezTo>
                  <a:cubicBezTo>
                    <a:pt x="443423" y="459717"/>
                    <a:pt x="433961" y="463637"/>
                    <a:pt x="424094" y="463637"/>
                  </a:cubicBezTo>
                  <a:lnTo>
                    <a:pt x="37202" y="463637"/>
                  </a:lnTo>
                  <a:cubicBezTo>
                    <a:pt x="27336" y="463637"/>
                    <a:pt x="17873" y="459717"/>
                    <a:pt x="10896" y="452740"/>
                  </a:cubicBezTo>
                  <a:cubicBezTo>
                    <a:pt x="3920" y="445763"/>
                    <a:pt x="0" y="436301"/>
                    <a:pt x="0" y="426434"/>
                  </a:cubicBezTo>
                  <a:lnTo>
                    <a:pt x="0" y="37202"/>
                  </a:lnTo>
                  <a:cubicBezTo>
                    <a:pt x="0" y="27336"/>
                    <a:pt x="3920" y="17873"/>
                    <a:pt x="10896" y="10896"/>
                  </a:cubicBezTo>
                  <a:cubicBezTo>
                    <a:pt x="17873" y="3920"/>
                    <a:pt x="27336" y="0"/>
                    <a:pt x="37202" y="0"/>
                  </a:cubicBezTo>
                  <a:close/>
                </a:path>
              </a:pathLst>
            </a:custGeom>
            <a:solidFill>
              <a:srgbClr val="FCF7EA"/>
            </a:solidFill>
            <a:ln cap="rnd">
              <a:noFill/>
              <a:prstDash val="solid"/>
              <a:round/>
            </a:ln>
          </p:spPr>
        </p:sp>
        <p:sp>
          <p:nvSpPr>
            <p:cNvPr name="TextBox 15" id="15"/>
            <p:cNvSpPr txBox="true"/>
            <p:nvPr/>
          </p:nvSpPr>
          <p:spPr>
            <a:xfrm>
              <a:off x="0" y="-38100"/>
              <a:ext cx="461297" cy="501737"/>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1302016">
            <a:off x="-963656" y="655311"/>
            <a:ext cx="3984711" cy="2296190"/>
          </a:xfrm>
          <a:custGeom>
            <a:avLst/>
            <a:gdLst/>
            <a:ahLst/>
            <a:cxnLst/>
            <a:rect r="r" b="b" t="t" l="l"/>
            <a:pathLst>
              <a:path h="2296190" w="3984711">
                <a:moveTo>
                  <a:pt x="0" y="0"/>
                </a:moveTo>
                <a:lnTo>
                  <a:pt x="3984712" y="0"/>
                </a:lnTo>
                <a:lnTo>
                  <a:pt x="3984712" y="2296190"/>
                </a:lnTo>
                <a:lnTo>
                  <a:pt x="0" y="22961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1178523" y="501173"/>
            <a:ext cx="1918173" cy="2790070"/>
          </a:xfrm>
          <a:custGeom>
            <a:avLst/>
            <a:gdLst/>
            <a:ahLst/>
            <a:cxnLst/>
            <a:rect r="r" b="b" t="t" l="l"/>
            <a:pathLst>
              <a:path h="2790070" w="1918173">
                <a:moveTo>
                  <a:pt x="0" y="0"/>
                </a:moveTo>
                <a:lnTo>
                  <a:pt x="1918173" y="0"/>
                </a:lnTo>
                <a:lnTo>
                  <a:pt x="1918173" y="2790070"/>
                </a:lnTo>
                <a:lnTo>
                  <a:pt x="0" y="27900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588346">
            <a:off x="438151" y="7849117"/>
            <a:ext cx="2966093" cy="2079973"/>
          </a:xfrm>
          <a:custGeom>
            <a:avLst/>
            <a:gdLst/>
            <a:ahLst/>
            <a:cxnLst/>
            <a:rect r="r" b="b" t="t" l="l"/>
            <a:pathLst>
              <a:path h="2079973" w="2966093">
                <a:moveTo>
                  <a:pt x="0" y="0"/>
                </a:moveTo>
                <a:lnTo>
                  <a:pt x="2966094" y="0"/>
                </a:lnTo>
                <a:lnTo>
                  <a:pt x="2966094" y="2079973"/>
                </a:lnTo>
                <a:lnTo>
                  <a:pt x="0" y="20799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true" flipV="false" rot="0">
            <a:off x="13985358" y="7735178"/>
            <a:ext cx="4164337" cy="3263799"/>
          </a:xfrm>
          <a:custGeom>
            <a:avLst/>
            <a:gdLst/>
            <a:ahLst/>
            <a:cxnLst/>
            <a:rect r="r" b="b" t="t" l="l"/>
            <a:pathLst>
              <a:path h="3263799" w="4164337">
                <a:moveTo>
                  <a:pt x="4164336" y="0"/>
                </a:moveTo>
                <a:lnTo>
                  <a:pt x="0" y="0"/>
                </a:lnTo>
                <a:lnTo>
                  <a:pt x="0" y="3263799"/>
                </a:lnTo>
                <a:lnTo>
                  <a:pt x="4164336" y="3263799"/>
                </a:lnTo>
                <a:lnTo>
                  <a:pt x="4164336"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0" id="20"/>
          <p:cNvSpPr txBox="true"/>
          <p:nvPr/>
        </p:nvSpPr>
        <p:spPr>
          <a:xfrm rot="0">
            <a:off x="7237903" y="4934740"/>
            <a:ext cx="3831244" cy="3559555"/>
          </a:xfrm>
          <a:prstGeom prst="rect">
            <a:avLst/>
          </a:prstGeom>
        </p:spPr>
        <p:txBody>
          <a:bodyPr anchor="t" rtlCol="false" tIns="0" lIns="0" bIns="0" rIns="0">
            <a:spAutoFit/>
          </a:bodyPr>
          <a:lstStyle/>
          <a:p>
            <a:pPr algn="ctr">
              <a:lnSpc>
                <a:spcPts val="4732"/>
              </a:lnSpc>
            </a:pPr>
            <a:r>
              <a:rPr lang="en-US" sz="2800">
                <a:solidFill>
                  <a:srgbClr val="442116"/>
                </a:solidFill>
                <a:latin typeface="Baloo Tammudu"/>
                <a:ea typeface="Baloo Tammudu"/>
                <a:cs typeface="Baloo Tammudu"/>
                <a:sym typeface="Baloo Tammudu"/>
              </a:rPr>
              <a:t>Lorem ipsum dolor sit amet, consectetur adipiscing elit, sed do eiusmod tempor incididunt ut labore et dolore magna aliqua.</a:t>
            </a:r>
          </a:p>
        </p:txBody>
      </p:sp>
      <p:sp>
        <p:nvSpPr>
          <p:cNvPr name="TextBox 21" id="21"/>
          <p:cNvSpPr txBox="true"/>
          <p:nvPr/>
        </p:nvSpPr>
        <p:spPr>
          <a:xfrm rot="0">
            <a:off x="1921198" y="4175623"/>
            <a:ext cx="3831244" cy="3559555"/>
          </a:xfrm>
          <a:prstGeom prst="rect">
            <a:avLst/>
          </a:prstGeom>
        </p:spPr>
        <p:txBody>
          <a:bodyPr anchor="t" rtlCol="false" tIns="0" lIns="0" bIns="0" rIns="0">
            <a:spAutoFit/>
          </a:bodyPr>
          <a:lstStyle/>
          <a:p>
            <a:pPr algn="ctr">
              <a:lnSpc>
                <a:spcPts val="4732"/>
              </a:lnSpc>
            </a:pPr>
            <a:r>
              <a:rPr lang="en-US" sz="2800">
                <a:solidFill>
                  <a:srgbClr val="442116"/>
                </a:solidFill>
                <a:latin typeface="Baloo Tammudu"/>
                <a:ea typeface="Baloo Tammudu"/>
                <a:cs typeface="Baloo Tammudu"/>
                <a:sym typeface="Baloo Tammudu"/>
              </a:rPr>
              <a:t>Lorem ipsum dolor sit amet, consectetur adipiscing elit, sed do eiusmod tempor incididunt ut labore et dolore magna aliqua.</a:t>
            </a:r>
          </a:p>
        </p:txBody>
      </p:sp>
      <p:sp>
        <p:nvSpPr>
          <p:cNvPr name="TextBox 22" id="22"/>
          <p:cNvSpPr txBox="true"/>
          <p:nvPr/>
        </p:nvSpPr>
        <p:spPr>
          <a:xfrm rot="0">
            <a:off x="12558372" y="4175623"/>
            <a:ext cx="3831244" cy="3559555"/>
          </a:xfrm>
          <a:prstGeom prst="rect">
            <a:avLst/>
          </a:prstGeom>
        </p:spPr>
        <p:txBody>
          <a:bodyPr anchor="t" rtlCol="false" tIns="0" lIns="0" bIns="0" rIns="0">
            <a:spAutoFit/>
          </a:bodyPr>
          <a:lstStyle/>
          <a:p>
            <a:pPr algn="ctr">
              <a:lnSpc>
                <a:spcPts val="4732"/>
              </a:lnSpc>
            </a:pPr>
            <a:r>
              <a:rPr lang="en-US" sz="2800">
                <a:solidFill>
                  <a:srgbClr val="442116"/>
                </a:solidFill>
                <a:latin typeface="Baloo Tammudu"/>
                <a:ea typeface="Baloo Tammudu"/>
                <a:cs typeface="Baloo Tammudu"/>
                <a:sym typeface="Baloo Tammudu"/>
              </a:rPr>
              <a:t>Lorem ipsum dolor sit amet, consectetur adipiscing elit, sed do eiusmod tempor incididunt ut labore et dolore magna aliqua.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5400000">
            <a:off x="2293236" y="3048596"/>
            <a:ext cx="5209898" cy="6353534"/>
          </a:xfrm>
          <a:custGeom>
            <a:avLst/>
            <a:gdLst/>
            <a:ahLst/>
            <a:cxnLst/>
            <a:rect r="r" b="b" t="t" l="l"/>
            <a:pathLst>
              <a:path h="6353534" w="5209898">
                <a:moveTo>
                  <a:pt x="0" y="0"/>
                </a:moveTo>
                <a:lnTo>
                  <a:pt x="5209898" y="0"/>
                </a:lnTo>
                <a:lnTo>
                  <a:pt x="5209898" y="6353533"/>
                </a:lnTo>
                <a:lnTo>
                  <a:pt x="0" y="63535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36120" y="7355835"/>
            <a:ext cx="3561438" cy="3418981"/>
          </a:xfrm>
          <a:custGeom>
            <a:avLst/>
            <a:gdLst/>
            <a:ahLst/>
            <a:cxnLst/>
            <a:rect r="r" b="b" t="t" l="l"/>
            <a:pathLst>
              <a:path h="3418981" w="3561438">
                <a:moveTo>
                  <a:pt x="0" y="0"/>
                </a:moveTo>
                <a:lnTo>
                  <a:pt x="3561439" y="0"/>
                </a:lnTo>
                <a:lnTo>
                  <a:pt x="3561439" y="3418981"/>
                </a:lnTo>
                <a:lnTo>
                  <a:pt x="0" y="34189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958486">
            <a:off x="14245616" y="-401367"/>
            <a:ext cx="3434863" cy="3784973"/>
          </a:xfrm>
          <a:custGeom>
            <a:avLst/>
            <a:gdLst/>
            <a:ahLst/>
            <a:cxnLst/>
            <a:rect r="r" b="b" t="t" l="l"/>
            <a:pathLst>
              <a:path h="3784973" w="3434863">
                <a:moveTo>
                  <a:pt x="0" y="0"/>
                </a:moveTo>
                <a:lnTo>
                  <a:pt x="3434863" y="0"/>
                </a:lnTo>
                <a:lnTo>
                  <a:pt x="3434863" y="3784972"/>
                </a:lnTo>
                <a:lnTo>
                  <a:pt x="0" y="37849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8487914" y="3867480"/>
            <a:ext cx="8551603" cy="4753864"/>
          </a:xfrm>
          <a:prstGeom prst="rect">
            <a:avLst/>
          </a:prstGeom>
        </p:spPr>
        <p:txBody>
          <a:bodyPr anchor="t" rtlCol="false" tIns="0" lIns="0" bIns="0" rIns="0">
            <a:spAutoFit/>
          </a:bodyPr>
          <a:lstStyle/>
          <a:p>
            <a:pPr algn="l">
              <a:lnSpc>
                <a:spcPts val="5408"/>
              </a:lnSpc>
            </a:pPr>
            <a:r>
              <a:rPr lang="en-US" sz="3200">
                <a:solidFill>
                  <a:srgbClr val="442116"/>
                </a:solidFill>
                <a:latin typeface="Baloo Tammudu"/>
                <a:ea typeface="Baloo Tammudu"/>
                <a:cs typeface="Baloo Tammudu"/>
                <a:sym typeface="Baloo Tammudu"/>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a:t>
            </a:r>
          </a:p>
        </p:txBody>
      </p:sp>
      <p:sp>
        <p:nvSpPr>
          <p:cNvPr name="Freeform 7" id="7"/>
          <p:cNvSpPr/>
          <p:nvPr/>
        </p:nvSpPr>
        <p:spPr>
          <a:xfrm flipH="false" flipV="false" rot="-1245596">
            <a:off x="6500021" y="1068836"/>
            <a:ext cx="2139403" cy="2029759"/>
          </a:xfrm>
          <a:custGeom>
            <a:avLst/>
            <a:gdLst/>
            <a:ahLst/>
            <a:cxnLst/>
            <a:rect r="r" b="b" t="t" l="l"/>
            <a:pathLst>
              <a:path h="2029759" w="2139403">
                <a:moveTo>
                  <a:pt x="0" y="0"/>
                </a:moveTo>
                <a:lnTo>
                  <a:pt x="2139403" y="0"/>
                </a:lnTo>
                <a:lnTo>
                  <a:pt x="2139403" y="2029759"/>
                </a:lnTo>
                <a:lnTo>
                  <a:pt x="0" y="202975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7115294" y="7138141"/>
            <a:ext cx="2039404" cy="2966406"/>
          </a:xfrm>
          <a:custGeom>
            <a:avLst/>
            <a:gdLst/>
            <a:ahLst/>
            <a:cxnLst/>
            <a:rect r="r" b="b" t="t" l="l"/>
            <a:pathLst>
              <a:path h="2966406" w="2039404">
                <a:moveTo>
                  <a:pt x="0" y="0"/>
                </a:moveTo>
                <a:lnTo>
                  <a:pt x="2039404" y="0"/>
                </a:lnTo>
                <a:lnTo>
                  <a:pt x="2039404" y="2966406"/>
                </a:lnTo>
                <a:lnTo>
                  <a:pt x="0" y="29664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1977074" y="2070145"/>
            <a:ext cx="8465342" cy="1221097"/>
          </a:xfrm>
          <a:prstGeom prst="rect">
            <a:avLst/>
          </a:prstGeom>
        </p:spPr>
        <p:txBody>
          <a:bodyPr anchor="t" rtlCol="false" tIns="0" lIns="0" bIns="0" rIns="0">
            <a:spAutoFit/>
          </a:bodyPr>
          <a:lstStyle/>
          <a:p>
            <a:pPr algn="l">
              <a:lnSpc>
                <a:spcPts val="8819"/>
              </a:lnSpc>
            </a:pPr>
            <a:r>
              <a:rPr lang="en-US" sz="9799">
                <a:solidFill>
                  <a:srgbClr val="EA8CA4"/>
                </a:solidFill>
                <a:latin typeface="Balabeloo"/>
                <a:ea typeface="Balabeloo"/>
                <a:cs typeface="Balabeloo"/>
                <a:sym typeface="Balabeloo"/>
              </a:rPr>
              <a:t>THEO</a:t>
            </a:r>
            <a:r>
              <a:rPr lang="en-US" sz="9799">
                <a:solidFill>
                  <a:srgbClr val="EA8CA4"/>
                </a:solidFill>
                <a:latin typeface="Balabeloo"/>
                <a:ea typeface="Balabeloo"/>
                <a:cs typeface="Balabeloo"/>
                <a:sym typeface="Balabeloo"/>
              </a:rPr>
              <a:t>RY</a:t>
            </a:r>
          </a:p>
        </p:txBody>
      </p:sp>
      <p:sp>
        <p:nvSpPr>
          <p:cNvPr name="TextBox 10" id="10"/>
          <p:cNvSpPr txBox="true"/>
          <p:nvPr/>
        </p:nvSpPr>
        <p:spPr>
          <a:xfrm rot="0">
            <a:off x="3125319" y="4776390"/>
            <a:ext cx="4250949" cy="2964620"/>
          </a:xfrm>
          <a:prstGeom prst="rect">
            <a:avLst/>
          </a:prstGeom>
        </p:spPr>
        <p:txBody>
          <a:bodyPr anchor="t" rtlCol="false" tIns="0" lIns="0" bIns="0" rIns="0">
            <a:spAutoFit/>
          </a:bodyPr>
          <a:lstStyle/>
          <a:p>
            <a:pPr algn="ctr">
              <a:lnSpc>
                <a:spcPts val="4784"/>
              </a:lnSpc>
            </a:pPr>
            <a:r>
              <a:rPr lang="en-US" sz="2831">
                <a:solidFill>
                  <a:srgbClr val="442116"/>
                </a:solidFill>
                <a:latin typeface="Baloo Tammudu"/>
                <a:ea typeface="Baloo Tammudu"/>
                <a:cs typeface="Baloo Tammudu"/>
                <a:sym typeface="Baloo Tammudu"/>
              </a:rPr>
              <a:t>Lorem ipsum dolor sit amet, consectetur adipiscing elit, sed do eiusmod tempor incididunt ut labore 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1070311" y="2069635"/>
            <a:ext cx="5312981" cy="6430234"/>
          </a:xfrm>
          <a:custGeom>
            <a:avLst/>
            <a:gdLst/>
            <a:ahLst/>
            <a:cxnLst/>
            <a:rect r="r" b="b" t="t" l="l"/>
            <a:pathLst>
              <a:path h="6430234" w="5312981">
                <a:moveTo>
                  <a:pt x="0" y="0"/>
                </a:moveTo>
                <a:lnTo>
                  <a:pt x="5312981" y="0"/>
                </a:lnTo>
                <a:lnTo>
                  <a:pt x="5312981" y="6430234"/>
                </a:lnTo>
                <a:lnTo>
                  <a:pt x="0" y="64302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1436013" y="2459489"/>
            <a:ext cx="4204636" cy="5669575"/>
            <a:chOff x="0" y="0"/>
            <a:chExt cx="651408" cy="878365"/>
          </a:xfrm>
        </p:grpSpPr>
        <p:sp>
          <p:nvSpPr>
            <p:cNvPr name="Freeform 5" id="5"/>
            <p:cNvSpPr/>
            <p:nvPr/>
          </p:nvSpPr>
          <p:spPr>
            <a:xfrm flipH="false" flipV="false" rot="0">
              <a:off x="0" y="0"/>
              <a:ext cx="651408" cy="878365"/>
            </a:xfrm>
            <a:custGeom>
              <a:avLst/>
              <a:gdLst/>
              <a:ahLst/>
              <a:cxnLst/>
              <a:rect r="r" b="b" t="t" l="l"/>
              <a:pathLst>
                <a:path h="878365" w="651408">
                  <a:moveTo>
                    <a:pt x="42349" y="0"/>
                  </a:moveTo>
                  <a:lnTo>
                    <a:pt x="609059" y="0"/>
                  </a:lnTo>
                  <a:cubicBezTo>
                    <a:pt x="620290" y="0"/>
                    <a:pt x="631062" y="4462"/>
                    <a:pt x="639004" y="12404"/>
                  </a:cubicBezTo>
                  <a:cubicBezTo>
                    <a:pt x="646946" y="20346"/>
                    <a:pt x="651408" y="31118"/>
                    <a:pt x="651408" y="42349"/>
                  </a:cubicBezTo>
                  <a:lnTo>
                    <a:pt x="651408" y="836016"/>
                  </a:lnTo>
                  <a:cubicBezTo>
                    <a:pt x="651408" y="859405"/>
                    <a:pt x="632448" y="878365"/>
                    <a:pt x="609059" y="878365"/>
                  </a:cubicBezTo>
                  <a:lnTo>
                    <a:pt x="42349" y="878365"/>
                  </a:lnTo>
                  <a:cubicBezTo>
                    <a:pt x="31118" y="878365"/>
                    <a:pt x="20346" y="873904"/>
                    <a:pt x="12404" y="865962"/>
                  </a:cubicBezTo>
                  <a:cubicBezTo>
                    <a:pt x="4462" y="858020"/>
                    <a:pt x="0" y="847248"/>
                    <a:pt x="0" y="836016"/>
                  </a:cubicBezTo>
                  <a:lnTo>
                    <a:pt x="0" y="42349"/>
                  </a:lnTo>
                  <a:cubicBezTo>
                    <a:pt x="0" y="31118"/>
                    <a:pt x="4462" y="20346"/>
                    <a:pt x="12404" y="12404"/>
                  </a:cubicBezTo>
                  <a:cubicBezTo>
                    <a:pt x="20346" y="4462"/>
                    <a:pt x="31118" y="0"/>
                    <a:pt x="42349" y="0"/>
                  </a:cubicBezTo>
                  <a:close/>
                </a:path>
              </a:pathLst>
            </a:custGeom>
            <a:blipFill>
              <a:blip r:embed="rId5"/>
              <a:stretch>
                <a:fillRect l="-39894" t="0" r="-39894" b="0"/>
              </a:stretch>
            </a:blipFill>
          </p:spPr>
        </p:sp>
      </p:grpSp>
      <p:sp>
        <p:nvSpPr>
          <p:cNvPr name="Freeform 6" id="6"/>
          <p:cNvSpPr/>
          <p:nvPr/>
        </p:nvSpPr>
        <p:spPr>
          <a:xfrm flipH="false" flipV="false" rot="0">
            <a:off x="15020437" y="6890983"/>
            <a:ext cx="3101878" cy="3188226"/>
          </a:xfrm>
          <a:custGeom>
            <a:avLst/>
            <a:gdLst/>
            <a:ahLst/>
            <a:cxnLst/>
            <a:rect r="r" b="b" t="t" l="l"/>
            <a:pathLst>
              <a:path h="3188226" w="3101878">
                <a:moveTo>
                  <a:pt x="0" y="0"/>
                </a:moveTo>
                <a:lnTo>
                  <a:pt x="3101878" y="0"/>
                </a:lnTo>
                <a:lnTo>
                  <a:pt x="3101878" y="3188226"/>
                </a:lnTo>
                <a:lnTo>
                  <a:pt x="0" y="31882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86227" y="249180"/>
            <a:ext cx="2833986" cy="3672552"/>
          </a:xfrm>
          <a:custGeom>
            <a:avLst/>
            <a:gdLst/>
            <a:ahLst/>
            <a:cxnLst/>
            <a:rect r="r" b="b" t="t" l="l"/>
            <a:pathLst>
              <a:path h="3672552" w="2833986">
                <a:moveTo>
                  <a:pt x="0" y="0"/>
                </a:moveTo>
                <a:lnTo>
                  <a:pt x="2833986" y="0"/>
                </a:lnTo>
                <a:lnTo>
                  <a:pt x="2833986" y="3672552"/>
                </a:lnTo>
                <a:lnTo>
                  <a:pt x="0" y="36725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643164" y="3731232"/>
            <a:ext cx="8875453" cy="4753864"/>
          </a:xfrm>
          <a:prstGeom prst="rect">
            <a:avLst/>
          </a:prstGeom>
        </p:spPr>
        <p:txBody>
          <a:bodyPr anchor="t" rtlCol="false" tIns="0" lIns="0" bIns="0" rIns="0">
            <a:spAutoFit/>
          </a:bodyPr>
          <a:lstStyle/>
          <a:p>
            <a:pPr algn="l" marL="690881" indent="-345440" lvl="1">
              <a:lnSpc>
                <a:spcPts val="5408"/>
              </a:lnSpc>
              <a:buFont typeface="Arial"/>
              <a:buChar char="•"/>
            </a:pPr>
            <a:r>
              <a:rPr lang="en-US" sz="3200">
                <a:solidFill>
                  <a:srgbClr val="442116"/>
                </a:solidFill>
                <a:latin typeface="Baloo Tammudu"/>
                <a:ea typeface="Baloo Tammudu"/>
                <a:cs typeface="Baloo Tammudu"/>
                <a:sym typeface="Baloo Tammudu"/>
              </a:rPr>
              <a:t>Lorem ipsum dolor sit amet, consectetur adipiscing elit, sed do eiusmod tempor incididunt ut labore et dolore magna aliqua.</a:t>
            </a:r>
          </a:p>
          <a:p>
            <a:pPr algn="l">
              <a:lnSpc>
                <a:spcPts val="5408"/>
              </a:lnSpc>
            </a:pPr>
          </a:p>
          <a:p>
            <a:pPr algn="l" marL="690881" indent="-345440" lvl="1">
              <a:lnSpc>
                <a:spcPts val="5408"/>
              </a:lnSpc>
              <a:buFont typeface="Arial"/>
              <a:buChar char="•"/>
            </a:pPr>
            <a:r>
              <a:rPr lang="en-US" sz="3200">
                <a:solidFill>
                  <a:srgbClr val="442116"/>
                </a:solidFill>
                <a:latin typeface="Baloo Tammudu"/>
                <a:ea typeface="Baloo Tammudu"/>
                <a:cs typeface="Baloo Tammudu"/>
                <a:sym typeface="Baloo Tammudu"/>
              </a:rPr>
              <a:t>Ut enim ad minim veniam, quis nostrud exercitation ullamco laboris nisi ut aliquip ex ea commodo consequat. Duis aute irure</a:t>
            </a:r>
          </a:p>
        </p:txBody>
      </p:sp>
      <p:sp>
        <p:nvSpPr>
          <p:cNvPr name="Freeform 9" id="9"/>
          <p:cNvSpPr/>
          <p:nvPr/>
        </p:nvSpPr>
        <p:spPr>
          <a:xfrm flipH="false" flipV="false" rot="0">
            <a:off x="1977074" y="9231784"/>
            <a:ext cx="2085970" cy="1694851"/>
          </a:xfrm>
          <a:custGeom>
            <a:avLst/>
            <a:gdLst/>
            <a:ahLst/>
            <a:cxnLst/>
            <a:rect r="r" b="b" t="t" l="l"/>
            <a:pathLst>
              <a:path h="1694851" w="2085970">
                <a:moveTo>
                  <a:pt x="0" y="0"/>
                </a:moveTo>
                <a:lnTo>
                  <a:pt x="2085970" y="0"/>
                </a:lnTo>
                <a:lnTo>
                  <a:pt x="2085970" y="1694850"/>
                </a:lnTo>
                <a:lnTo>
                  <a:pt x="0" y="16948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6571376" y="249180"/>
            <a:ext cx="1483263" cy="2157473"/>
          </a:xfrm>
          <a:custGeom>
            <a:avLst/>
            <a:gdLst/>
            <a:ahLst/>
            <a:cxnLst/>
            <a:rect r="r" b="b" t="t" l="l"/>
            <a:pathLst>
              <a:path h="2157473" w="1483263">
                <a:moveTo>
                  <a:pt x="0" y="0"/>
                </a:moveTo>
                <a:lnTo>
                  <a:pt x="1483263" y="0"/>
                </a:lnTo>
                <a:lnTo>
                  <a:pt x="1483263" y="2157473"/>
                </a:lnTo>
                <a:lnTo>
                  <a:pt x="0" y="215747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1977074" y="2070145"/>
            <a:ext cx="8465342" cy="1221097"/>
          </a:xfrm>
          <a:prstGeom prst="rect">
            <a:avLst/>
          </a:prstGeom>
        </p:spPr>
        <p:txBody>
          <a:bodyPr anchor="t" rtlCol="false" tIns="0" lIns="0" bIns="0" rIns="0">
            <a:spAutoFit/>
          </a:bodyPr>
          <a:lstStyle/>
          <a:p>
            <a:pPr algn="l">
              <a:lnSpc>
                <a:spcPts val="8819"/>
              </a:lnSpc>
            </a:pPr>
            <a:r>
              <a:rPr lang="en-US" sz="9799">
                <a:solidFill>
                  <a:srgbClr val="EA8CA4"/>
                </a:solidFill>
                <a:latin typeface="Balabeloo"/>
                <a:ea typeface="Balabeloo"/>
                <a:cs typeface="Balabeloo"/>
                <a:sym typeface="Balabeloo"/>
              </a:rPr>
              <a:t>HYP</a:t>
            </a:r>
            <a:r>
              <a:rPr lang="en-US" sz="9799">
                <a:solidFill>
                  <a:srgbClr val="EA8CA4"/>
                </a:solidFill>
                <a:latin typeface="Balabeloo"/>
                <a:ea typeface="Balabeloo"/>
                <a:cs typeface="Balabeloo"/>
                <a:sym typeface="Balabeloo"/>
              </a:rPr>
              <a:t>OTHESIS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pic>
        <p:nvPicPr>
          <p:cNvPr name="Picture 3" id="3"/>
          <p:cNvPicPr>
            <a:picLocks noChangeAspect="true"/>
          </p:cNvPicPr>
          <p:nvPr/>
        </p:nvPicPr>
        <p:blipFill>
          <a:blip r:embed="rId3"/>
          <a:stretch>
            <a:fillRect/>
          </a:stretch>
        </p:blipFill>
        <p:spPr>
          <a:xfrm rot="0">
            <a:off x="3053834" y="2343663"/>
            <a:ext cx="12180331" cy="5546671"/>
          </a:xfrm>
          <a:prstGeom prst="rect">
            <a:avLst/>
          </a:prstGeom>
        </p:spPr>
      </p:pic>
      <p:grpSp>
        <p:nvGrpSpPr>
          <p:cNvPr name="Group 4" id="4"/>
          <p:cNvGrpSpPr/>
          <p:nvPr/>
        </p:nvGrpSpPr>
        <p:grpSpPr>
          <a:xfrm rot="0">
            <a:off x="1984757" y="7054140"/>
            <a:ext cx="14318487" cy="2093189"/>
            <a:chOff x="0" y="0"/>
            <a:chExt cx="3771124" cy="551293"/>
          </a:xfrm>
        </p:grpSpPr>
        <p:sp>
          <p:nvSpPr>
            <p:cNvPr name="Freeform 5" id="5"/>
            <p:cNvSpPr/>
            <p:nvPr/>
          </p:nvSpPr>
          <p:spPr>
            <a:xfrm flipH="false" flipV="false" rot="0">
              <a:off x="0" y="0"/>
              <a:ext cx="3771124" cy="551293"/>
            </a:xfrm>
            <a:custGeom>
              <a:avLst/>
              <a:gdLst/>
              <a:ahLst/>
              <a:cxnLst/>
              <a:rect r="r" b="b" t="t" l="l"/>
              <a:pathLst>
                <a:path h="551293" w="3771124">
                  <a:moveTo>
                    <a:pt x="18924" y="0"/>
                  </a:moveTo>
                  <a:lnTo>
                    <a:pt x="3752200" y="0"/>
                  </a:lnTo>
                  <a:cubicBezTo>
                    <a:pt x="3757219" y="0"/>
                    <a:pt x="3762032" y="1994"/>
                    <a:pt x="3765581" y="5543"/>
                  </a:cubicBezTo>
                  <a:cubicBezTo>
                    <a:pt x="3769130" y="9092"/>
                    <a:pt x="3771124" y="13905"/>
                    <a:pt x="3771124" y="18924"/>
                  </a:cubicBezTo>
                  <a:lnTo>
                    <a:pt x="3771124" y="532368"/>
                  </a:lnTo>
                  <a:cubicBezTo>
                    <a:pt x="3771124" y="537387"/>
                    <a:pt x="3769130" y="542201"/>
                    <a:pt x="3765581" y="545750"/>
                  </a:cubicBezTo>
                  <a:cubicBezTo>
                    <a:pt x="3762032" y="549299"/>
                    <a:pt x="3757219" y="551293"/>
                    <a:pt x="3752200" y="551293"/>
                  </a:cubicBezTo>
                  <a:lnTo>
                    <a:pt x="18924" y="551293"/>
                  </a:lnTo>
                  <a:cubicBezTo>
                    <a:pt x="8473" y="551293"/>
                    <a:pt x="0" y="542820"/>
                    <a:pt x="0" y="532368"/>
                  </a:cubicBezTo>
                  <a:lnTo>
                    <a:pt x="0" y="18924"/>
                  </a:lnTo>
                  <a:cubicBezTo>
                    <a:pt x="0" y="13905"/>
                    <a:pt x="1994" y="9092"/>
                    <a:pt x="5543" y="5543"/>
                  </a:cubicBezTo>
                  <a:cubicBezTo>
                    <a:pt x="9092" y="1994"/>
                    <a:pt x="13905" y="0"/>
                    <a:pt x="18924" y="0"/>
                  </a:cubicBezTo>
                  <a:close/>
                </a:path>
              </a:pathLst>
            </a:custGeom>
            <a:solidFill>
              <a:srgbClr val="FFF7EE"/>
            </a:solidFill>
            <a:ln w="38100" cap="rnd">
              <a:solidFill>
                <a:srgbClr val="552C1F"/>
              </a:solidFill>
              <a:prstDash val="solid"/>
              <a:round/>
            </a:ln>
          </p:spPr>
        </p:sp>
        <p:sp>
          <p:nvSpPr>
            <p:cNvPr name="TextBox 6" id="6"/>
            <p:cNvSpPr txBox="true"/>
            <p:nvPr/>
          </p:nvSpPr>
          <p:spPr>
            <a:xfrm>
              <a:off x="0" y="-38100"/>
              <a:ext cx="3771124" cy="58939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0">
            <a:off x="14219138" y="-830132"/>
            <a:ext cx="3775282" cy="4302316"/>
          </a:xfrm>
          <a:custGeom>
            <a:avLst/>
            <a:gdLst/>
            <a:ahLst/>
            <a:cxnLst/>
            <a:rect r="r" b="b" t="t" l="l"/>
            <a:pathLst>
              <a:path h="4302316" w="3775282">
                <a:moveTo>
                  <a:pt x="3775282" y="0"/>
                </a:moveTo>
                <a:lnTo>
                  <a:pt x="0" y="0"/>
                </a:lnTo>
                <a:lnTo>
                  <a:pt x="0" y="4302316"/>
                </a:lnTo>
                <a:lnTo>
                  <a:pt x="3775282" y="4302316"/>
                </a:lnTo>
                <a:lnTo>
                  <a:pt x="377528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7734" y="1028700"/>
            <a:ext cx="1921933" cy="2464016"/>
          </a:xfrm>
          <a:custGeom>
            <a:avLst/>
            <a:gdLst/>
            <a:ahLst/>
            <a:cxnLst/>
            <a:rect r="r" b="b" t="t" l="l"/>
            <a:pathLst>
              <a:path h="2464016" w="1921933">
                <a:moveTo>
                  <a:pt x="0" y="0"/>
                </a:moveTo>
                <a:lnTo>
                  <a:pt x="1921932" y="0"/>
                </a:lnTo>
                <a:lnTo>
                  <a:pt x="1921932" y="2464016"/>
                </a:lnTo>
                <a:lnTo>
                  <a:pt x="0" y="24640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230110" y="7303628"/>
            <a:ext cx="2982879" cy="3314310"/>
          </a:xfrm>
          <a:custGeom>
            <a:avLst/>
            <a:gdLst/>
            <a:ahLst/>
            <a:cxnLst/>
            <a:rect r="r" b="b" t="t" l="l"/>
            <a:pathLst>
              <a:path h="3314310" w="2982879">
                <a:moveTo>
                  <a:pt x="0" y="0"/>
                </a:moveTo>
                <a:lnTo>
                  <a:pt x="2982878" y="0"/>
                </a:lnTo>
                <a:lnTo>
                  <a:pt x="2982878" y="3314310"/>
                </a:lnTo>
                <a:lnTo>
                  <a:pt x="0" y="33143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15768445" y="3705469"/>
            <a:ext cx="6029128" cy="4227926"/>
          </a:xfrm>
          <a:custGeom>
            <a:avLst/>
            <a:gdLst/>
            <a:ahLst/>
            <a:cxnLst/>
            <a:rect r="r" b="b" t="t" l="l"/>
            <a:pathLst>
              <a:path h="4227926" w="6029128">
                <a:moveTo>
                  <a:pt x="6029128" y="0"/>
                </a:moveTo>
                <a:lnTo>
                  <a:pt x="0" y="0"/>
                </a:lnTo>
                <a:lnTo>
                  <a:pt x="0" y="4227926"/>
                </a:lnTo>
                <a:lnTo>
                  <a:pt x="6029128" y="4227926"/>
                </a:lnTo>
                <a:lnTo>
                  <a:pt x="602912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4911329" y="2070145"/>
            <a:ext cx="8465342" cy="1221097"/>
          </a:xfrm>
          <a:prstGeom prst="rect">
            <a:avLst/>
          </a:prstGeom>
        </p:spPr>
        <p:txBody>
          <a:bodyPr anchor="t" rtlCol="false" tIns="0" lIns="0" bIns="0" rIns="0">
            <a:spAutoFit/>
          </a:bodyPr>
          <a:lstStyle/>
          <a:p>
            <a:pPr algn="ctr">
              <a:lnSpc>
                <a:spcPts val="8819"/>
              </a:lnSpc>
            </a:pPr>
            <a:r>
              <a:rPr lang="en-US" sz="9799">
                <a:solidFill>
                  <a:srgbClr val="EA8CA4"/>
                </a:solidFill>
                <a:latin typeface="Balabeloo"/>
                <a:ea typeface="Balabeloo"/>
                <a:cs typeface="Balabeloo"/>
                <a:sym typeface="Balabeloo"/>
              </a:rPr>
              <a:t>THEO</a:t>
            </a:r>
            <a:r>
              <a:rPr lang="en-US" sz="9799">
                <a:solidFill>
                  <a:srgbClr val="EA8CA4"/>
                </a:solidFill>
                <a:latin typeface="Balabeloo"/>
                <a:ea typeface="Balabeloo"/>
                <a:cs typeface="Balabeloo"/>
                <a:sym typeface="Balabeloo"/>
              </a:rPr>
              <a:t>RY</a:t>
            </a:r>
          </a:p>
        </p:txBody>
      </p:sp>
      <p:sp>
        <p:nvSpPr>
          <p:cNvPr name="TextBox 12" id="12"/>
          <p:cNvSpPr txBox="true"/>
          <p:nvPr/>
        </p:nvSpPr>
        <p:spPr>
          <a:xfrm rot="0">
            <a:off x="2262104" y="7277997"/>
            <a:ext cx="13763792" cy="1652254"/>
          </a:xfrm>
          <a:prstGeom prst="rect">
            <a:avLst/>
          </a:prstGeom>
        </p:spPr>
        <p:txBody>
          <a:bodyPr anchor="t" rtlCol="false" tIns="0" lIns="0" bIns="0" rIns="0">
            <a:spAutoFit/>
          </a:bodyPr>
          <a:lstStyle/>
          <a:p>
            <a:pPr algn="ctr">
              <a:lnSpc>
                <a:spcPts val="4475"/>
              </a:lnSpc>
            </a:pPr>
            <a:r>
              <a:rPr lang="en-US" sz="2648">
                <a:solidFill>
                  <a:srgbClr val="442116"/>
                </a:solidFill>
                <a:latin typeface="Baloo Tammudu"/>
                <a:ea typeface="Baloo Tammudu"/>
                <a:cs typeface="Baloo Tammudu"/>
                <a:sym typeface="Baloo Tammudu"/>
              </a:rPr>
              <a:t>Lorem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1977074" y="3719900"/>
            <a:ext cx="10993167" cy="4068064"/>
          </a:xfrm>
          <a:prstGeom prst="rect">
            <a:avLst/>
          </a:prstGeom>
        </p:spPr>
        <p:txBody>
          <a:bodyPr anchor="t" rtlCol="false" tIns="0" lIns="0" bIns="0" rIns="0">
            <a:spAutoFit/>
          </a:bodyPr>
          <a:lstStyle/>
          <a:p>
            <a:pPr algn="l">
              <a:lnSpc>
                <a:spcPts val="5408"/>
              </a:lnSpc>
            </a:pPr>
            <a:r>
              <a:rPr lang="en-US" sz="3200">
                <a:solidFill>
                  <a:srgbClr val="442116"/>
                </a:solidFill>
                <a:latin typeface="Baloo Tammudu"/>
                <a:ea typeface="Baloo Tammudu"/>
                <a:cs typeface="Baloo Tammudu"/>
                <a:sym typeface="Baloo Tammudu"/>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Freeform 4" id="4"/>
          <p:cNvSpPr/>
          <p:nvPr/>
        </p:nvSpPr>
        <p:spPr>
          <a:xfrm flipH="false" flipV="false" rot="0">
            <a:off x="13220255" y="1977413"/>
            <a:ext cx="3813908" cy="7030245"/>
          </a:xfrm>
          <a:custGeom>
            <a:avLst/>
            <a:gdLst/>
            <a:ahLst/>
            <a:cxnLst/>
            <a:rect r="r" b="b" t="t" l="l"/>
            <a:pathLst>
              <a:path h="7030245" w="3813908">
                <a:moveTo>
                  <a:pt x="0" y="0"/>
                </a:moveTo>
                <a:lnTo>
                  <a:pt x="3813908" y="0"/>
                </a:lnTo>
                <a:lnTo>
                  <a:pt x="3813908" y="7030245"/>
                </a:lnTo>
                <a:lnTo>
                  <a:pt x="0" y="7030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6397" y="241761"/>
            <a:ext cx="3048474" cy="2686468"/>
          </a:xfrm>
          <a:custGeom>
            <a:avLst/>
            <a:gdLst/>
            <a:ahLst/>
            <a:cxnLst/>
            <a:rect r="r" b="b" t="t" l="l"/>
            <a:pathLst>
              <a:path h="2686468" w="3048474">
                <a:moveTo>
                  <a:pt x="0" y="0"/>
                </a:moveTo>
                <a:lnTo>
                  <a:pt x="3048474" y="0"/>
                </a:lnTo>
                <a:lnTo>
                  <a:pt x="3048474" y="2686467"/>
                </a:lnTo>
                <a:lnTo>
                  <a:pt x="0" y="26864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275486" y="8202335"/>
            <a:ext cx="3314552" cy="2791129"/>
          </a:xfrm>
          <a:custGeom>
            <a:avLst/>
            <a:gdLst/>
            <a:ahLst/>
            <a:cxnLst/>
            <a:rect r="r" b="b" t="t" l="l"/>
            <a:pathLst>
              <a:path h="2791129" w="3314552">
                <a:moveTo>
                  <a:pt x="0" y="0"/>
                </a:moveTo>
                <a:lnTo>
                  <a:pt x="3314552" y="0"/>
                </a:lnTo>
                <a:lnTo>
                  <a:pt x="3314552" y="2791129"/>
                </a:lnTo>
                <a:lnTo>
                  <a:pt x="0" y="27911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2572413" y="815343"/>
            <a:ext cx="1900252" cy="2764003"/>
          </a:xfrm>
          <a:custGeom>
            <a:avLst/>
            <a:gdLst/>
            <a:ahLst/>
            <a:cxnLst/>
            <a:rect r="r" b="b" t="t" l="l"/>
            <a:pathLst>
              <a:path h="2764003" w="1900252">
                <a:moveTo>
                  <a:pt x="0" y="0"/>
                </a:moveTo>
                <a:lnTo>
                  <a:pt x="1900253" y="0"/>
                </a:lnTo>
                <a:lnTo>
                  <a:pt x="1900253" y="2764004"/>
                </a:lnTo>
                <a:lnTo>
                  <a:pt x="0" y="27640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977074" y="2070145"/>
            <a:ext cx="8465342" cy="1221097"/>
          </a:xfrm>
          <a:prstGeom prst="rect">
            <a:avLst/>
          </a:prstGeom>
        </p:spPr>
        <p:txBody>
          <a:bodyPr anchor="t" rtlCol="false" tIns="0" lIns="0" bIns="0" rIns="0">
            <a:spAutoFit/>
          </a:bodyPr>
          <a:lstStyle/>
          <a:p>
            <a:pPr algn="l">
              <a:lnSpc>
                <a:spcPts val="8819"/>
              </a:lnSpc>
            </a:pPr>
            <a:r>
              <a:rPr lang="en-US" sz="9799">
                <a:solidFill>
                  <a:srgbClr val="EA8CA4"/>
                </a:solidFill>
                <a:latin typeface="Balabeloo"/>
                <a:ea typeface="Balabeloo"/>
                <a:cs typeface="Balabeloo"/>
                <a:sym typeface="Balabeloo"/>
              </a:rPr>
              <a:t>CONCL</a:t>
            </a:r>
            <a:r>
              <a:rPr lang="en-US" sz="9799">
                <a:solidFill>
                  <a:srgbClr val="EA8CA4"/>
                </a:solidFill>
                <a:latin typeface="Balabeloo"/>
                <a:ea typeface="Balabeloo"/>
                <a:cs typeface="Balabeloo"/>
                <a:sym typeface="Balabeloo"/>
              </a:rPr>
              <a:t>USION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317806" y="254187"/>
            <a:ext cx="11652388" cy="9569523"/>
          </a:xfrm>
          <a:custGeom>
            <a:avLst/>
            <a:gdLst/>
            <a:ahLst/>
            <a:cxnLst/>
            <a:rect r="r" b="b" t="t" l="l"/>
            <a:pathLst>
              <a:path h="9569523" w="11652388">
                <a:moveTo>
                  <a:pt x="0" y="0"/>
                </a:moveTo>
                <a:lnTo>
                  <a:pt x="11652388" y="0"/>
                </a:lnTo>
                <a:lnTo>
                  <a:pt x="11652388" y="9569523"/>
                </a:lnTo>
                <a:lnTo>
                  <a:pt x="0" y="95695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358289">
            <a:off x="4678460" y="3656806"/>
            <a:ext cx="8465342" cy="3944821"/>
          </a:xfrm>
          <a:prstGeom prst="rect">
            <a:avLst/>
          </a:prstGeom>
        </p:spPr>
        <p:txBody>
          <a:bodyPr anchor="t" rtlCol="false" tIns="0" lIns="0" bIns="0" rIns="0">
            <a:spAutoFit/>
          </a:bodyPr>
          <a:lstStyle/>
          <a:p>
            <a:pPr algn="ctr">
              <a:lnSpc>
                <a:spcPts val="14993"/>
              </a:lnSpc>
            </a:pPr>
            <a:r>
              <a:rPr lang="en-US" sz="16659">
                <a:solidFill>
                  <a:srgbClr val="EA8CA4"/>
                </a:solidFill>
                <a:latin typeface="Balabeloo"/>
                <a:ea typeface="Balabeloo"/>
                <a:cs typeface="Balabeloo"/>
                <a:sym typeface="Balabeloo"/>
              </a:rPr>
              <a:t>THANK</a:t>
            </a:r>
          </a:p>
          <a:p>
            <a:pPr algn="ctr">
              <a:lnSpc>
                <a:spcPts val="14993"/>
              </a:lnSpc>
            </a:pPr>
            <a:r>
              <a:rPr lang="en-US" sz="16659">
                <a:solidFill>
                  <a:srgbClr val="EA8CA4"/>
                </a:solidFill>
                <a:latin typeface="Balabeloo"/>
                <a:ea typeface="Balabeloo"/>
                <a:cs typeface="Balabeloo"/>
                <a:sym typeface="Balabeloo"/>
              </a:rPr>
              <a:t>YOU</a:t>
            </a:r>
          </a:p>
        </p:txBody>
      </p:sp>
      <p:sp>
        <p:nvSpPr>
          <p:cNvPr name="Freeform 5" id="5"/>
          <p:cNvSpPr/>
          <p:nvPr/>
        </p:nvSpPr>
        <p:spPr>
          <a:xfrm flipH="true" flipV="false" rot="455442">
            <a:off x="1219556" y="1497208"/>
            <a:ext cx="3643616" cy="4724299"/>
          </a:xfrm>
          <a:custGeom>
            <a:avLst/>
            <a:gdLst/>
            <a:ahLst/>
            <a:cxnLst/>
            <a:rect r="r" b="b" t="t" l="l"/>
            <a:pathLst>
              <a:path h="4724299" w="3643616">
                <a:moveTo>
                  <a:pt x="3643616" y="0"/>
                </a:moveTo>
                <a:lnTo>
                  <a:pt x="0" y="0"/>
                </a:lnTo>
                <a:lnTo>
                  <a:pt x="0" y="4724299"/>
                </a:lnTo>
                <a:lnTo>
                  <a:pt x="3643616" y="4724299"/>
                </a:lnTo>
                <a:lnTo>
                  <a:pt x="364361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3461303" y="4658292"/>
            <a:ext cx="3126643" cy="4320059"/>
          </a:xfrm>
          <a:custGeom>
            <a:avLst/>
            <a:gdLst/>
            <a:ahLst/>
            <a:cxnLst/>
            <a:rect r="r" b="b" t="t" l="l"/>
            <a:pathLst>
              <a:path h="4320059" w="3126643">
                <a:moveTo>
                  <a:pt x="3126643" y="0"/>
                </a:moveTo>
                <a:lnTo>
                  <a:pt x="0" y="0"/>
                </a:lnTo>
                <a:lnTo>
                  <a:pt x="0" y="4320060"/>
                </a:lnTo>
                <a:lnTo>
                  <a:pt x="3126643" y="4320060"/>
                </a:lnTo>
                <a:lnTo>
                  <a:pt x="312664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355111" y="7067303"/>
            <a:ext cx="1178075" cy="2542608"/>
          </a:xfrm>
          <a:custGeom>
            <a:avLst/>
            <a:gdLst/>
            <a:ahLst/>
            <a:cxnLst/>
            <a:rect r="r" b="b" t="t" l="l"/>
            <a:pathLst>
              <a:path h="2542608" w="1178075">
                <a:moveTo>
                  <a:pt x="0" y="0"/>
                </a:moveTo>
                <a:lnTo>
                  <a:pt x="1178075" y="0"/>
                </a:lnTo>
                <a:lnTo>
                  <a:pt x="1178075" y="2542608"/>
                </a:lnTo>
                <a:lnTo>
                  <a:pt x="0" y="254260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true" flipV="false" rot="0">
            <a:off x="15840953" y="685277"/>
            <a:ext cx="1837934" cy="1764417"/>
          </a:xfrm>
          <a:custGeom>
            <a:avLst/>
            <a:gdLst/>
            <a:ahLst/>
            <a:cxnLst/>
            <a:rect r="r" b="b" t="t" l="l"/>
            <a:pathLst>
              <a:path h="1764417" w="1837934">
                <a:moveTo>
                  <a:pt x="1837934" y="0"/>
                </a:moveTo>
                <a:lnTo>
                  <a:pt x="0" y="0"/>
                </a:lnTo>
                <a:lnTo>
                  <a:pt x="0" y="1764416"/>
                </a:lnTo>
                <a:lnTo>
                  <a:pt x="1837934" y="1764416"/>
                </a:lnTo>
                <a:lnTo>
                  <a:pt x="1837934"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217084" y="6143267"/>
            <a:ext cx="1412814" cy="1778056"/>
          </a:xfrm>
          <a:custGeom>
            <a:avLst/>
            <a:gdLst/>
            <a:ahLst/>
            <a:cxnLst/>
            <a:rect r="r" b="b" t="t" l="l"/>
            <a:pathLst>
              <a:path h="1778056" w="1412814">
                <a:moveTo>
                  <a:pt x="0" y="0"/>
                </a:moveTo>
                <a:lnTo>
                  <a:pt x="1412814" y="0"/>
                </a:lnTo>
                <a:lnTo>
                  <a:pt x="1412814" y="1778056"/>
                </a:lnTo>
                <a:lnTo>
                  <a:pt x="0" y="177805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15855348" y="2616181"/>
            <a:ext cx="1403952" cy="2042112"/>
          </a:xfrm>
          <a:custGeom>
            <a:avLst/>
            <a:gdLst/>
            <a:ahLst/>
            <a:cxnLst/>
            <a:rect r="r" b="b" t="t" l="l"/>
            <a:pathLst>
              <a:path h="2042112" w="1403952">
                <a:moveTo>
                  <a:pt x="0" y="0"/>
                </a:moveTo>
                <a:lnTo>
                  <a:pt x="1403952" y="0"/>
                </a:lnTo>
                <a:lnTo>
                  <a:pt x="1403952" y="2042111"/>
                </a:lnTo>
                <a:lnTo>
                  <a:pt x="0" y="20421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2873683" y="6818322"/>
            <a:ext cx="1900252" cy="2764003"/>
          </a:xfrm>
          <a:custGeom>
            <a:avLst/>
            <a:gdLst/>
            <a:ahLst/>
            <a:cxnLst/>
            <a:rect r="r" b="b" t="t" l="l"/>
            <a:pathLst>
              <a:path h="2764003" w="1900252">
                <a:moveTo>
                  <a:pt x="0" y="0"/>
                </a:moveTo>
                <a:lnTo>
                  <a:pt x="1900253" y="0"/>
                </a:lnTo>
                <a:lnTo>
                  <a:pt x="1900253" y="2764003"/>
                </a:lnTo>
                <a:lnTo>
                  <a:pt x="0" y="276400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11247669" y="685277"/>
            <a:ext cx="3451413" cy="2420304"/>
          </a:xfrm>
          <a:custGeom>
            <a:avLst/>
            <a:gdLst/>
            <a:ahLst/>
            <a:cxnLst/>
            <a:rect r="r" b="b" t="t" l="l"/>
            <a:pathLst>
              <a:path h="2420304" w="3451413">
                <a:moveTo>
                  <a:pt x="0" y="0"/>
                </a:moveTo>
                <a:lnTo>
                  <a:pt x="3451413" y="0"/>
                </a:lnTo>
                <a:lnTo>
                  <a:pt x="3451413" y="2420303"/>
                </a:lnTo>
                <a:lnTo>
                  <a:pt x="0" y="242030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DAHE7zfHUC8</dc:identifier>
  <dcterms:modified xsi:type="dcterms:W3CDTF">2011-08-01T06:04:30Z</dcterms:modified>
  <cp:revision>1</cp:revision>
</cp:coreProperties>
</file>