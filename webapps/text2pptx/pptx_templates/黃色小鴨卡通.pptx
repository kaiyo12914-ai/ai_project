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media/image3.svg" ContentType="image/svg+xml"/>
  <ns0:Override PartName="/ppt/media/image5.svg" ContentType="image/svg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7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embedTrueTypeFonts="true">
  <ns0:sldMasterIdLst>
    <ns0:sldMasterId id="2147483648" ns1:id="rId1"/>
  </ns0:sldMasterIdLst>
  <ns0:sldIdLst>
    <ns0:sldId id="256" ns1:id="rId6"/>
    <ns0:sldId id="257" ns1:id="rId7"/>
    <ns0:sldId id="258" ns1:id="rId8"/>
    <ns0:sldId id="259" ns1:id="rId9"/>
    <ns0:sldId id="260" ns1:id="rId10"/>
    <ns0:sldId id="261" ns1:id="rId11"/>
    <ns0:sldId id="262" ns1:id="rId12"/>
    <ns0:sldId id="263" ns1:id="rId13"/>
    <ns0:sldId id="264" ns1:id="rId14"/>
    <ns0:sldId id="265" ns1:id="rId15"/>
  </ns0:sldIdLst>
  <ns0:sldSz cx="18288000" cy="10287000"/>
  <ns0:notesSz cx="6858000" cy="9144000"/>
  <ns0:embeddedFontLst>
    <ns0:embeddedFont>
      <ns0:font typeface="Bobby Jones Condensed Soft" charset="1" panose="00000000000000000000"/>
      <ns0:regular ns1:id="rId16"/>
    </ns0:embeddedFont>
    <ns0:embeddedFont>
      <ns0:font typeface="Jella" charset="1" panose="00000000000000000000"/>
      <ns0:regular ns1:id="rId17"/>
    </ns0:embeddedFont>
  </ns0:embeddedFontLst>
  <ns0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esProps" Target="presProps.xml" /><ns0:Relationship Id="rId3" Type="http://schemas.openxmlformats.org/officeDocument/2006/relationships/viewProps" Target="viewProps.xml" /><ns0:Relationship Id="rId4" Type="http://schemas.openxmlformats.org/officeDocument/2006/relationships/theme" Target="theme/theme1.xml" /><ns0:Relationship Id="rId5" Type="http://schemas.openxmlformats.org/officeDocument/2006/relationships/tableStyles" Target="tableStyles.xml" /><ns0:Relationship Id="rId6" Type="http://schemas.openxmlformats.org/officeDocument/2006/relationships/slide" Target="slides/slide1.xml" /><ns0:Relationship Id="rId7" Type="http://schemas.openxmlformats.org/officeDocument/2006/relationships/slide" Target="slides/slide2.xml" /><ns0:Relationship Id="rId8" Type="http://schemas.openxmlformats.org/officeDocument/2006/relationships/slide" Target="slides/slide3.xml" /><ns0:Relationship Id="rId9" Type="http://schemas.openxmlformats.org/officeDocument/2006/relationships/slide" Target="slides/slide4.xml" /><ns0:Relationship Id="rId10" Type="http://schemas.openxmlformats.org/officeDocument/2006/relationships/slide" Target="slides/slide5.xml" /><ns0:Relationship Id="rId11" Type="http://schemas.openxmlformats.org/officeDocument/2006/relationships/slide" Target="slides/slide6.xml" /><ns0:Relationship Id="rId12" Type="http://schemas.openxmlformats.org/officeDocument/2006/relationships/slide" Target="slides/slide7.xml" /><ns0:Relationship Id="rId13" Type="http://schemas.openxmlformats.org/officeDocument/2006/relationships/slide" Target="slides/slide8.xml" /><ns0:Relationship Id="rId14" Type="http://schemas.openxmlformats.org/officeDocument/2006/relationships/slide" Target="slides/slide9.xml" /><ns0:Relationship Id="rId15" Type="http://schemas.openxmlformats.org/officeDocument/2006/relationships/slide" Target="slides/slide10.xml" /><ns0:Relationship Id="rId16" Type="http://schemas.openxmlformats.org/officeDocument/2006/relationships/font" Target="fonts/font16.fntdata" /><ns0:Relationship Id="rId17" Type="http://schemas.openxmlformats.org/officeDocument/2006/relationships/font" Target="fonts/font17.fntdata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1.png" /><ns0:Relationship Id="rId3" Type="http://schemas.openxmlformats.org/officeDocument/2006/relationships/image" Target="../media/image2.png" /><ns0:Relationship Id="rId4" Type="http://schemas.openxmlformats.org/officeDocument/2006/relationships/image" Target="../media/image3.svg" /><ns0:Relationship Id="rId5" Type="http://schemas.openxmlformats.org/officeDocument/2006/relationships/image" Target="../media/image4.png" /><ns0:Relationship Id="rId6" Type="http://schemas.openxmlformats.org/officeDocument/2006/relationships/image" Target="../media/image5.svg" /><ns0:Relationship Id="rId7" Type="http://schemas.openxmlformats.org/officeDocument/2006/relationships/image" Target="../media/image2.png" /><ns0:Relationship Id="rId8" Type="http://schemas.openxmlformats.org/officeDocument/2006/relationships/image" Target="../media/image3.svg" /><ns0:Relationship Id="rId9" Type="http://schemas.openxmlformats.org/officeDocument/2006/relationships/image" Target="../media/image4.png" /><ns0:Relationship Id="rId10" Type="http://schemas.openxmlformats.org/officeDocument/2006/relationships/image" Target="../media/image5.svg" /><ns0:Relationship Id="rId11" Type="http://schemas.openxmlformats.org/officeDocument/2006/relationships/image" Target="../media/image4.png" /><ns0:Relationship Id="rId12" Type="http://schemas.openxmlformats.org/officeDocument/2006/relationships/image" Target="../media/image5.svg" /><ns0:Relationship Id="rId13" Type="http://schemas.openxmlformats.org/officeDocument/2006/relationships/image" Target="../media/image4.png" /><ns0:Relationship Id="rId14" Type="http://schemas.openxmlformats.org/officeDocument/2006/relationships/image" Target="../media/image5.svg" /><ns0:Relationship Id="rId15" Type="http://schemas.openxmlformats.org/officeDocument/2006/relationships/image" Target="../media/image4.png" /><ns0:Relationship Id="rId16" Type="http://schemas.openxmlformats.org/officeDocument/2006/relationships/image" Target="../media/image5.svg" /><ns0:Relationship Id="rId17" Type="http://schemas.openxmlformats.org/officeDocument/2006/relationships/image" Target="../media/image4.png" /><ns0:Relationship Id="rId18" Type="http://schemas.openxmlformats.org/officeDocument/2006/relationships/image" Target="../media/image5.svg" /><ns0:Relationship Id="rId19" Type="http://schemas.openxmlformats.org/officeDocument/2006/relationships/image" Target="../media/image4.png" /><ns0:Relationship Id="rId20" Type="http://schemas.openxmlformats.org/officeDocument/2006/relationships/image" Target="../media/image5.svg" /><ns0:Relationship Id="rId21" Type="http://schemas.openxmlformats.org/officeDocument/2006/relationships/image" Target="../media/image4.png" /><ns0:Relationship Id="rId22" Type="http://schemas.openxmlformats.org/officeDocument/2006/relationships/image" Target="../media/image5.svg" /><ns0:Relationship Id="rId23" Type="http://schemas.openxmlformats.org/officeDocument/2006/relationships/image" Target="../media/image2.png" /><ns0:Relationship Id="rId24" Type="http://schemas.openxmlformats.org/officeDocument/2006/relationships/image" Target="../media/image3.svg" /><ns0:Relationship Id="rId25" Type="http://schemas.openxmlformats.org/officeDocument/2006/relationships/image" Target="../media/image2.png" /><ns0:Relationship Id="rId26" Type="http://schemas.openxmlformats.org/officeDocument/2006/relationships/image" Target="../media/image3.svg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6.png" /></ns0:Relationships>
</file>

<file path=ppt/slideLayouts/_rels/slideLayout1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7.png" /></ns0:Relationships>
</file>

<file path=ppt/slideLayouts/_rels/slideLayout1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8.png" /></ns0:Relationships>
</file>

<file path=ppt/slideLayouts/_rels/slideLayout1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7.png" /></ns0:Relationships>
</file>

<file path=ppt/slideLayouts/_rels/slideLayout1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8.png" /></ns0:Relationships>
</file>

<file path=ppt/slideLayouts/_rels/slideLayout1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9.png" /></ns0:Relationships>
</file>

<file path=ppt/slideLayouts/_rels/slideLayout1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2.png" /><ns0:Relationship Id="rId25" Type="http://schemas.openxmlformats.org/officeDocument/2006/relationships/image" Target="../media/image3.svg" /><ns0:Relationship Id="rId26" Type="http://schemas.openxmlformats.org/officeDocument/2006/relationships/image" Target="../media/image2.png" /><ns0:Relationship Id="rId27" Type="http://schemas.openxmlformats.org/officeDocument/2006/relationships/image" Target="../media/image3.svg" /><ns0:Relationship Id="rId28" Type="http://schemas.openxmlformats.org/officeDocument/2006/relationships/image" Target="../media/image2.png" /><ns0:Relationship Id="rId29" Type="http://schemas.openxmlformats.org/officeDocument/2006/relationships/image" Target="../media/image3.svg" /><ns0:Relationship Id="rId30" Type="http://schemas.openxmlformats.org/officeDocument/2006/relationships/image" Target="../media/image4.png" /><ns0:Relationship Id="rId31" Type="http://schemas.openxmlformats.org/officeDocument/2006/relationships/image" Target="../media/image5.svg" /><ns0:Relationship Id="rId32" Type="http://schemas.openxmlformats.org/officeDocument/2006/relationships/image" Target="../media/image10.png" /></ns0:Relationships>
</file>

<file path=ppt/slideLayouts/_rels/slideLayout1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9.png" /><ns0:Relationship Id="rId25" Type="http://schemas.openxmlformats.org/officeDocument/2006/relationships/image" Target="../media/image4.png" /><ns0:Relationship Id="rId26" Type="http://schemas.openxmlformats.org/officeDocument/2006/relationships/image" Target="../media/image5.svg" /><ns0:Relationship Id="rId27" Type="http://schemas.openxmlformats.org/officeDocument/2006/relationships/image" Target="../media/image2.png" /><ns0:Relationship Id="rId28" Type="http://schemas.openxmlformats.org/officeDocument/2006/relationships/image" Target="../media/image3.svg" /><ns0:Relationship Id="rId29" Type="http://schemas.openxmlformats.org/officeDocument/2006/relationships/image" Target="../media/image2.png" /><ns0:Relationship Id="rId30" Type="http://schemas.openxmlformats.org/officeDocument/2006/relationships/image" Target="../media/image3.svg" /></ns0:Relationships>
</file>

<file path=ppt/slideLayouts/_rels/slideLayout2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ns0:Relationship Id="rId2" Type="http://schemas.openxmlformats.org/officeDocument/2006/relationships/image" Target="../media/image2.png" /><ns0:Relationship Id="rId3" Type="http://schemas.openxmlformats.org/officeDocument/2006/relationships/image" Target="../media/image3.svg" /><ns0:Relationship Id="rId4" Type="http://schemas.openxmlformats.org/officeDocument/2006/relationships/image" Target="../media/image4.png" /><ns0:Relationship Id="rId5" Type="http://schemas.openxmlformats.org/officeDocument/2006/relationships/image" Target="../media/image5.svg" /><ns0:Relationship Id="rId6" Type="http://schemas.openxmlformats.org/officeDocument/2006/relationships/image" Target="../media/image2.png" /><ns0:Relationship Id="rId7" Type="http://schemas.openxmlformats.org/officeDocument/2006/relationships/image" Target="../media/image3.svg" /><ns0:Relationship Id="rId8" Type="http://schemas.openxmlformats.org/officeDocument/2006/relationships/image" Target="../media/image4.png" /><ns0:Relationship Id="rId9" Type="http://schemas.openxmlformats.org/officeDocument/2006/relationships/image" Target="../media/image5.svg" /><ns0:Relationship Id="rId10" Type="http://schemas.openxmlformats.org/officeDocument/2006/relationships/image" Target="../media/image4.png" /><ns0:Relationship Id="rId11" Type="http://schemas.openxmlformats.org/officeDocument/2006/relationships/image" Target="../media/image5.svg" /><ns0:Relationship Id="rId12" Type="http://schemas.openxmlformats.org/officeDocument/2006/relationships/image" Target="../media/image4.png" /><ns0:Relationship Id="rId13" Type="http://schemas.openxmlformats.org/officeDocument/2006/relationships/image" Target="../media/image5.svg" /><ns0:Relationship Id="rId14" Type="http://schemas.openxmlformats.org/officeDocument/2006/relationships/image" Target="../media/image4.png" /><ns0:Relationship Id="rId15" Type="http://schemas.openxmlformats.org/officeDocument/2006/relationships/image" Target="../media/image5.svg" /><ns0:Relationship Id="rId16" Type="http://schemas.openxmlformats.org/officeDocument/2006/relationships/image" Target="../media/image4.png" /><ns0:Relationship Id="rId17" Type="http://schemas.openxmlformats.org/officeDocument/2006/relationships/image" Target="../media/image5.svg" /><ns0:Relationship Id="rId18" Type="http://schemas.openxmlformats.org/officeDocument/2006/relationships/image" Target="../media/image4.png" /><ns0:Relationship Id="rId19" Type="http://schemas.openxmlformats.org/officeDocument/2006/relationships/image" Target="../media/image5.svg" /><ns0:Relationship Id="rId20" Type="http://schemas.openxmlformats.org/officeDocument/2006/relationships/image" Target="../media/image4.png" /><ns0:Relationship Id="rId21" Type="http://schemas.openxmlformats.org/officeDocument/2006/relationships/image" Target="../media/image5.svg" /><ns0:Relationship Id="rId22" Type="http://schemas.openxmlformats.org/officeDocument/2006/relationships/image" Target="../media/image2.png" /><ns0:Relationship Id="rId23" Type="http://schemas.openxmlformats.org/officeDocument/2006/relationships/image" Target="../media/image3.svg" /><ns0:Relationship Id="rId24" Type="http://schemas.openxmlformats.org/officeDocument/2006/relationships/image" Target="../media/image11.png" /></ns0:Relationships>
</file>

<file path=ppt/slideLayouts/slideLayout7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552380" y="655169"/>
            <ns1:ext cx="5430461" cy="8585709"/>
          </ns1:xfrm>
          <ns1:custGeom>
            <ns1:avLst/>
            <ns1:gdLst/>
            <ns1:ahLst/>
            <ns1:cxnLst/>
            <ns1:rect r="r" b="b" t="t" l="l"/>
            <ns1:pathLst>
              <ns1:path h="8585709" w="5430461">
                <ns1:moveTo>
                  <ns1:pt x="0" y="0"/>
                </ns1:moveTo>
                <ns1:lnTo>
                  <ns1:pt x="5430461" y="0"/>
                </ns1:lnTo>
                <ns1:lnTo>
                  <ns1:pt x="5430461" y="8585709"/>
                </ns1:lnTo>
                <ns1:lnTo>
                  <ns1:pt x="0" y="8585709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extLst>
                <ns1:ext uri="{96DAC541-7B7A-43D3-8B79-37D633B846F1}">
                  <ns3:svgBlip ns2:embed="rId4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5">
              <ns1:extLst>
                <ns1:ext uri="{96DAC541-7B7A-43D3-8B79-37D633B846F1}">
                  <ns3:svgBlip ns2:embed="rId6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7">
              <ns1:extLst>
                <ns1:ext uri="{96DAC541-7B7A-43D3-8B79-37D633B846F1}">
                  <ns3:svgBlip ns2:embed="rId8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0025191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9">
              <ns1:extLst>
                <ns1:ext uri="{96DAC541-7B7A-43D3-8B79-37D633B846F1}">
                  <ns3:svgBlip ns2:embed="rId10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1">
              <ns1:extLst>
                <ns1:ext uri="{96DAC541-7B7A-43D3-8B79-37D633B846F1}">
                  <ns3:svgBlip ns2:embed="rId12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3">
              <ns1:extLst>
                <ns1:ext uri="{96DAC541-7B7A-43D3-8B79-37D633B846F1}">
                  <ns3:svgBlip ns2:embed="rId14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5">
              <ns1:extLst>
                <ns1:ext uri="{96DAC541-7B7A-43D3-8B79-37D633B846F1}">
                  <ns3:svgBlip ns2:embed="rId16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7">
              <ns1:extLst>
                <ns1:ext uri="{96DAC541-7B7A-43D3-8B79-37D633B846F1}">
                  <ns3:svgBlip ns2:embed="rId18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9">
              <ns1:extLst>
                <ns1:ext uri="{96DAC541-7B7A-43D3-8B79-37D633B846F1}">
                  <ns3:svgBlip ns2:embed="rId20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12" id="12"/>
          <ns0:cNvSpPr txBox="true"/>
          <ns0:nvPr/>
        </ns0:nvSpPr>
        <ns0:spPr>
          <ns1:xfrm rot="0">
            <ns1:off x="6304736" y="4266724"/>
            <ns1:ext cx="10216363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13" id="13"/>
          <ns0:cNvSpPr txBox="true"/>
          <ns0:nvPr/>
        </ns0:nvSpPr>
        <ns0:spPr>
          <ns1:xfrm rot="0">
            <ns1:off x="6778499" y="7006756"/>
            <ns1:ext cx="4350895" cy="49720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0" indent="0" lvl="0">
              <ns1:lnSpc>
                <ns1:spcPts val="3780"/>
              </ns1:lnSpc>
              <ns1:spcBef>
                <ns1:spcPct val="0"/>
              </ns1:spcBef>
            </ns1:pPr>
            <ns1:r>
              <ns1:rPr lang="en-US" sz="3600" strike="noStrike" u="none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Freeform 14" id="14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1">
              <ns1:extLst>
                <ns1:ext uri="{96DAC541-7B7A-43D3-8B79-37D633B846F1}">
                  <ns3:svgBlip ns2:embed="rId22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5" id="15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3">
              <ns1:extLst>
                <ns1:ext uri="{96DAC541-7B7A-43D3-8B79-37D633B846F1}">
                  <ns3:svgBlip ns2:embed="rId24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TextBox 16" id="16"/>
          <ns0:cNvSpPr txBox="true"/>
          <ns0:nvPr/>
        </ns0:nvSpPr>
        <ns0:spPr>
          <ns1:xfrm rot="0">
            <ns1:off x="6304736" y="1918695"/>
            <ns1:ext cx="6132947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Freeform 17" id="17"/>
          <ns0:cNvSpPr/>
          <ns0:nvPr/>
        </ns0:nvSpPr>
        <ns0:spPr>
          <ns1:xfrm flipH="false" flipV="false" rot="0">
            <ns1:off x="7510443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5">
              <ns1:extLst>
                <ns1:ext uri="{96DAC541-7B7A-43D3-8B79-37D633B846F1}">
                  <ns3:svgBlip ns2:embed="rId26"/>
                </ns1:ext>
              </ns1:extLst>
            </ns1:blip>
            <ns1:stretch>
              <ns1:fillRect l="0" t="0" r="0" b="0"/>
            </ns1:stretch>
          </ns1:blipFill>
        </ns0:spPr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2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9144000" y="-201331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4713031" cy="1433114"/>
            <ns1:chOff x="0" y="0"/>
            <ns1:chExt cx="3875037" cy="377446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875037" cy="377446"/>
            </ns1:xfrm>
            <ns1:custGeom>
              <ns1:avLst/>
              <ns1:gdLst/>
              <ns1:ahLst/>
              <ns1:cxnLst/>
              <ns1:rect r="r" b="b" t="t" l="l"/>
              <ns1:pathLst>
                <ns1:path h="377446" w="3875037">
                  <ns1:moveTo>
                    <ns1:pt x="52619" y="0"/>
                  </ns1:moveTo>
                  <ns1:lnTo>
                    <ns1:pt x="3822417" y="0"/>
                  </ns1:lnTo>
                  <ns1:cubicBezTo>
                    <ns1:pt x="3851478" y="0"/>
                    <ns1:pt x="3875037" y="23559"/>
                    <ns1:pt x="3875037" y="52619"/>
                  </ns1:cubicBezTo>
                  <ns1:lnTo>
                    <ns1:pt x="3875037" y="324826"/>
                  </ns1:lnTo>
                  <ns1:cubicBezTo>
                    <ns1:pt x="3875037" y="338782"/>
                    <ns1:pt x="3869493" y="352166"/>
                    <ns1:pt x="3859625" y="362034"/>
                  </ns1:cubicBezTo>
                  <ns1:cubicBezTo>
                    <ns1:pt x="3849757" y="371902"/>
                    <ns1:pt x="3836373" y="377446"/>
                    <ns1:pt x="3822417" y="377446"/>
                  </ns1:cubicBezTo>
                  <ns1:lnTo>
                    <ns1:pt x="52619" y="377446"/>
                  </ns1:lnTo>
                  <ns1:cubicBezTo>
                    <ns1:pt x="38664" y="377446"/>
                    <ns1:pt x="25280" y="371902"/>
                    <ns1:pt x="15412" y="362034"/>
                  </ns1:cubicBezTo>
                  <ns1:cubicBezTo>
                    <ns1:pt x="5544" y="352166"/>
                    <ns1:pt x="0" y="338782"/>
                    <ns1:pt x="0" y="324826"/>
                  </ns1:cubicBezTo>
                  <ns1:lnTo>
                    <ns1:pt x="0" y="52619"/>
                  </ns1:lnTo>
                  <ns1:cubicBezTo>
                    <ns1:pt x="0" y="38664"/>
                    <ns1:pt x="5544" y="25280"/>
                    <ns1:pt x="15412" y="15412"/>
                  </ns1:cubicBezTo>
                  <ns1:cubicBezTo>
                    <ns1:pt x="25280" y="5544"/>
                    <ns1:pt x="38664" y="0"/>
                    <ns1:pt x="52619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875037" cy="415546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3168064" y="4056658"/>
            <ns1:ext cx="13269528" cy="4483464"/>
            <ns1:chOff x="0" y="0"/>
            <ns1:chExt cx="3494855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494855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494855">
                  <ns1:moveTo>
                    <ns1:pt x="36756" y="0"/>
                  </ns1:moveTo>
                  <ns1:lnTo>
                    <ns1:pt x="3458099" y="0"/>
                  </ns1:lnTo>
                  <ns1:cubicBezTo>
                    <ns1:pt x="3478399" y="0"/>
                    <ns1:pt x="3494855" y="16456"/>
                    <ns1:pt x="3494855" y="36756"/>
                  </ns1:cubicBezTo>
                  <ns1:lnTo>
                    <ns1:pt x="3494855" y="1144073"/>
                  </ns1:lnTo>
                  <ns1:cubicBezTo>
                    <ns1:pt x="3494855" y="1153822"/>
                    <ns1:pt x="3490983" y="1163171"/>
                    <ns1:pt x="3484090" y="1170064"/>
                  </ns1:cubicBezTo>
                  <ns1:cubicBezTo>
                    <ns1:pt x="3477196" y="1176957"/>
                    <ns1:pt x="3467847" y="1180830"/>
                    <ns1:pt x="3458099" y="1180830"/>
                  </ns1:cubicBezTo>
                  <ns1:lnTo>
                    <ns1:pt x="36756" y="1180830"/>
                  </ns1:lnTo>
                  <ns1:cubicBezTo>
                    <ns1:pt x="16456" y="1180830"/>
                    <ns1:pt x="0" y="1164373"/>
                    <ns1:pt x="0" y="1144073"/>
                  </ns1:cubicBezTo>
                  <ns1:lnTo>
                    <ns1:pt x="0" y="36756"/>
                  </ns1:lnTo>
                  <ns1:cubicBezTo>
                    <ns1:pt x="0" y="16456"/>
                    <ns1:pt x="16456" y="0"/>
                    <ns1:pt x="36756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494855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0" id="20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3" id="23"/>
          <ns0:cNvSpPr/>
          <ns0:nvPr/>
        </ns0:nvSpPr>
        <ns0:spPr>
          <ns1:xfrm flipH="false" flipV="false" rot="867287">
            <ns1:off x="-1570665" y="1384497"/>
            <ns1:ext cx="6590452" cy="8831426"/>
          </ns1:xfrm>
          <ns1:custGeom>
            <ns1:avLst/>
            <ns1:gdLst/>
            <ns1:ahLst/>
            <ns1:cxnLst/>
            <ns1:rect r="r" b="b" t="t" l="l"/>
            <ns1:pathLst>
              <ns1:path h="8831426" w="6590452">
                <ns1:moveTo>
                  <ns1:pt x="0" y="0"/>
                </ns1:moveTo>
                <ns1:lnTo>
                  <ns1:pt x="6590452" y="0"/>
                </ns1:lnTo>
                <ns1:lnTo>
                  <ns1:pt x="6590452" y="8831426"/>
                </ns1:lnTo>
                <ns1:lnTo>
                  <ns1:pt x="0" y="883142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4" id="24"/>
          <ns0:cNvSpPr txBox="true"/>
          <ns0:nvPr/>
        </ns0:nvSpPr>
        <ns0:spPr>
          <ns1:xfrm rot="0">
            <ns1:off x="10210226" y="1696519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5038903" y="4358274"/>
            <ns1:ext cx="11097200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3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3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9144000" y="-201331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2541203" y="2011750"/>
            <ns1:ext cx="13896389" cy="1502034"/>
            <ns1:chOff x="0" y="0"/>
            <ns1:chExt cx="3659954" cy="395597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95597"/>
            </ns1:xfrm>
            <ns1:custGeom>
              <ns1:avLst/>
              <ns1:gdLst/>
              <ns1:ahLst/>
              <ns1:cxnLst/>
              <ns1:rect r="r" b="b" t="t" l="l"/>
              <ns1:pathLst>
                <ns1:path h="395597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9886"/>
                  </ns1:lnTo>
                  <ns1:cubicBezTo>
                    <ns1:pt x="3659954" y="354661"/>
                    <ns1:pt x="3654084" y="368832"/>
                    <ns1:pt x="3643637" y="379280"/>
                  </ns1:cubicBezTo>
                  <ns1:cubicBezTo>
                    <ns1:pt x="3633189" y="389728"/>
                    <ns1:pt x="3619018" y="395597"/>
                    <ns1:pt x="3604242" y="395597"/>
                  </ns1:cubicBezTo>
                  <ns1:lnTo>
                    <ns1:pt x="55712" y="395597"/>
                  </ns1:lnTo>
                  <ns1:cubicBezTo>
                    <ns1:pt x="40936" y="395597"/>
                    <ns1:pt x="26766" y="389728"/>
                    <ns1:pt x="16318" y="379280"/>
                  </ns1:cubicBezTo>
                  <ns1:cubicBezTo>
                    <ns1:pt x="5870" y="368832"/>
                    <ns1:pt x="0" y="354661"/>
                    <ns1:pt x="0" y="339886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33697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2541203" y="4056658"/>
            <ns1:ext cx="13896389" cy="4483464"/>
            <ns1:chOff x="0" y="0"/>
            <ns1:chExt cx="3659954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659954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659954">
                  <ns1:moveTo>
                    <ns1:pt x="35098" y="0"/>
                  </ns1:moveTo>
                  <ns1:lnTo>
                    <ns1:pt x="3624856" y="0"/>
                  </ns1:lnTo>
                  <ns1:cubicBezTo>
                    <ns1:pt x="3634164" y="0"/>
                    <ns1:pt x="3643092" y="3698"/>
                    <ns1:pt x="3649674" y="10280"/>
                  </ns1:cubicBezTo>
                  <ns1:cubicBezTo>
                    <ns1:pt x="3656256" y="16862"/>
                    <ns1:pt x="3659954" y="25790"/>
                    <ns1:pt x="3659954" y="35098"/>
                  </ns1:cubicBezTo>
                  <ns1:lnTo>
                    <ns1:pt x="3659954" y="1145731"/>
                  </ns1:lnTo>
                  <ns1:cubicBezTo>
                    <ns1:pt x="3659954" y="1155040"/>
                    <ns1:pt x="3656256" y="1163968"/>
                    <ns1:pt x="3649674" y="1170550"/>
                  </ns1:cubicBezTo>
                  <ns1:cubicBezTo>
                    <ns1:pt x="3643092" y="1177132"/>
                    <ns1:pt x="3634164" y="1180830"/>
                    <ns1:pt x="3624856" y="1180830"/>
                  </ns1:cubicBezTo>
                  <ns1:lnTo>
                    <ns1:pt x="35098" y="1180830"/>
                  </ns1:lnTo>
                  <ns1:cubicBezTo>
                    <ns1:pt x="15714" y="1180830"/>
                    <ns1:pt x="0" y="1165116"/>
                    <ns1:pt x="0" y="1145731"/>
                  </ns1:cubicBezTo>
                  <ns1:lnTo>
                    <ns1:pt x="0" y="35098"/>
                  </ns1:lnTo>
                  <ns1:cubicBezTo>
                    <ns1:pt x="0" y="25790"/>
                    <ns1:pt x="3698" y="16862"/>
                    <ns1:pt x="10280" y="10280"/>
                  </ns1:cubicBezTo>
                  <ns1:cubicBezTo>
                    <ns1:pt x="16862" y="3698"/>
                    <ns1:pt x="25790" y="0"/>
                    <ns1:pt x="35098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659954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0" id="20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3" id="23"/>
          <ns0:cNvSpPr/>
          <ns0:nvPr/>
        </ns0:nvSpPr>
        <ns0:spPr>
          <ns1:xfrm flipH="false" flipV="false" rot="246815">
            <ns1:off x="-2261162" y="2057400"/>
            <ns1:ext cx="5020056" cy="8229600"/>
          </ns1:xfrm>
          <ns1:custGeom>
            <ns1:avLst/>
            <ns1:gdLst/>
            <ns1:ahLst/>
            <ns1:cxnLst/>
            <ns1:rect r="r" b="b" t="t" l="l"/>
            <ns1:pathLst>
              <ns1:path h="8229600" w="5020056">
                <ns1:moveTo>
                  <ns1:pt x="0" y="0"/>
                </ns1:moveTo>
                <ns1:lnTo>
                  <ns1:pt x="5020056" y="0"/>
                </ns1:lnTo>
                <ns1:lnTo>
                  <ns1:pt x="5020056" y="8229600"/>
                </ns1:lnTo>
                <ns1:lnTo>
                  <ns1:pt x="0" y="82296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4" id="24"/>
          <ns0:cNvSpPr txBox="true"/>
          <ns0:nvPr/>
        </ns0:nvSpPr>
        <ns0:spPr>
          <ns1:xfrm rot="0">
            <ns1:off x="3168064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3321535" y="4295299"/>
            <ns1:ext cx="12701253" cy="303339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4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4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9144000" y="-201331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3829638" y="2093403"/>
            <ns1:ext cx="12607954" cy="1405640"/>
            <ns1:chOff x="0" y="0"/>
            <ns1:chExt cx="3320613" cy="370210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320613" cy="370210"/>
            </ns1:xfrm>
            <ns1:custGeom>
              <ns1:avLst/>
              <ns1:gdLst/>
              <ns1:ahLst/>
              <ns1:cxnLst/>
              <ns1:rect r="r" b="b" t="t" l="l"/>
              <ns1:pathLst>
                <ns1:path h="370210" w="3320613">
                  <ns1:moveTo>
                    <ns1:pt x="61405" y="0"/>
                  </ns1:moveTo>
                  <ns1:lnTo>
                    <ns1:pt x="3259208" y="0"/>
                  </ns1:lnTo>
                  <ns1:cubicBezTo>
                    <ns1:pt x="3293121" y="0"/>
                    <ns1:pt x="3320613" y="27492"/>
                    <ns1:pt x="3320613" y="61405"/>
                  </ns1:cubicBezTo>
                  <ns1:lnTo>
                    <ns1:pt x="3320613" y="308805"/>
                  </ns1:lnTo>
                  <ns1:cubicBezTo>
                    <ns1:pt x="3320613" y="342718"/>
                    <ns1:pt x="3293121" y="370210"/>
                    <ns1:pt x="3259208" y="370210"/>
                  </ns1:cubicBezTo>
                  <ns1:lnTo>
                    <ns1:pt x="61405" y="370210"/>
                  </ns1:lnTo>
                  <ns1:cubicBezTo>
                    <ns1:pt x="27492" y="370210"/>
                    <ns1:pt x="0" y="342718"/>
                    <ns1:pt x="0" y="308805"/>
                  </ns1:cubicBezTo>
                  <ns1:lnTo>
                    <ns1:pt x="0" y="61405"/>
                  </ns1:lnTo>
                  <ns1:cubicBezTo>
                    <ns1:pt x="0" y="27492"/>
                    <ns1:pt x="27492" y="0"/>
                    <ns1:pt x="61405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320613" cy="40831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3829638" y="4056658"/>
            <ns1:ext cx="12607954" cy="4483464"/>
            <ns1:chOff x="0" y="0"/>
            <ns1:chExt cx="3320613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320613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320613">
                  <ns1:moveTo>
                    <ns1:pt x="38685" y="0"/>
                  </ns1:moveTo>
                  <ns1:lnTo>
                    <ns1:pt x="3281928" y="0"/>
                  </ns1:lnTo>
                  <ns1:cubicBezTo>
                    <ns1:pt x="3303293" y="0"/>
                    <ns1:pt x="3320613" y="17320"/>
                    <ns1:pt x="3320613" y="38685"/>
                  </ns1:cubicBezTo>
                  <ns1:lnTo>
                    <ns1:pt x="3320613" y="1142145"/>
                  </ns1:lnTo>
                  <ns1:cubicBezTo>
                    <ns1:pt x="3320613" y="1163510"/>
                    <ns1:pt x="3303293" y="1180830"/>
                    <ns1:pt x="3281928" y="1180830"/>
                  </ns1:cubicBezTo>
                  <ns1:lnTo>
                    <ns1:pt x="38685" y="1180830"/>
                  </ns1:lnTo>
                  <ns1:cubicBezTo>
                    <ns1:pt x="17320" y="1180830"/>
                    <ns1:pt x="0" y="1163510"/>
                    <ns1:pt x="0" y="1142145"/>
                  </ns1:cubicBezTo>
                  <ns1:lnTo>
                    <ns1:pt x="0" y="38685"/>
                  </ns1:lnTo>
                  <ns1:cubicBezTo>
                    <ns1:pt x="0" y="17320"/>
                    <ns1:pt x="17320" y="0"/>
                    <ns1:pt x="38685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320613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0" id="20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3" id="23"/>
          <ns0:cNvSpPr/>
          <ns0:nvPr/>
        </ns0:nvSpPr>
        <ns0:spPr>
          <ns1:xfrm flipH="false" flipV="false" rot="1004353">
            <ns1:off x="-1579834" y="2000718"/>
            <ns1:ext cx="5236083" cy="8229600"/>
          </ns1:xfrm>
          <ns1:custGeom>
            <ns1:avLst/>
            <ns1:gdLst/>
            <ns1:ahLst/>
            <ns1:cxnLst/>
            <ns1:rect r="r" b="b" t="t" l="l"/>
            <ns1:pathLst>
              <ns1:path h="8229600" w="5236083">
                <ns1:moveTo>
                  <ns1:pt x="0" y="0"/>
                </ns1:moveTo>
                <ns1:lnTo>
                  <ns1:pt x="5236083" y="0"/>
                </ns1:lnTo>
                <ns1:lnTo>
                  <ns1:pt x="5236083" y="8229600"/>
                </ns1:lnTo>
                <ns1:lnTo>
                  <ns1:pt x="0" y="82296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4" id="24"/>
          <ns0:cNvSpPr txBox="true"/>
          <ns0:nvPr/>
        </ns0:nvSpPr>
        <ns0:spPr>
          <ns1:xfrm rot="0">
            <ns1:off x="4270313" y="181883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270313" y="4348305"/>
            <ns1:ext cx="11752476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5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5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9144000" y="-201331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3896389" cy="1466349"/>
            <ns1:chOff x="0" y="0"/>
            <ns1:chExt cx="3659954" cy="386199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86199"/>
            </ns1:xfrm>
            <ns1:custGeom>
              <ns1:avLst/>
              <ns1:gdLst/>
              <ns1:ahLst/>
              <ns1:cxnLst/>
              <ns1:rect r="r" b="b" t="t" l="l"/>
              <ns1:pathLst>
                <ns1:path h="386199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0487"/>
                  </ns1:lnTo>
                  <ns1:cubicBezTo>
                    <ns1:pt x="3659954" y="345263"/>
                    <ns1:pt x="3654084" y="359433"/>
                    <ns1:pt x="3643637" y="369881"/>
                  </ns1:cubicBezTo>
                  <ns1:cubicBezTo>
                    <ns1:pt x="3633189" y="380329"/>
                    <ns1:pt x="3619018" y="386199"/>
                    <ns1:pt x="3604242" y="386199"/>
                  </ns1:cubicBezTo>
                  <ns1:lnTo>
                    <ns1:pt x="55712" y="386199"/>
                  </ns1:lnTo>
                  <ns1:cubicBezTo>
                    <ns1:pt x="40936" y="386199"/>
                    <ns1:pt x="26766" y="380329"/>
                    <ns1:pt x="16318" y="369881"/>
                  </ns1:cubicBezTo>
                  <ns1:cubicBezTo>
                    <ns1:pt x="5870" y="359433"/>
                    <ns1:pt x="0" y="345263"/>
                    <ns1:pt x="0" y="330487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24299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1724561" y="3988414"/>
            <ns1:ext cx="13896389" cy="4483464"/>
            <ns1:chOff x="0" y="0"/>
            <ns1:chExt cx="3659954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659954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659954">
                  <ns1:moveTo>
                    <ns1:pt x="35098" y="0"/>
                  </ns1:moveTo>
                  <ns1:lnTo>
                    <ns1:pt x="3624856" y="0"/>
                  </ns1:lnTo>
                  <ns1:cubicBezTo>
                    <ns1:pt x="3634164" y="0"/>
                    <ns1:pt x="3643092" y="3698"/>
                    <ns1:pt x="3649674" y="10280"/>
                  </ns1:cubicBezTo>
                  <ns1:cubicBezTo>
                    <ns1:pt x="3656256" y="16862"/>
                    <ns1:pt x="3659954" y="25790"/>
                    <ns1:pt x="3659954" y="35098"/>
                  </ns1:cubicBezTo>
                  <ns1:lnTo>
                    <ns1:pt x="3659954" y="1145731"/>
                  </ns1:lnTo>
                  <ns1:cubicBezTo>
                    <ns1:pt x="3659954" y="1155040"/>
                    <ns1:pt x="3656256" y="1163968"/>
                    <ns1:pt x="3649674" y="1170550"/>
                  </ns1:cubicBezTo>
                  <ns1:cubicBezTo>
                    <ns1:pt x="3643092" y="1177132"/>
                    <ns1:pt x="3634164" y="1180830"/>
                    <ns1:pt x="3624856" y="1180830"/>
                  </ns1:cubicBezTo>
                  <ns1:lnTo>
                    <ns1:pt x="35098" y="1180830"/>
                  </ns1:lnTo>
                  <ns1:cubicBezTo>
                    <ns1:pt x="15714" y="1180830"/>
                    <ns1:pt x="0" y="1165116"/>
                    <ns1:pt x="0" y="1145731"/>
                  </ns1:cubicBezTo>
                  <ns1:lnTo>
                    <ns1:pt x="0" y="35098"/>
                  </ns1:lnTo>
                  <ns1:cubicBezTo>
                    <ns1:pt x="0" y="25790"/>
                    <ns1:pt x="3698" y="16862"/>
                    <ns1:pt x="10280" y="10280"/>
                  </ns1:cubicBezTo>
                  <ns1:cubicBezTo>
                    <ns1:pt x="16862" y="3698"/>
                    <ns1:pt x="25790" y="0"/>
                    <ns1:pt x="35098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659954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0" id="20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3" id="23"/>
          <ns0:cNvSpPr/>
          <ns0:nvPr/>
        </ns0:nvSpPr>
        <ns0:spPr>
          <ns1:xfrm flipH="false" flipV="false" rot="-985132">
            <ns1:off x="15156177" y="2182065"/>
            <ns1:ext cx="5020056" cy="8229600"/>
          </ns1:xfrm>
          <ns1:custGeom>
            <ns1:avLst/>
            <ns1:gdLst/>
            <ns1:ahLst/>
            <ns1:cxnLst/>
            <ns1:rect r="r" b="b" t="t" l="l"/>
            <ns1:pathLst>
              <ns1:path h="8229600" w="5020056">
                <ns1:moveTo>
                  <ns1:pt x="0" y="0"/>
                </ns1:moveTo>
                <ns1:lnTo>
                  <ns1:pt x="5020056" y="0"/>
                </ns1:lnTo>
                <ns1:lnTo>
                  <ns1:pt x="5020056" y="8229600"/>
                </ns1:lnTo>
                <ns1:lnTo>
                  <ns1:pt x="0" y="82296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4" id="24"/>
          <ns0:cNvSpPr txBox="true"/>
          <ns0:nvPr/>
        </ns0:nvSpPr>
        <ns0:spPr>
          <ns1:xfrm rot="0">
            <ns1:off x="2265211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2243938" y="4295299"/>
            <ns1:ext cx="11993746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6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6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365130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339301" y="845659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1028700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8870135" y="-93940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3896389" cy="1466349"/>
            <ns1:chOff x="0" y="0"/>
            <ns1:chExt cx="3659954" cy="386199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86199"/>
            </ns1:xfrm>
            <ns1:custGeom>
              <ns1:avLst/>
              <ns1:gdLst/>
              <ns1:ahLst/>
              <ns1:cxnLst/>
              <ns1:rect r="r" b="b" t="t" l="l"/>
              <ns1:pathLst>
                <ns1:path h="386199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0487"/>
                  </ns1:lnTo>
                  <ns1:cubicBezTo>
                    <ns1:pt x="3659954" y="345263"/>
                    <ns1:pt x="3654084" y="359433"/>
                    <ns1:pt x="3643637" y="369881"/>
                  </ns1:cubicBezTo>
                  <ns1:cubicBezTo>
                    <ns1:pt x="3633189" y="380329"/>
                    <ns1:pt x="3619018" y="386199"/>
                    <ns1:pt x="3604242" y="386199"/>
                  </ns1:cubicBezTo>
                  <ns1:lnTo>
                    <ns1:pt x="55712" y="386199"/>
                  </ns1:lnTo>
                  <ns1:cubicBezTo>
                    <ns1:pt x="40936" y="386199"/>
                    <ns1:pt x="26766" y="380329"/>
                    <ns1:pt x="16318" y="369881"/>
                  </ns1:cubicBezTo>
                  <ns1:cubicBezTo>
                    <ns1:pt x="5870" y="359433"/>
                    <ns1:pt x="0" y="345263"/>
                    <ns1:pt x="0" y="330487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24299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17" id="17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8" id="18"/>
          <ns0:cNvGrpSpPr/>
          <ns0:nvPr/>
        </ns0:nvGrpSpPr>
        <ns0:grpSpPr>
          <ns1:xfrm rot="0">
            <ns1:off x="1724561" y="3988414"/>
            <ns1:ext cx="5735874" cy="5686901"/>
            <ns1:chOff x="0" y="0"/>
            <ns1:chExt cx="1510683" cy="1497785"/>
          </ns1:xfrm>
        </ns0:grpSpPr>
        <ns0:sp>
          <ns0:nvSpPr>
            <ns0:cNvPr name="Freeform 19" id="19"/>
            <ns0:cNvSpPr/>
            <ns0:nvPr/>
          </ns0:nvSpPr>
          <ns0:spPr>
            <ns1:xfrm flipH="false" flipV="false" rot="0">
              <ns1:off x="0" y="0"/>
              <ns1:ext cx="1510683" cy="1497785"/>
            </ns1:xfrm>
            <ns1:custGeom>
              <ns1:avLst/>
              <ns1:gdLst/>
              <ns1:ahLst/>
              <ns1:cxnLst/>
              <ns1:rect r="r" b="b" t="t" l="l"/>
              <ns1:pathLst>
                <ns1:path h="1497785" w="1510683">
                  <ns1:moveTo>
                    <ns1:pt x="85033" y="0"/>
                  </ns1:moveTo>
                  <ns1:lnTo>
                    <ns1:pt x="1425650" y="0"/>
                  </ns1:lnTo>
                  <ns1:cubicBezTo>
                    <ns1:pt x="1448202" y="0"/>
                    <ns1:pt x="1469830" y="8959"/>
                    <ns1:pt x="1485777" y="24906"/>
                  </ns1:cubicBezTo>
                  <ns1:cubicBezTo>
                    <ns1:pt x="1501724" y="40853"/>
                    <ns1:pt x="1510683" y="62481"/>
                    <ns1:pt x="1510683" y="85033"/>
                  </ns1:cubicBezTo>
                  <ns1:lnTo>
                    <ns1:pt x="1510683" y="1412751"/>
                  </ns1:lnTo>
                  <ns1:cubicBezTo>
                    <ns1:pt x="1510683" y="1459714"/>
                    <ns1:pt x="1472612" y="1497785"/>
                    <ns1:pt x="1425650" y="1497785"/>
                  </ns1:cubicBezTo>
                  <ns1:lnTo>
                    <ns1:pt x="85033" y="1497785"/>
                  </ns1:lnTo>
                  <ns1:cubicBezTo>
                    <ns1:pt x="38071" y="1497785"/>
                    <ns1:pt x="0" y="1459714"/>
                    <ns1:pt x="0" y="1412751"/>
                  </ns1:cubicBezTo>
                  <ns1:lnTo>
                    <ns1:pt x="0" y="85033"/>
                  </ns1:lnTo>
                  <ns1:cubicBezTo>
                    <ns1:pt x="0" y="38071"/>
                    <ns1:pt x="38071" y="0"/>
                    <ns1:pt x="85033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20" id="20"/>
            <ns0:cNvSpPr txBox="true"/>
            <ns0:nvPr/>
          </ns0:nvSpPr>
          <ns0:spPr>
            <ns1:xfrm>
              <ns1:off x="0" y="-38100"/>
              <ns1:ext cx="1510683" cy="1535885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23" id="23"/>
          <ns0:cNvGrpSpPr/>
          <ns0:nvPr/>
        </ns0:nvGrpSpPr>
        <ns0:grpSpPr>
          <ns1:xfrm rot="0">
            <ns1:off x="7910008" y="3890293"/>
            <ns1:ext cx="5735874" cy="5686901"/>
            <ns1:chOff x="0" y="0"/>
            <ns1:chExt cx="1510683" cy="1497785"/>
          </ns1:xfrm>
        </ns0:grpSpPr>
        <ns0:sp>
          <ns0:nvSpPr>
            <ns0:cNvPr name="Freeform 24" id="24"/>
            <ns0:cNvSpPr/>
            <ns0:nvPr/>
          </ns0:nvSpPr>
          <ns0:spPr>
            <ns1:xfrm flipH="false" flipV="false" rot="0">
              <ns1:off x="0" y="0"/>
              <ns1:ext cx="1510683" cy="1497785"/>
            </ns1:xfrm>
            <ns1:custGeom>
              <ns1:avLst/>
              <ns1:gdLst/>
              <ns1:ahLst/>
              <ns1:cxnLst/>
              <ns1:rect r="r" b="b" t="t" l="l"/>
              <ns1:pathLst>
                <ns1:path h="1497785" w="1510683">
                  <ns1:moveTo>
                    <ns1:pt x="85033" y="0"/>
                  </ns1:moveTo>
                  <ns1:lnTo>
                    <ns1:pt x="1425650" y="0"/>
                  </ns1:lnTo>
                  <ns1:cubicBezTo>
                    <ns1:pt x="1448202" y="0"/>
                    <ns1:pt x="1469830" y="8959"/>
                    <ns1:pt x="1485777" y="24906"/>
                  </ns1:cubicBezTo>
                  <ns1:cubicBezTo>
                    <ns1:pt x="1501724" y="40853"/>
                    <ns1:pt x="1510683" y="62481"/>
                    <ns1:pt x="1510683" y="85033"/>
                  </ns1:cubicBezTo>
                  <ns1:lnTo>
                    <ns1:pt x="1510683" y="1412751"/>
                  </ns1:lnTo>
                  <ns1:cubicBezTo>
                    <ns1:pt x="1510683" y="1459714"/>
                    <ns1:pt x="1472612" y="1497785"/>
                    <ns1:pt x="1425650" y="1497785"/>
                  </ns1:cubicBezTo>
                  <ns1:lnTo>
                    <ns1:pt x="85033" y="1497785"/>
                  </ns1:lnTo>
                  <ns1:cubicBezTo>
                    <ns1:pt x="38071" y="1497785"/>
                    <ns1:pt x="0" y="1459714"/>
                    <ns1:pt x="0" y="1412751"/>
                  </ns1:cubicBezTo>
                  <ns1:lnTo>
                    <ns1:pt x="0" y="85033"/>
                  </ns1:lnTo>
                  <ns1:cubicBezTo>
                    <ns1:pt x="0" y="38071"/>
                    <ns1:pt x="38071" y="0"/>
                    <ns1:pt x="85033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25" id="25"/>
            <ns0:cNvSpPr txBox="true"/>
            <ns0:nvPr/>
          </ns0:nvSpPr>
          <ns0:spPr>
            <ns1:xfrm>
              <ns1:off x="0" y="-38100"/>
              <ns1:ext cx="1510683" cy="1535885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6" id="26"/>
          <ns0:cNvSpPr/>
          <ns0:nvPr/>
        </ns0:nvSpPr>
        <ns0:spPr>
          <ns1:xfrm flipH="true" flipV="false" rot="0">
            <ns1:off x="13673712" y="2252070"/>
            <ns1:ext cx="5236083" cy="8229600"/>
          </ns1:xfrm>
          <ns1:custGeom>
            <ns1:avLst/>
            <ns1:gdLst/>
            <ns1:ahLst/>
            <ns1:cxnLst/>
            <ns1:rect r="r" b="b" t="t" l="l"/>
            <ns1:pathLst>
              <ns1:path h="8229600" w="5236083">
                <ns1:moveTo>
                  <ns1:pt x="5236083" y="0"/>
                </ns1:moveTo>
                <ns1:lnTo>
                  <ns1:pt x="0" y="0"/>
                </ns1:lnTo>
                <ns1:lnTo>
                  <ns1:pt x="0" y="8229600"/>
                </ns1:lnTo>
                <ns1:lnTo>
                  <ns1:pt x="5236083" y="8229600"/>
                </ns1:lnTo>
                <ns1:lnTo>
                  <ns1:pt x="5236083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7" id="27"/>
          <ns0:cNvSpPr txBox="true"/>
          <ns0:nvPr/>
        </ns0:nvSpPr>
        <ns0:spPr>
          <ns1:xfrm rot="0">
            <ns1:off x="2265211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8" id="28"/>
          <ns0:cNvSpPr txBox="true"/>
          <ns0:nvPr/>
        </ns0:nvSpPr>
        <ns0:spPr>
          <ns1:xfrm rot="0">
            <ns1:off x="2040815" y="4218498"/>
            <ns1:ext cx="5084967" cy="479679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359"/>
              </ns1:lnSpc>
              <ns1:spcBef>
                <ns1:spcPct val="0"/>
              </ns1:spcBef>
            </ns1:pPr>
            <ns1:r>
              <ns1:rPr lang="en-US" sz="24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  <ns0:sp>
        <ns0:nvSpPr>
          <ns0:cNvPr name="TextBox 29" id="29"/>
          <ns0:cNvSpPr txBox="true"/>
          <ns0:nvPr/>
        </ns0:nvSpPr>
        <ns0:spPr>
          <ns1:xfrm rot="0">
            <ns1:off x="8184335" y="4218498"/>
            <ns1:ext cx="5084967" cy="479679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359"/>
              </ns1:lnSpc>
              <ns1:spcBef>
                <ns1:spcPct val="0"/>
              </ns1:spcBef>
            </ns1:pPr>
            <ns1:r>
              <ns1:rPr lang="en-US" sz="24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7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7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9144000" y="-201331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4713031" cy="1433114"/>
            <ns1:chOff x="0" y="0"/>
            <ns1:chExt cx="3875037" cy="377446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875037" cy="377446"/>
            </ns1:xfrm>
            <ns1:custGeom>
              <ns1:avLst/>
              <ns1:gdLst/>
              <ns1:ahLst/>
              <ns1:cxnLst/>
              <ns1:rect r="r" b="b" t="t" l="l"/>
              <ns1:pathLst>
                <ns1:path h="377446" w="3875037">
                  <ns1:moveTo>
                    <ns1:pt x="52619" y="0"/>
                  </ns1:moveTo>
                  <ns1:lnTo>
                    <ns1:pt x="3822417" y="0"/>
                  </ns1:lnTo>
                  <ns1:cubicBezTo>
                    <ns1:pt x="3851478" y="0"/>
                    <ns1:pt x="3875037" y="23559"/>
                    <ns1:pt x="3875037" y="52619"/>
                  </ns1:cubicBezTo>
                  <ns1:lnTo>
                    <ns1:pt x="3875037" y="324826"/>
                  </ns1:lnTo>
                  <ns1:cubicBezTo>
                    <ns1:pt x="3875037" y="338782"/>
                    <ns1:pt x="3869493" y="352166"/>
                    <ns1:pt x="3859625" y="362034"/>
                  </ns1:cubicBezTo>
                  <ns1:cubicBezTo>
                    <ns1:pt x="3849757" y="371902"/>
                    <ns1:pt x="3836373" y="377446"/>
                    <ns1:pt x="3822417" y="377446"/>
                  </ns1:cubicBezTo>
                  <ns1:lnTo>
                    <ns1:pt x="52619" y="377446"/>
                  </ns1:lnTo>
                  <ns1:cubicBezTo>
                    <ns1:pt x="38664" y="377446"/>
                    <ns1:pt x="25280" y="371902"/>
                    <ns1:pt x="15412" y="362034"/>
                  </ns1:cubicBezTo>
                  <ns1:cubicBezTo>
                    <ns1:pt x="5544" y="352166"/>
                    <ns1:pt x="0" y="338782"/>
                    <ns1:pt x="0" y="324826"/>
                  </ns1:cubicBezTo>
                  <ns1:lnTo>
                    <ns1:pt x="0" y="52619"/>
                  </ns1:lnTo>
                  <ns1:cubicBezTo>
                    <ns1:pt x="0" y="38664"/>
                    <ns1:pt x="5544" y="25280"/>
                    <ns1:pt x="15412" y="15412"/>
                  </ns1:cubicBezTo>
                  <ns1:cubicBezTo>
                    <ns1:pt x="25280" y="5544"/>
                    <ns1:pt x="38664" y="0"/>
                    <ns1:pt x="52619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875037" cy="415546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3168064" y="4056658"/>
            <ns1:ext cx="13269528" cy="4483464"/>
            <ns1:chOff x="0" y="0"/>
            <ns1:chExt cx="3494855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494855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494855">
                  <ns1:moveTo>
                    <ns1:pt x="36756" y="0"/>
                  </ns1:moveTo>
                  <ns1:lnTo>
                    <ns1:pt x="3458099" y="0"/>
                  </ns1:lnTo>
                  <ns1:cubicBezTo>
                    <ns1:pt x="3478399" y="0"/>
                    <ns1:pt x="3494855" y="16456"/>
                    <ns1:pt x="3494855" y="36756"/>
                  </ns1:cubicBezTo>
                  <ns1:lnTo>
                    <ns1:pt x="3494855" y="1144073"/>
                  </ns1:lnTo>
                  <ns1:cubicBezTo>
                    <ns1:pt x="3494855" y="1153822"/>
                    <ns1:pt x="3490983" y="1163171"/>
                    <ns1:pt x="3484090" y="1170064"/>
                  </ns1:cubicBezTo>
                  <ns1:cubicBezTo>
                    <ns1:pt x="3477196" y="1176957"/>
                    <ns1:pt x="3467847" y="1180830"/>
                    <ns1:pt x="3458099" y="1180830"/>
                  </ns1:cubicBezTo>
                  <ns1:lnTo>
                    <ns1:pt x="36756" y="1180830"/>
                  </ns1:lnTo>
                  <ns1:cubicBezTo>
                    <ns1:pt x="16456" y="1180830"/>
                    <ns1:pt x="0" y="1164373"/>
                    <ns1:pt x="0" y="1144073"/>
                  </ns1:cubicBezTo>
                  <ns1:lnTo>
                    <ns1:pt x="0" y="36756"/>
                  </ns1:lnTo>
                  <ns1:cubicBezTo>
                    <ns1:pt x="0" y="16456"/>
                    <ns1:pt x="16456" y="0"/>
                    <ns1:pt x="36756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494855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0" id="20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3" id="23"/>
          <ns0:cNvSpPr/>
          <ns0:nvPr/>
        </ns0:nvSpPr>
        <ns0:spPr>
          <ns1:xfrm flipH="false" flipV="false" rot="0">
            <ns1:off x="-647096" y="1915594"/>
            <ns1:ext cx="5258664" cy="8603131"/>
          </ns1:xfrm>
          <ns1:custGeom>
            <ns1:avLst/>
            <ns1:gdLst/>
            <ns1:ahLst/>
            <ns1:cxnLst/>
            <ns1:rect r="r" b="b" t="t" l="l"/>
            <ns1:pathLst>
              <ns1:path h="8603131" w="5258664">
                <ns1:moveTo>
                  <ns1:pt x="0" y="0"/>
                </ns1:moveTo>
                <ns1:lnTo>
                  <ns1:pt x="5258663" y="0"/>
                </ns1:lnTo>
                <ns1:lnTo>
                  <ns1:pt x="5258663" y="8603131"/>
                </ns1:lnTo>
                <ns1:lnTo>
                  <ns1:pt x="0" y="860313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4" id="24"/>
          <ns0:cNvSpPr txBox="true"/>
          <ns0:nvPr/>
        </ns0:nvSpPr>
        <ns0:spPr>
          <ns1:xfrm rot="0">
            <ns1:off x="13231842" y="1764653"/>
            <ns1:ext cx="4027458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718597" y="4348305"/>
            <ns1:ext cx="11097200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8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8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1476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3133482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9144000" y="-2013319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>
              <ns1:extLst>
                <ns1:ext uri="{96DAC541-7B7A-43D3-8B79-37D633B846F1}">
                  <ns3:svgBlip ns2:embed="rId25"/>
                </ns1:ext>
              </ns1:extLst>
            </ns1:blip>
            <ns1:stretch>
              <ns1:fillRect l="0" t="0" r="0" b="0"/>
            </ns1:stretch>
          </ns1:blipFill>
        </ns0:spPr>
      </ns0:sp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3896389" cy="1466349"/>
            <ns1:chOff x="0" y="0"/>
            <ns1:chExt cx="3659954" cy="386199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86199"/>
            </ns1:xfrm>
            <ns1:custGeom>
              <ns1:avLst/>
              <ns1:gdLst/>
              <ns1:ahLst/>
              <ns1:cxnLst/>
              <ns1:rect r="r" b="b" t="t" l="l"/>
              <ns1:pathLst>
                <ns1:path h="386199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0487"/>
                  </ns1:lnTo>
                  <ns1:cubicBezTo>
                    <ns1:pt x="3659954" y="345263"/>
                    <ns1:pt x="3654084" y="359433"/>
                    <ns1:pt x="3643637" y="369881"/>
                  </ns1:cubicBezTo>
                  <ns1:cubicBezTo>
                    <ns1:pt x="3633189" y="380329"/>
                    <ns1:pt x="3619018" y="386199"/>
                    <ns1:pt x="3604242" y="386199"/>
                  </ns1:cubicBezTo>
                  <ns1:lnTo>
                    <ns1:pt x="55712" y="386199"/>
                  </ns1:lnTo>
                  <ns1:cubicBezTo>
                    <ns1:pt x="40936" y="386199"/>
                    <ns1:pt x="26766" y="380329"/>
                    <ns1:pt x="16318" y="369881"/>
                  </ns1:cubicBezTo>
                  <ns1:cubicBezTo>
                    <ns1:pt x="5870" y="359433"/>
                    <ns1:pt x="0" y="345263"/>
                    <ns1:pt x="0" y="330487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24299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1724561" y="3988414"/>
            <ns1:ext cx="13896389" cy="4483464"/>
            <ns1:chOff x="0" y="0"/>
            <ns1:chExt cx="3659954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659954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659954">
                  <ns1:moveTo>
                    <ns1:pt x="35098" y="0"/>
                  </ns1:moveTo>
                  <ns1:lnTo>
                    <ns1:pt x="3624856" y="0"/>
                  </ns1:lnTo>
                  <ns1:cubicBezTo>
                    <ns1:pt x="3634164" y="0"/>
                    <ns1:pt x="3643092" y="3698"/>
                    <ns1:pt x="3649674" y="10280"/>
                  </ns1:cubicBezTo>
                  <ns1:cubicBezTo>
                    <ns1:pt x="3656256" y="16862"/>
                    <ns1:pt x="3659954" y="25790"/>
                    <ns1:pt x="3659954" y="35098"/>
                  </ns1:cubicBezTo>
                  <ns1:lnTo>
                    <ns1:pt x="3659954" y="1145731"/>
                  </ns1:lnTo>
                  <ns1:cubicBezTo>
                    <ns1:pt x="3659954" y="1155040"/>
                    <ns1:pt x="3656256" y="1163968"/>
                    <ns1:pt x="3649674" y="1170550"/>
                  </ns1:cubicBezTo>
                  <ns1:cubicBezTo>
                    <ns1:pt x="3643092" y="1177132"/>
                    <ns1:pt x="3634164" y="1180830"/>
                    <ns1:pt x="3624856" y="1180830"/>
                  </ns1:cubicBezTo>
                  <ns1:lnTo>
                    <ns1:pt x="35098" y="1180830"/>
                  </ns1:lnTo>
                  <ns1:cubicBezTo>
                    <ns1:pt x="15714" y="1180830"/>
                    <ns1:pt x="0" y="1165116"/>
                    <ns1:pt x="0" y="1145731"/>
                  </ns1:cubicBezTo>
                  <ns1:lnTo>
                    <ns1:pt x="0" y="35098"/>
                  </ns1:lnTo>
                  <ns1:cubicBezTo>
                    <ns1:pt x="0" y="25790"/>
                    <ns1:pt x="3698" y="16862"/>
                    <ns1:pt x="10280" y="10280"/>
                  </ns1:cubicBezTo>
                  <ns1:cubicBezTo>
                    <ns1:pt x="16862" y="3698"/>
                    <ns1:pt x="25790" y="0"/>
                    <ns1:pt x="35098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659954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Freeform 20" id="20"/>
          <ns0:cNvSpPr/>
          <ns0:nvPr/>
        </ns0:nvSpPr>
        <ns0:spPr>
          <ns1:xfrm flipH="false" flipV="false" rot="0">
            <ns1:off x="1724561" y="9258300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6">
              <ns1:extLst>
                <ns1:ext uri="{96DAC541-7B7A-43D3-8B79-37D633B846F1}">
                  <ns3:svgBlip ns2:embed="rId2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1" id="21"/>
          <ns0:cNvSpPr/>
          <ns0:nvPr/>
        </ns0:nvSpPr>
        <ns0:spPr>
          <ns1:xfrm flipH="false" flipV="false" rot="0">
            <ns1:off x="-1572021" y="36851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8">
              <ns1:extLst>
                <ns1:ext uri="{96DAC541-7B7A-43D3-8B79-37D633B846F1}">
                  <ns3:svgBlip ns2:embed="rId2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2" id="22"/>
          <ns0:cNvSpPr/>
          <ns0:nvPr/>
        </ns0:nvSpPr>
        <ns0:spPr>
          <ns1:xfrm flipH="false" flipV="false" rot="-1329709">
            <ns1:off x="8387728" y="982301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0">
              <ns1:extLst>
                <ns1:ext uri="{96DAC541-7B7A-43D3-8B79-37D633B846F1}">
                  <ns3:svgBlip ns2:embed="rId3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23" id="23"/>
          <ns0:cNvSpPr/>
          <ns0:nvPr/>
        </ns0:nvSpPr>
        <ns0:spPr>
          <ns1:xfrm flipH="false" flipV="false" rot="-676244">
            <ns1:off x="14087625" y="1996639"/>
            <ns1:ext cx="5987034" cy="8229600"/>
          </ns1:xfrm>
          <ns1:custGeom>
            <ns1:avLst/>
            <ns1:gdLst/>
            <ns1:ahLst/>
            <ns1:cxnLst/>
            <ns1:rect r="r" b="b" t="t" l="l"/>
            <ns1:pathLst>
              <ns1:path h="8229600" w="5987034">
                <ns1:moveTo>
                  <ns1:pt x="0" y="0"/>
                </ns1:moveTo>
                <ns1:lnTo>
                  <ns1:pt x="5987034" y="0"/>
                </ns1:lnTo>
                <ns1:lnTo>
                  <ns1:pt x="5987034" y="8229600"/>
                </ns1:lnTo>
                <ns1:lnTo>
                  <ns1:pt x="0" y="82296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2"/>
            <ns1:stretch>
              <ns1:fillRect l="0" t="0" r="0" b="0"/>
            </ns1:stretch>
          </ns1:blipFill>
        </ns0:spPr>
      </ns0:sp>
      <ns0:sp>
        <ns0:nvSpPr>
          <ns0:cNvPr name="TextBox 24" id="24"/>
          <ns0:cNvSpPr txBox="true"/>
          <ns0:nvPr/>
        </ns0:nvSpPr>
        <ns0:spPr>
          <ns1:xfrm rot="0">
            <ns1:off x="2265211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2243938" y="4280061"/>
            <ns1:ext cx="11993746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Layout>
</file>

<file path=ppt/slideLayouts/slideLayout19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9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1788082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9032018" y="556510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6776893" y="3292498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1974226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10711806" y="1162235"/>
            <ns1:ext cx="5177040" cy="8469595"/>
          </ns1:xfrm>
          <ns1:custGeom>
            <ns1:avLst/>
            <ns1:gdLst/>
            <ns1:ahLst/>
            <ns1:cxnLst/>
            <ns1:rect r="r" b="b" t="t" l="l"/>
            <ns1:pathLst>
              <ns1:path h="8469595" w="5177040">
                <ns1:moveTo>
                  <ns1:pt x="0" y="0"/>
                </ns1:moveTo>
                <ns1:lnTo>
                  <ns1:pt x="5177040" y="0"/>
                </ns1:lnTo>
                <ns1:lnTo>
                  <ns1:pt x="5177040" y="8469596"/>
                </ns1:lnTo>
                <ns1:lnTo>
                  <ns1:pt x="0" y="846959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/>
            <ns1:stretch>
              <ns1:fillRect l="0" t="0" r="0" b="0"/>
            </ns1:stretch>
          </ns1:blipFill>
        </ns0:spPr>
      </ns0:sp>
      <ns0:sp>
        <ns0:nvSpPr>
          <ns0:cNvPr name="TextBox 14" id="14"/>
          <ns0:cNvSpPr txBox="true"/>
          <ns0:nvPr/>
        </ns0:nvSpPr>
        <ns0:spPr>
          <ns1:xfrm rot="0">
            <ns1:off x="2502979" y="3423111"/>
            <ns1:ext cx="10216363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Freeform 15" id="15"/>
          <ns0:cNvSpPr/>
          <ns0:nvPr/>
        </ns0:nvSpPr>
        <ns0:spPr>
          <ns1:xfrm flipH="false" flipV="false" rot="-1329709">
            <ns1:off x="1398777" y="9779528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5">
              <ns1:extLst>
                <ns1:ext uri="{96DAC541-7B7A-43D3-8B79-37D633B846F1}">
                  <ns3:svgBlip ns2:embed="rId26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6" id="16"/>
          <ns0:cNvSpPr/>
          <ns0:nvPr/>
        </ns0:nvSpPr>
        <ns0:spPr>
          <ns1:xfrm flipH="false" flipV="false" rot="0">
            <ns1:off x="-2079477" y="3990587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7">
              <ns1:extLst>
                <ns1:ext uri="{96DAC541-7B7A-43D3-8B79-37D633B846F1}">
                  <ns3:svgBlip ns2:embed="rId28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7" id="17"/>
          <ns0:cNvSpPr/>
          <ns0:nvPr/>
        </ns0:nvSpPr>
        <ns0:spPr>
          <ns1:xfrm flipH="false" flipV="false" rot="0">
            <ns1:off x="4861232" y="964003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7" y="0"/>
                </ns1:lnTo>
                <ns1:lnTo>
                  <ns1:pt x="2887007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9">
              <ns1:extLst>
                <ns1:ext uri="{96DAC541-7B7A-43D3-8B79-37D633B846F1}">
                  <ns3:svgBlip ns2:embed="rId30"/>
                </ns1:ext>
              </ns1:extLst>
            </ns1:blip>
            <ns1:stretch>
              <ns1:fillRect l="0" t="0" r="0" b="0"/>
            </ns1:stretch>
          </ns1:blipFill>
        </ns0:spPr>
      </ns0:sp>
    </ns0:spTree>
  </ns0:cSld>
  <ns0:clrMapOvr>
    <ns1:masterClrMapping/>
  </ns0:clrMapOvr>
</ns0:sldLayout>
</file>

<file path=ppt/slideLayouts/slideLayout20.xml><?xml version="1.0" encoding="utf-8"?>
<ns0:sldLayout xmlns:ns0="http://schemas.openxmlformats.org/presentationml/2006/main" xmlns:ns1="http://schemas.openxmlformats.org/drawingml/2006/main" xmlns:ns2="http://schemas.openxmlformats.org/officeDocument/2006/relationships" xmlns:ns3="http://schemas.microsoft.com/office/drawing/2016/SVG/main" type="blank" preserve="1">
  <ns0:cSld name="版型10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Freeform 2" id="2"/>
          <ns0:cNvSpPr/>
          <ns0:nvPr/>
        </ns0:nvSpPr>
        <ns0:spPr>
          <ns1:xfrm flipH="false" flipV="false" rot="0">
            <ns1:off x="16022789" y="8920583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>
              <ns1:extLst>
                <ns1:ext uri="{96DAC541-7B7A-43D3-8B79-37D633B846F1}">
                  <ns3:svgBlip ns2:embed="rId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3" id="3"/>
          <ns0:cNvSpPr/>
          <ns0:nvPr/>
        </ns0:nvSpPr>
        <ns0:spPr>
          <ns1:xfrm flipH="false" flipV="false" rot="-1329709">
            <ns1:off x="5822328" y="-42050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4">
              <ns1:extLst>
                <ns1:ext uri="{96DAC541-7B7A-43D3-8B79-37D633B846F1}">
                  <ns3:svgBlip ns2:embed="rId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4" id="4"/>
          <ns0:cNvSpPr/>
          <ns0:nvPr/>
        </ns0:nvSpPr>
        <ns0:spPr>
          <ns1:xfrm flipH="false" flipV="false" rot="0">
            <ns1:off x="15815797" y="-798152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4"/>
                </ns1:lnTo>
                <ns1:lnTo>
                  <ns1:pt x="0" y="2430334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6">
              <ns1:extLst>
                <ns1:ext uri="{96DAC541-7B7A-43D3-8B79-37D633B846F1}">
                  <ns3:svgBlip ns2:embed="rId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5" id="5"/>
          <ns0:cNvSpPr/>
          <ns0:nvPr/>
        </ns0:nvSpPr>
        <ns0:spPr>
          <ns1:xfrm flipH="false" flipV="false" rot="-1329709">
            <ns1:off x="10025191" y="1176397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8">
              <ns1:extLst>
                <ns1:ext uri="{96DAC541-7B7A-43D3-8B79-37D633B846F1}">
                  <ns3:svgBlip ns2:embed="rId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6" id="6"/>
          <ns0:cNvSpPr/>
          <ns0:nvPr/>
        </ns0:nvSpPr>
        <ns0:spPr>
          <ns1:xfrm flipH="false" flipV="false" rot="-1329709">
            <ns1:off x="15333390" y="35244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0">
              <ns1:extLst>
                <ns1:ext uri="{96DAC541-7B7A-43D3-8B79-37D633B846F1}">
                  <ns3:svgBlip ns2:embed="rId1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7" id="7"/>
          <ns0:cNvSpPr/>
          <ns0:nvPr/>
        </ns0:nvSpPr>
        <ns0:spPr>
          <ns1:xfrm flipH="false" flipV="false" rot="-1329709">
            <ns1:off x="12236935" y="8269726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2">
              <ns1:extLst>
                <ns1:ext uri="{96DAC541-7B7A-43D3-8B79-37D633B846F1}">
                  <ns3:svgBlip ns2:embed="rId1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8" id="8"/>
          <ns0:cNvSpPr/>
          <ns0:nvPr/>
        </ns0:nvSpPr>
        <ns0:spPr>
          <ns1:xfrm flipH="false" flipV="false" rot="-1329709">
            <ns1:off x="5822328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5" y="0"/>
                </ns1:lnTo>
                <ns1:lnTo>
                  <ns1:pt x="964815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4">
              <ns1:extLst>
                <ns1:ext uri="{96DAC541-7B7A-43D3-8B79-37D633B846F1}">
                  <ns3:svgBlip ns2:embed="rId15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9" id="9"/>
          <ns0:cNvSpPr/>
          <ns0:nvPr/>
        </ns0:nvSpPr>
        <ns0:spPr>
          <ns1:xfrm flipH="false" flipV="false" rot="-1329709">
            <ns1:off x="-482407" y="7844911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5"/>
                </ns1:lnTo>
                <ns1:lnTo>
                  <ns1:pt x="0" y="92797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6">
              <ns1:extLst>
                <ns1:ext uri="{96DAC541-7B7A-43D3-8B79-37D633B846F1}">
                  <ns3:svgBlip ns2:embed="rId17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0" id="10"/>
          <ns0:cNvSpPr/>
          <ns0:nvPr/>
        </ns0:nvSpPr>
        <ns0:spPr>
          <ns1:xfrm flipH="false" flipV="false" rot="-1329709">
            <ns1:off x="-482407" y="1638623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18">
              <ns1:extLst>
                <ns1:ext uri="{96DAC541-7B7A-43D3-8B79-37D633B846F1}">
                  <ns3:svgBlip ns2:embed="rId19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1" id="11"/>
          <ns0:cNvSpPr/>
          <ns0:nvPr/>
        </ns0:nvSpPr>
        <ns0:spPr>
          <ns1:xfrm flipH="false" flipV="false" rot="-1329709">
            <ns1:off x="17805593" y="6263215"/>
            <ns1:ext cx="964814" cy="927976"/>
          </ns1:xfrm>
          <ns1:custGeom>
            <ns1:avLst/>
            <ns1:gdLst/>
            <ns1:ahLst/>
            <ns1:cxnLst/>
            <ns1:rect r="r" b="b" t="t" l="l"/>
            <ns1:pathLst>
              <ns1:path h="927976" w="964814">
                <ns1:moveTo>
                  <ns1:pt x="0" y="0"/>
                </ns1:moveTo>
                <ns1:lnTo>
                  <ns1:pt x="964814" y="0"/>
                </ns1:lnTo>
                <ns1:lnTo>
                  <ns1:pt x="964814" y="927976"/>
                </ns1:lnTo>
                <ns1:lnTo>
                  <ns1:pt x="0" y="927976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0">
              <ns1:extLst>
                <ns1:ext uri="{96DAC541-7B7A-43D3-8B79-37D633B846F1}">
                  <ns3:svgBlip ns2:embed="rId21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2" id="12"/>
          <ns0:cNvSpPr/>
          <ns0:nvPr/>
        </ns0:nvSpPr>
        <ns0:spPr>
          <ns1:xfrm flipH="false" flipV="false" rot="0">
            <ns1:off x="-621795" y="-1401635"/>
            <ns1:ext cx="2887007" cy="2430335"/>
          </ns1:xfrm>
          <ns1:custGeom>
            <ns1:avLst/>
            <ns1:gdLst/>
            <ns1:ahLst/>
            <ns1:cxnLst/>
            <ns1:rect r="r" b="b" t="t" l="l"/>
            <ns1:pathLst>
              <ns1:path h="2430335" w="2887007">
                <ns1:moveTo>
                  <ns1:pt x="0" y="0"/>
                </ns1:moveTo>
                <ns1:lnTo>
                  <ns1:pt x="2887006" y="0"/>
                </ns1:lnTo>
                <ns1:lnTo>
                  <ns1:pt x="2887006" y="2430335"/>
                </ns1:lnTo>
                <ns1:lnTo>
                  <ns1:pt x="0" y="2430335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2">
              <ns1:extLst>
                <ns1:ext uri="{96DAC541-7B7A-43D3-8B79-37D633B846F1}">
                  <ns3:svgBlip ns2:embed="rId23"/>
                </ns1:ext>
              </ns1:extLst>
            </ns1:blip>
            <ns1:stretch>
              <ns1:fillRect l="0" t="0" r="0" b="0"/>
            </ns1:stretch>
          </ns1:blipFill>
        </ns0:spPr>
      </ns0:sp>
      <ns0:sp>
        <ns0:nvSpPr>
          <ns0:cNvPr name="Freeform 13" id="13"/>
          <ns0:cNvSpPr/>
          <ns0:nvPr/>
        </ns0:nvSpPr>
        <ns0:spPr>
          <ns1:xfrm flipH="false" flipV="false" rot="0">
            <ns1:off x="1028700" y="1115798"/>
            <ns1:ext cx="5020056" cy="8229600"/>
          </ns1:xfrm>
          <ns1:custGeom>
            <ns1:avLst/>
            <ns1:gdLst/>
            <ns1:ahLst/>
            <ns1:cxnLst/>
            <ns1:rect r="r" b="b" t="t" l="l"/>
            <ns1:pathLst>
              <ns1:path h="8229600" w="5020056">
                <ns1:moveTo>
                  <ns1:pt x="0" y="0"/>
                </ns1:moveTo>
                <ns1:lnTo>
                  <ns1:pt x="5020056" y="0"/>
                </ns1:lnTo>
                <ns1:lnTo>
                  <ns1:pt x="5020056" y="8229600"/>
                </ns1:lnTo>
                <ns1:lnTo>
                  <ns1:pt x="0" y="82296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4"/>
            <ns1:stretch>
              <ns1:fillRect l="0" t="0" r="0" b="0"/>
            </ns1:stretch>
          </ns1:blipFill>
        </ns0:spPr>
      </ns0:sp>
      <ns0:sp>
        <ns0:nvSpPr>
          <ns0:cNvPr name="TextBox 14" id="14"/>
          <ns0:cNvSpPr txBox="true"/>
          <ns0:nvPr/>
        </ns0:nvSpPr>
        <ns0:spPr>
          <ns1:xfrm rot="0">
            <ns1:off x="6778499" y="6997231"/>
            <ns1:ext cx="4350895" cy="38671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0" indent="0" lvl="0">
              <ns1:lnSpc>
                <ns1:spcPts val="2940"/>
              </ns1:lnSpc>
              <ns1:spcBef>
                <ns1:spcPct val="0"/>
              </ns1:spcBef>
            </ns1:pPr>
            <ns1:r>
              <ns1:rPr lang="en-US" sz="2800" strike="noStrike" u="none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15" id="15"/>
          <ns0:cNvSpPr txBox="true"/>
          <ns0:nvPr/>
        </ns0:nvSpPr>
        <ns0:spPr>
          <ns1:xfrm rot="0">
            <ns1:off x="6304736" y="3533299"/>
            <ns1:ext cx="10216363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7" Type="http://schemas.openxmlformats.org/officeDocument/2006/relationships/slideLayout" Target="../slideLayouts/slideLayout7.xml" /><ns0:Relationship Id="rId12" Type="http://schemas.openxmlformats.org/officeDocument/2006/relationships/theme" Target="../theme/theme1.xml" /><ns0:Relationship Id="rId13" Type="http://schemas.openxmlformats.org/officeDocument/2006/relationships/slideLayout" Target="../slideLayouts/slideLayout12.xml" /><ns0:Relationship Id="rId14" Type="http://schemas.openxmlformats.org/officeDocument/2006/relationships/slideLayout" Target="../slideLayouts/slideLayout13.xml" /><ns0:Relationship Id="rId15" Type="http://schemas.openxmlformats.org/officeDocument/2006/relationships/slideLayout" Target="../slideLayouts/slideLayout14.xml" /><ns0:Relationship Id="rId16" Type="http://schemas.openxmlformats.org/officeDocument/2006/relationships/slideLayout" Target="../slideLayouts/slideLayout15.xml" /><ns0:Relationship Id="rId17" Type="http://schemas.openxmlformats.org/officeDocument/2006/relationships/slideLayout" Target="../slideLayouts/slideLayout16.xml" /><ns0:Relationship Id="rId18" Type="http://schemas.openxmlformats.org/officeDocument/2006/relationships/slideLayout" Target="../slideLayouts/slideLayout17.xml" /><ns0:Relationship Id="rId19" Type="http://schemas.openxmlformats.org/officeDocument/2006/relationships/slideLayout" Target="../slideLayouts/slideLayout18.xml" /><ns0:Relationship Id="rId20" Type="http://schemas.openxmlformats.org/officeDocument/2006/relationships/slideLayout" Target="../slideLayouts/slideLayout19.xml" /><ns0:Relationship Id="rId21" Type="http://schemas.openxmlformats.org/officeDocument/2006/relationships/slideLayout" Target="../slideLayouts/slideLayout20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Placeholder 1"/>
          <ns0:cNvSpPr>
            <ns1:spLocks noGrp="1"/>
          </ns0:cNvSpPr>
          <ns0:nvPr>
            <ns0:ph type="title"/>
          </ns0:nvPr>
        </ns0:nvSpPr>
        <ns0:spPr>
          <ns1:xfrm>
            <ns1:off x="457200" y="274638"/>
            <ns1:ext cx="8229600" cy="1143000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en-US" smtClean="0"/>
              <ns1:t>Click to edit Master title style</ns1:t>
            </ns1:r>
            <ns1:endParaRPr lang="en-US"/>
          </ns1:p>
        </ns0:txBody>
      </ns0:sp>
      <ns0:sp>
        <ns0:nvSpPr>
          <ns0:cNvPr id="3" name="Text Placeholder 2"/>
          <ns0:cNvSpPr>
            <ns1:spLocks noGrp="1"/>
          </ns0:cNvSpPr>
          <ns0:nvPr>
            <ns0:ph type="body" idx="1"/>
          </ns0:nvPr>
        </ns0:nvSpPr>
        <ns0:spPr>
          <ns1:xfrm>
            <ns1:off x="457200" y="1600200"/>
            <ns1:ext cx="8229600" cy="4525963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en-US" smtClean="0"/>
              <ns1:t>Click to edit Master text styles</ns1:t>
            </ns1:r>
          </ns1:p>
          <ns1:p>
            <ns1:pPr lvl="1"/>
            <ns1:r>
              <ns1:rPr lang="en-US" smtClean="0"/>
              <ns1:t>Second level</ns1:t>
            </ns1:r>
          </ns1:p>
          <ns1:p>
            <ns1:pPr lvl="2"/>
            <ns1:r>
              <ns1:rPr lang="en-US" smtClean="0"/>
              <ns1:t>Third level</ns1:t>
            </ns1:r>
          </ns1:p>
          <ns1:p>
            <ns1:pPr lvl="3"/>
            <ns1:r>
              <ns1:rPr lang="en-US" smtClean="0"/>
              <ns1:t>Fourth level</ns1:t>
            </ns1:r>
          </ns1:p>
          <ns1:p>
            <ns1:pPr lvl="4"/>
            <ns1:r>
              <ns1:rPr lang="en-US" smtClean="0"/>
              <ns1:t>Fifth level</ns1:t>
            </ns1:r>
            <ns1:endParaRPr lang="en-US"/>
          </ns1:p>
        </ns0:txBody>
      </ns0:sp>
      <ns0:sp>
        <ns0:nvSpPr>
          <ns0:cNvPr id="4" name="Date Placeholder 3"/>
          <ns0:cNvSpPr>
            <ns1:spLocks noGrp="1"/>
          </ns0:cNvSpPr>
          <ns0:nvPr>
            <ns0:ph type="dt" sz="half" idx="2"/>
          </ns0:nvPr>
        </ns0:nvSpPr>
        <ns0:spPr>
          <ns1:xfrm>
            <ns1:off x="457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1D8BD707-D9CF-40AE-B4C6-C98DA3205C09}" type="datetimeFigureOut">
              <ns1:rPr lang="en-US" smtClean="0"/>
              <ns1:pPr/>
              <ns1:t>8/1/2011</ns1:t>
            </ns1:fld>
            <ns1:endParaRPr lang="en-US"/>
          </ns1:p>
        </ns0:txBody>
      </ns0:sp>
      <ns0:sp>
        <ns0:nvSpPr>
          <ns0:cNvPr id="5" name="Footer Placeholder 4"/>
          <ns0:cNvSpPr>
            <ns1:spLocks noGrp="1"/>
          </ns0:cNvSpPr>
          <ns0:nvPr>
            <ns0:ph type="ftr" sz="quarter" idx="3"/>
          </ns0:nvPr>
        </ns0:nvSpPr>
        <ns0:spPr>
          <ns1:xfrm>
            <ns1:off x="3124200" y="6356350"/>
            <ns1:ext cx="2895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en-US"/>
          </ns1:p>
        </ns0:txBody>
      </ns0:sp>
      <ns0:sp>
        <ns0:nvSpPr>
          <ns0:cNvPr id="6" name="Slide Number Placeholder 5"/>
          <ns0:cNvSpPr>
            <ns1:spLocks noGrp="1"/>
          </ns0:cNvSpPr>
          <ns0:nvPr>
            <ns0:ph type="sldNum" sz="quarter" idx="4"/>
          </ns0:nvPr>
        </ns0:nvSpPr>
        <ns0:spPr>
          <ns1:xfrm>
            <ns1:off x="6553200" y="6356350"/>
            <ns1:ext cx="21336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B6F15528-21DE-4FAA-801E-634DDDAF4B2B}" type="slidenum">
              <ns1:rPr lang="en-US" smtClean="0"/>
              <ns1:pPr/>
              <ns1:t>‹#›</ns1:t>
            </ns1:fld>
            <ns1:endParaRPr 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55" ns2:id="rId7"/>
    <ns0:sldLayoutId id="2147483660" ns2:id="rId13"/>
    <ns0:sldLayoutId id="2147483661" ns2:id="rId14"/>
    <ns0:sldLayoutId id="2147483662" ns2:id="rId15"/>
    <ns0:sldLayoutId id="2147483663" ns2:id="rId16"/>
    <ns0:sldLayoutId id="2147483664" ns2:id="rId17"/>
    <ns0:sldLayoutId id="2147483665" ns2:id="rId18"/>
    <ns0:sldLayoutId id="2147483666" ns2:id="rId19"/>
    <ns0:sldLayoutId id="2147483667" ns2:id="rId20"/>
    <ns0:sldLayoutId id="2147483668" ns2:id="rId21"/>
  </ns0:sldLayoutIdLst>
  <ns0:txStyles>
    <ns0:titleStyle>
      <ns1:lvl1pPr algn="ctr" defTabSz="914400" rtl="0" eaLnBrk="1" latinLnBrk="0" hangingPunct="1"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342900" indent="-3429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32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742950" indent="-285750" algn="l" defTabSz="914400" rtl="0" eaLnBrk="1" latinLnBrk="0" hangingPunct="1">
        <ns1:spcBef>
          <ns1:spcPct val="20000"/>
        </ns1:spcBef>
        <ns1:buFont typeface="Arial" pitchFamily="34" charset="0"/>
        <ns1:buChar char="–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spcBef>
          <ns1:spcPct val="20000"/>
        </ns1:spcBef>
        <ns1:buFont typeface="Arial" pitchFamily="34" charset="0"/>
        <ns1:buChar char="–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spcBef>
          <ns1:spcPct val="20000"/>
        </ns1:spcBef>
        <ns1:buFont typeface="Arial" pitchFamily="34" charset="0"/>
        <ns1:buChar char="»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spcBef>
          <ns1:spcPct val="20000"/>
        </ns1:spcBef>
        <ns1:buFont typeface="Arial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en-US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0.xml" /></ns0:Relationships>
</file>

<file path=ppt/slides/slide1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TextBox 12" id="12"/>
          <ns0:cNvSpPr txBox="true"/>
          <ns0:nvPr/>
        </ns0:nvSpPr>
        <ns0:spPr>
          <ns1:xfrm rot="0">
            <ns1:off x="6304736" y="4266724"/>
            <ns1:ext cx="10216363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13" id="13"/>
          <ns0:cNvSpPr txBox="true"/>
          <ns0:nvPr/>
        </ns0:nvSpPr>
        <ns0:spPr>
          <ns1:xfrm rot="0">
            <ns1:off x="6778499" y="7006756"/>
            <ns1:ext cx="4350895" cy="49720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0" indent="0" lvl="0">
              <ns1:lnSpc>
                <ns1:spcPts val="3780"/>
              </ns1:lnSpc>
              <ns1:spcBef>
                <ns1:spcPct val="0"/>
              </ns1:spcBef>
            </ns1:pPr>
            <ns1:r>
              <ns1:rPr lang="en-US" sz="3600" strike="noStrike" u="none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16" id="16"/>
          <ns0:cNvSpPr txBox="true"/>
          <ns0:nvPr/>
        </ns0:nvSpPr>
        <ns0:spPr>
          <ns1:xfrm rot="0">
            <ns1:off x="6304736" y="1918695"/>
            <ns1:ext cx="6132947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4713031" cy="1433114"/>
            <ns1:chOff x="0" y="0"/>
            <ns1:chExt cx="3875037" cy="377446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875037" cy="377446"/>
            </ns1:xfrm>
            <ns1:custGeom>
              <ns1:avLst/>
              <ns1:gdLst/>
              <ns1:ahLst/>
              <ns1:cxnLst/>
              <ns1:rect r="r" b="b" t="t" l="l"/>
              <ns1:pathLst>
                <ns1:path h="377446" w="3875037">
                  <ns1:moveTo>
                    <ns1:pt x="52619" y="0"/>
                  </ns1:moveTo>
                  <ns1:lnTo>
                    <ns1:pt x="3822417" y="0"/>
                  </ns1:lnTo>
                  <ns1:cubicBezTo>
                    <ns1:pt x="3851478" y="0"/>
                    <ns1:pt x="3875037" y="23559"/>
                    <ns1:pt x="3875037" y="52619"/>
                  </ns1:cubicBezTo>
                  <ns1:lnTo>
                    <ns1:pt x="3875037" y="324826"/>
                  </ns1:lnTo>
                  <ns1:cubicBezTo>
                    <ns1:pt x="3875037" y="338782"/>
                    <ns1:pt x="3869493" y="352166"/>
                    <ns1:pt x="3859625" y="362034"/>
                  </ns1:cubicBezTo>
                  <ns1:cubicBezTo>
                    <ns1:pt x="3849757" y="371902"/>
                    <ns1:pt x="3836373" y="377446"/>
                    <ns1:pt x="3822417" y="377446"/>
                  </ns1:cubicBezTo>
                  <ns1:lnTo>
                    <ns1:pt x="52619" y="377446"/>
                  </ns1:lnTo>
                  <ns1:cubicBezTo>
                    <ns1:pt x="38664" y="377446"/>
                    <ns1:pt x="25280" y="371902"/>
                    <ns1:pt x="15412" y="362034"/>
                  </ns1:cubicBezTo>
                  <ns1:cubicBezTo>
                    <ns1:pt x="5544" y="352166"/>
                    <ns1:pt x="0" y="338782"/>
                    <ns1:pt x="0" y="324826"/>
                  </ns1:cubicBezTo>
                  <ns1:lnTo>
                    <ns1:pt x="0" y="52619"/>
                  </ns1:lnTo>
                  <ns1:cubicBezTo>
                    <ns1:pt x="0" y="38664"/>
                    <ns1:pt x="5544" y="25280"/>
                    <ns1:pt x="15412" y="15412"/>
                  </ns1:cubicBezTo>
                  <ns1:cubicBezTo>
                    <ns1:pt x="25280" y="5544"/>
                    <ns1:pt x="38664" y="0"/>
                    <ns1:pt x="52619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875037" cy="415546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3168064" y="4056658"/>
            <ns1:ext cx="13269528" cy="4483464"/>
            <ns1:chOff x="0" y="0"/>
            <ns1:chExt cx="3494855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494855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494855">
                  <ns1:moveTo>
                    <ns1:pt x="36756" y="0"/>
                  </ns1:moveTo>
                  <ns1:lnTo>
                    <ns1:pt x="3458099" y="0"/>
                  </ns1:lnTo>
                  <ns1:cubicBezTo>
                    <ns1:pt x="3478399" y="0"/>
                    <ns1:pt x="3494855" y="16456"/>
                    <ns1:pt x="3494855" y="36756"/>
                  </ns1:cubicBezTo>
                  <ns1:lnTo>
                    <ns1:pt x="3494855" y="1144073"/>
                  </ns1:lnTo>
                  <ns1:cubicBezTo>
                    <ns1:pt x="3494855" y="1153822"/>
                    <ns1:pt x="3490983" y="1163171"/>
                    <ns1:pt x="3484090" y="1170064"/>
                  </ns1:cubicBezTo>
                  <ns1:cubicBezTo>
                    <ns1:pt x="3477196" y="1176957"/>
                    <ns1:pt x="3467847" y="1180830"/>
                    <ns1:pt x="3458099" y="1180830"/>
                  </ns1:cubicBezTo>
                  <ns1:lnTo>
                    <ns1:pt x="36756" y="1180830"/>
                  </ns1:lnTo>
                  <ns1:cubicBezTo>
                    <ns1:pt x="16456" y="1180830"/>
                    <ns1:pt x="0" y="1164373"/>
                    <ns1:pt x="0" y="1144073"/>
                  </ns1:cubicBezTo>
                  <ns1:lnTo>
                    <ns1:pt x="0" y="36756"/>
                  </ns1:lnTo>
                  <ns1:cubicBezTo>
                    <ns1:pt x="0" y="16456"/>
                    <ns1:pt x="16456" y="0"/>
                    <ns1:pt x="36756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494855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4" id="24"/>
          <ns0:cNvSpPr txBox="true"/>
          <ns0:nvPr/>
        </ns0:nvSpPr>
        <ns0:spPr>
          <ns1:xfrm rot="0">
            <ns1:off x="10210226" y="1696519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5038903" y="4358274"/>
            <ns1:ext cx="11097200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2541203" y="2011750"/>
            <ns1:ext cx="13896389" cy="1502034"/>
            <ns1:chOff x="0" y="0"/>
            <ns1:chExt cx="3659954" cy="395597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95597"/>
            </ns1:xfrm>
            <ns1:custGeom>
              <ns1:avLst/>
              <ns1:gdLst/>
              <ns1:ahLst/>
              <ns1:cxnLst/>
              <ns1:rect r="r" b="b" t="t" l="l"/>
              <ns1:pathLst>
                <ns1:path h="395597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9886"/>
                  </ns1:lnTo>
                  <ns1:cubicBezTo>
                    <ns1:pt x="3659954" y="354661"/>
                    <ns1:pt x="3654084" y="368832"/>
                    <ns1:pt x="3643637" y="379280"/>
                  </ns1:cubicBezTo>
                  <ns1:cubicBezTo>
                    <ns1:pt x="3633189" y="389728"/>
                    <ns1:pt x="3619018" y="395597"/>
                    <ns1:pt x="3604242" y="395597"/>
                  </ns1:cubicBezTo>
                  <ns1:lnTo>
                    <ns1:pt x="55712" y="395597"/>
                  </ns1:lnTo>
                  <ns1:cubicBezTo>
                    <ns1:pt x="40936" y="395597"/>
                    <ns1:pt x="26766" y="389728"/>
                    <ns1:pt x="16318" y="379280"/>
                  </ns1:cubicBezTo>
                  <ns1:cubicBezTo>
                    <ns1:pt x="5870" y="368832"/>
                    <ns1:pt x="0" y="354661"/>
                    <ns1:pt x="0" y="339886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33697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2541203" y="4056658"/>
            <ns1:ext cx="13896389" cy="4483464"/>
            <ns1:chOff x="0" y="0"/>
            <ns1:chExt cx="3659954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659954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659954">
                  <ns1:moveTo>
                    <ns1:pt x="35098" y="0"/>
                  </ns1:moveTo>
                  <ns1:lnTo>
                    <ns1:pt x="3624856" y="0"/>
                  </ns1:lnTo>
                  <ns1:cubicBezTo>
                    <ns1:pt x="3634164" y="0"/>
                    <ns1:pt x="3643092" y="3698"/>
                    <ns1:pt x="3649674" y="10280"/>
                  </ns1:cubicBezTo>
                  <ns1:cubicBezTo>
                    <ns1:pt x="3656256" y="16862"/>
                    <ns1:pt x="3659954" y="25790"/>
                    <ns1:pt x="3659954" y="35098"/>
                  </ns1:cubicBezTo>
                  <ns1:lnTo>
                    <ns1:pt x="3659954" y="1145731"/>
                  </ns1:lnTo>
                  <ns1:cubicBezTo>
                    <ns1:pt x="3659954" y="1155040"/>
                    <ns1:pt x="3656256" y="1163968"/>
                    <ns1:pt x="3649674" y="1170550"/>
                  </ns1:cubicBezTo>
                  <ns1:cubicBezTo>
                    <ns1:pt x="3643092" y="1177132"/>
                    <ns1:pt x="3634164" y="1180830"/>
                    <ns1:pt x="3624856" y="1180830"/>
                  </ns1:cubicBezTo>
                  <ns1:lnTo>
                    <ns1:pt x="35098" y="1180830"/>
                  </ns1:lnTo>
                  <ns1:cubicBezTo>
                    <ns1:pt x="15714" y="1180830"/>
                    <ns1:pt x="0" y="1165116"/>
                    <ns1:pt x="0" y="1145731"/>
                  </ns1:cubicBezTo>
                  <ns1:lnTo>
                    <ns1:pt x="0" y="35098"/>
                  </ns1:lnTo>
                  <ns1:cubicBezTo>
                    <ns1:pt x="0" y="25790"/>
                    <ns1:pt x="3698" y="16862"/>
                    <ns1:pt x="10280" y="10280"/>
                  </ns1:cubicBezTo>
                  <ns1:cubicBezTo>
                    <ns1:pt x="16862" y="3698"/>
                    <ns1:pt x="25790" y="0"/>
                    <ns1:pt x="35098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659954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4" id="24"/>
          <ns0:cNvSpPr txBox="true"/>
          <ns0:nvPr/>
        </ns0:nvSpPr>
        <ns0:spPr>
          <ns1:xfrm rot="0">
            <ns1:off x="3168064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3321535" y="4295299"/>
            <ns1:ext cx="12701253" cy="303339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3829638" y="2093403"/>
            <ns1:ext cx="12607954" cy="1405640"/>
            <ns1:chOff x="0" y="0"/>
            <ns1:chExt cx="3320613" cy="370210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320613" cy="370210"/>
            </ns1:xfrm>
            <ns1:custGeom>
              <ns1:avLst/>
              <ns1:gdLst/>
              <ns1:ahLst/>
              <ns1:cxnLst/>
              <ns1:rect r="r" b="b" t="t" l="l"/>
              <ns1:pathLst>
                <ns1:path h="370210" w="3320613">
                  <ns1:moveTo>
                    <ns1:pt x="61405" y="0"/>
                  </ns1:moveTo>
                  <ns1:lnTo>
                    <ns1:pt x="3259208" y="0"/>
                  </ns1:lnTo>
                  <ns1:cubicBezTo>
                    <ns1:pt x="3293121" y="0"/>
                    <ns1:pt x="3320613" y="27492"/>
                    <ns1:pt x="3320613" y="61405"/>
                  </ns1:cubicBezTo>
                  <ns1:lnTo>
                    <ns1:pt x="3320613" y="308805"/>
                  </ns1:lnTo>
                  <ns1:cubicBezTo>
                    <ns1:pt x="3320613" y="342718"/>
                    <ns1:pt x="3293121" y="370210"/>
                    <ns1:pt x="3259208" y="370210"/>
                  </ns1:cubicBezTo>
                  <ns1:lnTo>
                    <ns1:pt x="61405" y="370210"/>
                  </ns1:lnTo>
                  <ns1:cubicBezTo>
                    <ns1:pt x="27492" y="370210"/>
                    <ns1:pt x="0" y="342718"/>
                    <ns1:pt x="0" y="308805"/>
                  </ns1:cubicBezTo>
                  <ns1:lnTo>
                    <ns1:pt x="0" y="61405"/>
                  </ns1:lnTo>
                  <ns1:cubicBezTo>
                    <ns1:pt x="0" y="27492"/>
                    <ns1:pt x="27492" y="0"/>
                    <ns1:pt x="61405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320613" cy="40831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3829638" y="4056658"/>
            <ns1:ext cx="12607954" cy="4483464"/>
            <ns1:chOff x="0" y="0"/>
            <ns1:chExt cx="3320613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320613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320613">
                  <ns1:moveTo>
                    <ns1:pt x="38685" y="0"/>
                  </ns1:moveTo>
                  <ns1:lnTo>
                    <ns1:pt x="3281928" y="0"/>
                  </ns1:lnTo>
                  <ns1:cubicBezTo>
                    <ns1:pt x="3303293" y="0"/>
                    <ns1:pt x="3320613" y="17320"/>
                    <ns1:pt x="3320613" y="38685"/>
                  </ns1:cubicBezTo>
                  <ns1:lnTo>
                    <ns1:pt x="3320613" y="1142145"/>
                  </ns1:lnTo>
                  <ns1:cubicBezTo>
                    <ns1:pt x="3320613" y="1163510"/>
                    <ns1:pt x="3303293" y="1180830"/>
                    <ns1:pt x="3281928" y="1180830"/>
                  </ns1:cubicBezTo>
                  <ns1:lnTo>
                    <ns1:pt x="38685" y="1180830"/>
                  </ns1:lnTo>
                  <ns1:cubicBezTo>
                    <ns1:pt x="17320" y="1180830"/>
                    <ns1:pt x="0" y="1163510"/>
                    <ns1:pt x="0" y="1142145"/>
                  </ns1:cubicBezTo>
                  <ns1:lnTo>
                    <ns1:pt x="0" y="38685"/>
                  </ns1:lnTo>
                  <ns1:cubicBezTo>
                    <ns1:pt x="0" y="17320"/>
                    <ns1:pt x="17320" y="0"/>
                    <ns1:pt x="38685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320613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4" id="24"/>
          <ns0:cNvSpPr txBox="true"/>
          <ns0:nvPr/>
        </ns0:nvSpPr>
        <ns0:spPr>
          <ns1:xfrm rot="0">
            <ns1:off x="4270313" y="181883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270313" y="4348305"/>
            <ns1:ext cx="11752476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3896389" cy="1466349"/>
            <ns1:chOff x="0" y="0"/>
            <ns1:chExt cx="3659954" cy="386199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86199"/>
            </ns1:xfrm>
            <ns1:custGeom>
              <ns1:avLst/>
              <ns1:gdLst/>
              <ns1:ahLst/>
              <ns1:cxnLst/>
              <ns1:rect r="r" b="b" t="t" l="l"/>
              <ns1:pathLst>
                <ns1:path h="386199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0487"/>
                  </ns1:lnTo>
                  <ns1:cubicBezTo>
                    <ns1:pt x="3659954" y="345263"/>
                    <ns1:pt x="3654084" y="359433"/>
                    <ns1:pt x="3643637" y="369881"/>
                  </ns1:cubicBezTo>
                  <ns1:cubicBezTo>
                    <ns1:pt x="3633189" y="380329"/>
                    <ns1:pt x="3619018" y="386199"/>
                    <ns1:pt x="3604242" y="386199"/>
                  </ns1:cubicBezTo>
                  <ns1:lnTo>
                    <ns1:pt x="55712" y="386199"/>
                  </ns1:lnTo>
                  <ns1:cubicBezTo>
                    <ns1:pt x="40936" y="386199"/>
                    <ns1:pt x="26766" y="380329"/>
                    <ns1:pt x="16318" y="369881"/>
                  </ns1:cubicBezTo>
                  <ns1:cubicBezTo>
                    <ns1:pt x="5870" y="359433"/>
                    <ns1:pt x="0" y="345263"/>
                    <ns1:pt x="0" y="330487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24299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1724561" y="3988414"/>
            <ns1:ext cx="13896389" cy="4483464"/>
            <ns1:chOff x="0" y="0"/>
            <ns1:chExt cx="3659954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659954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659954">
                  <ns1:moveTo>
                    <ns1:pt x="35098" y="0"/>
                  </ns1:moveTo>
                  <ns1:lnTo>
                    <ns1:pt x="3624856" y="0"/>
                  </ns1:lnTo>
                  <ns1:cubicBezTo>
                    <ns1:pt x="3634164" y="0"/>
                    <ns1:pt x="3643092" y="3698"/>
                    <ns1:pt x="3649674" y="10280"/>
                  </ns1:cubicBezTo>
                  <ns1:cubicBezTo>
                    <ns1:pt x="3656256" y="16862"/>
                    <ns1:pt x="3659954" y="25790"/>
                    <ns1:pt x="3659954" y="35098"/>
                  </ns1:cubicBezTo>
                  <ns1:lnTo>
                    <ns1:pt x="3659954" y="1145731"/>
                  </ns1:lnTo>
                  <ns1:cubicBezTo>
                    <ns1:pt x="3659954" y="1155040"/>
                    <ns1:pt x="3656256" y="1163968"/>
                    <ns1:pt x="3649674" y="1170550"/>
                  </ns1:cubicBezTo>
                  <ns1:cubicBezTo>
                    <ns1:pt x="3643092" y="1177132"/>
                    <ns1:pt x="3634164" y="1180830"/>
                    <ns1:pt x="3624856" y="1180830"/>
                  </ns1:cubicBezTo>
                  <ns1:lnTo>
                    <ns1:pt x="35098" y="1180830"/>
                  </ns1:lnTo>
                  <ns1:cubicBezTo>
                    <ns1:pt x="15714" y="1180830"/>
                    <ns1:pt x="0" y="1165116"/>
                    <ns1:pt x="0" y="1145731"/>
                  </ns1:cubicBezTo>
                  <ns1:lnTo>
                    <ns1:pt x="0" y="35098"/>
                  </ns1:lnTo>
                  <ns1:cubicBezTo>
                    <ns1:pt x="0" y="25790"/>
                    <ns1:pt x="3698" y="16862"/>
                    <ns1:pt x="10280" y="10280"/>
                  </ns1:cubicBezTo>
                  <ns1:cubicBezTo>
                    <ns1:pt x="16862" y="3698"/>
                    <ns1:pt x="25790" y="0"/>
                    <ns1:pt x="35098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659954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4" id="24"/>
          <ns0:cNvSpPr txBox="true"/>
          <ns0:nvPr/>
        </ns0:nvSpPr>
        <ns0:spPr>
          <ns1:xfrm rot="0">
            <ns1:off x="2265211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2243938" y="4295299"/>
            <ns1:ext cx="11993746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3896389" cy="1466349"/>
            <ns1:chOff x="0" y="0"/>
            <ns1:chExt cx="3659954" cy="386199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86199"/>
            </ns1:xfrm>
            <ns1:custGeom>
              <ns1:avLst/>
              <ns1:gdLst/>
              <ns1:ahLst/>
              <ns1:cxnLst/>
              <ns1:rect r="r" b="b" t="t" l="l"/>
              <ns1:pathLst>
                <ns1:path h="386199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0487"/>
                  </ns1:lnTo>
                  <ns1:cubicBezTo>
                    <ns1:pt x="3659954" y="345263"/>
                    <ns1:pt x="3654084" y="359433"/>
                    <ns1:pt x="3643637" y="369881"/>
                  </ns1:cubicBezTo>
                  <ns1:cubicBezTo>
                    <ns1:pt x="3633189" y="380329"/>
                    <ns1:pt x="3619018" y="386199"/>
                    <ns1:pt x="3604242" y="386199"/>
                  </ns1:cubicBezTo>
                  <ns1:lnTo>
                    <ns1:pt x="55712" y="386199"/>
                  </ns1:lnTo>
                  <ns1:cubicBezTo>
                    <ns1:pt x="40936" y="386199"/>
                    <ns1:pt x="26766" y="380329"/>
                    <ns1:pt x="16318" y="369881"/>
                  </ns1:cubicBezTo>
                  <ns1:cubicBezTo>
                    <ns1:pt x="5870" y="359433"/>
                    <ns1:pt x="0" y="345263"/>
                    <ns1:pt x="0" y="330487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24299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8" id="18"/>
          <ns0:cNvGrpSpPr/>
          <ns0:nvPr/>
        </ns0:nvGrpSpPr>
        <ns0:grpSpPr>
          <ns1:xfrm rot="0">
            <ns1:off x="1724561" y="3988414"/>
            <ns1:ext cx="5735874" cy="5686901"/>
            <ns1:chOff x="0" y="0"/>
            <ns1:chExt cx="1510683" cy="1497785"/>
          </ns1:xfrm>
        </ns0:grpSpPr>
        <ns0:sp>
          <ns0:nvSpPr>
            <ns0:cNvPr name="Freeform 19" id="19"/>
            <ns0:cNvSpPr/>
            <ns0:nvPr/>
          </ns0:nvSpPr>
          <ns0:spPr>
            <ns1:xfrm flipH="false" flipV="false" rot="0">
              <ns1:off x="0" y="0"/>
              <ns1:ext cx="1510683" cy="1497785"/>
            </ns1:xfrm>
            <ns1:custGeom>
              <ns1:avLst/>
              <ns1:gdLst/>
              <ns1:ahLst/>
              <ns1:cxnLst/>
              <ns1:rect r="r" b="b" t="t" l="l"/>
              <ns1:pathLst>
                <ns1:path h="1497785" w="1510683">
                  <ns1:moveTo>
                    <ns1:pt x="85033" y="0"/>
                  </ns1:moveTo>
                  <ns1:lnTo>
                    <ns1:pt x="1425650" y="0"/>
                  </ns1:lnTo>
                  <ns1:cubicBezTo>
                    <ns1:pt x="1448202" y="0"/>
                    <ns1:pt x="1469830" y="8959"/>
                    <ns1:pt x="1485777" y="24906"/>
                  </ns1:cubicBezTo>
                  <ns1:cubicBezTo>
                    <ns1:pt x="1501724" y="40853"/>
                    <ns1:pt x="1510683" y="62481"/>
                    <ns1:pt x="1510683" y="85033"/>
                  </ns1:cubicBezTo>
                  <ns1:lnTo>
                    <ns1:pt x="1510683" y="1412751"/>
                  </ns1:lnTo>
                  <ns1:cubicBezTo>
                    <ns1:pt x="1510683" y="1459714"/>
                    <ns1:pt x="1472612" y="1497785"/>
                    <ns1:pt x="1425650" y="1497785"/>
                  </ns1:cubicBezTo>
                  <ns1:lnTo>
                    <ns1:pt x="85033" y="1497785"/>
                  </ns1:lnTo>
                  <ns1:cubicBezTo>
                    <ns1:pt x="38071" y="1497785"/>
                    <ns1:pt x="0" y="1459714"/>
                    <ns1:pt x="0" y="1412751"/>
                  </ns1:cubicBezTo>
                  <ns1:lnTo>
                    <ns1:pt x="0" y="85033"/>
                  </ns1:lnTo>
                  <ns1:cubicBezTo>
                    <ns1:pt x="0" y="38071"/>
                    <ns1:pt x="38071" y="0"/>
                    <ns1:pt x="85033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20" id="20"/>
            <ns0:cNvSpPr txBox="true"/>
            <ns0:nvPr/>
          </ns0:nvSpPr>
          <ns0:spPr>
            <ns1:xfrm>
              <ns1:off x="0" y="-38100"/>
              <ns1:ext cx="1510683" cy="1535885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23" id="23"/>
          <ns0:cNvGrpSpPr/>
          <ns0:nvPr/>
        </ns0:nvGrpSpPr>
        <ns0:grpSpPr>
          <ns1:xfrm rot="0">
            <ns1:off x="7910008" y="3890293"/>
            <ns1:ext cx="5735874" cy="5686901"/>
            <ns1:chOff x="0" y="0"/>
            <ns1:chExt cx="1510683" cy="1497785"/>
          </ns1:xfrm>
        </ns0:grpSpPr>
        <ns0:sp>
          <ns0:nvSpPr>
            <ns0:cNvPr name="Freeform 24" id="24"/>
            <ns0:cNvSpPr/>
            <ns0:nvPr/>
          </ns0:nvSpPr>
          <ns0:spPr>
            <ns1:xfrm flipH="false" flipV="false" rot="0">
              <ns1:off x="0" y="0"/>
              <ns1:ext cx="1510683" cy="1497785"/>
            </ns1:xfrm>
            <ns1:custGeom>
              <ns1:avLst/>
              <ns1:gdLst/>
              <ns1:ahLst/>
              <ns1:cxnLst/>
              <ns1:rect r="r" b="b" t="t" l="l"/>
              <ns1:pathLst>
                <ns1:path h="1497785" w="1510683">
                  <ns1:moveTo>
                    <ns1:pt x="85033" y="0"/>
                  </ns1:moveTo>
                  <ns1:lnTo>
                    <ns1:pt x="1425650" y="0"/>
                  </ns1:lnTo>
                  <ns1:cubicBezTo>
                    <ns1:pt x="1448202" y="0"/>
                    <ns1:pt x="1469830" y="8959"/>
                    <ns1:pt x="1485777" y="24906"/>
                  </ns1:cubicBezTo>
                  <ns1:cubicBezTo>
                    <ns1:pt x="1501724" y="40853"/>
                    <ns1:pt x="1510683" y="62481"/>
                    <ns1:pt x="1510683" y="85033"/>
                  </ns1:cubicBezTo>
                  <ns1:lnTo>
                    <ns1:pt x="1510683" y="1412751"/>
                  </ns1:lnTo>
                  <ns1:cubicBezTo>
                    <ns1:pt x="1510683" y="1459714"/>
                    <ns1:pt x="1472612" y="1497785"/>
                    <ns1:pt x="1425650" y="1497785"/>
                  </ns1:cubicBezTo>
                  <ns1:lnTo>
                    <ns1:pt x="85033" y="1497785"/>
                  </ns1:lnTo>
                  <ns1:cubicBezTo>
                    <ns1:pt x="38071" y="1497785"/>
                    <ns1:pt x="0" y="1459714"/>
                    <ns1:pt x="0" y="1412751"/>
                  </ns1:cubicBezTo>
                  <ns1:lnTo>
                    <ns1:pt x="0" y="85033"/>
                  </ns1:lnTo>
                  <ns1:cubicBezTo>
                    <ns1:pt x="0" y="38071"/>
                    <ns1:pt x="38071" y="0"/>
                    <ns1:pt x="85033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25" id="25"/>
            <ns0:cNvSpPr txBox="true"/>
            <ns0:nvPr/>
          </ns0:nvSpPr>
          <ns0:spPr>
            <ns1:xfrm>
              <ns1:off x="0" y="-38100"/>
              <ns1:ext cx="1510683" cy="1535885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7" id="27"/>
          <ns0:cNvSpPr txBox="true"/>
          <ns0:nvPr/>
        </ns0:nvSpPr>
        <ns0:spPr>
          <ns1:xfrm rot="0">
            <ns1:off x="2265211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8" id="28"/>
          <ns0:cNvSpPr txBox="true"/>
          <ns0:nvPr/>
        </ns0:nvSpPr>
        <ns0:spPr>
          <ns1:xfrm rot="0">
            <ns1:off x="2040815" y="4218498"/>
            <ns1:ext cx="5084967" cy="479679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359"/>
              </ns1:lnSpc>
              <ns1:spcBef>
                <ns1:spcPct val="0"/>
              </ns1:spcBef>
            </ns1:pPr>
            <ns1:r>
              <ns1:rPr lang="en-US" sz="24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  <ns0:sp>
        <ns0:nvSpPr>
          <ns0:cNvPr name="TextBox 29" id="29"/>
          <ns0:cNvSpPr txBox="true"/>
          <ns0:nvPr/>
        </ns0:nvSpPr>
        <ns0:spPr>
          <ns1:xfrm rot="0">
            <ns1:off x="8184335" y="4218498"/>
            <ns1:ext cx="5084967" cy="479679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3359"/>
              </ns1:lnSpc>
              <ns1:spcBef>
                <ns1:spcPct val="0"/>
              </ns1:spcBef>
            </ns1:pPr>
            <ns1:r>
              <ns1:rPr lang="en-US" sz="24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4713031" cy="1433114"/>
            <ns1:chOff x="0" y="0"/>
            <ns1:chExt cx="3875037" cy="377446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875037" cy="377446"/>
            </ns1:xfrm>
            <ns1:custGeom>
              <ns1:avLst/>
              <ns1:gdLst/>
              <ns1:ahLst/>
              <ns1:cxnLst/>
              <ns1:rect r="r" b="b" t="t" l="l"/>
              <ns1:pathLst>
                <ns1:path h="377446" w="3875037">
                  <ns1:moveTo>
                    <ns1:pt x="52619" y="0"/>
                  </ns1:moveTo>
                  <ns1:lnTo>
                    <ns1:pt x="3822417" y="0"/>
                  </ns1:lnTo>
                  <ns1:cubicBezTo>
                    <ns1:pt x="3851478" y="0"/>
                    <ns1:pt x="3875037" y="23559"/>
                    <ns1:pt x="3875037" y="52619"/>
                  </ns1:cubicBezTo>
                  <ns1:lnTo>
                    <ns1:pt x="3875037" y="324826"/>
                  </ns1:lnTo>
                  <ns1:cubicBezTo>
                    <ns1:pt x="3875037" y="338782"/>
                    <ns1:pt x="3869493" y="352166"/>
                    <ns1:pt x="3859625" y="362034"/>
                  </ns1:cubicBezTo>
                  <ns1:cubicBezTo>
                    <ns1:pt x="3849757" y="371902"/>
                    <ns1:pt x="3836373" y="377446"/>
                    <ns1:pt x="3822417" y="377446"/>
                  </ns1:cubicBezTo>
                  <ns1:lnTo>
                    <ns1:pt x="52619" y="377446"/>
                  </ns1:lnTo>
                  <ns1:cubicBezTo>
                    <ns1:pt x="38664" y="377446"/>
                    <ns1:pt x="25280" y="371902"/>
                    <ns1:pt x="15412" y="362034"/>
                  </ns1:cubicBezTo>
                  <ns1:cubicBezTo>
                    <ns1:pt x="5544" y="352166"/>
                    <ns1:pt x="0" y="338782"/>
                    <ns1:pt x="0" y="324826"/>
                  </ns1:cubicBezTo>
                  <ns1:lnTo>
                    <ns1:pt x="0" y="52619"/>
                  </ns1:lnTo>
                  <ns1:cubicBezTo>
                    <ns1:pt x="0" y="38664"/>
                    <ns1:pt x="5544" y="25280"/>
                    <ns1:pt x="15412" y="15412"/>
                  </ns1:cubicBezTo>
                  <ns1:cubicBezTo>
                    <ns1:pt x="25280" y="5544"/>
                    <ns1:pt x="38664" y="0"/>
                    <ns1:pt x="52619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875037" cy="415546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3168064" y="4056658"/>
            <ns1:ext cx="13269528" cy="4483464"/>
            <ns1:chOff x="0" y="0"/>
            <ns1:chExt cx="3494855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494855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494855">
                  <ns1:moveTo>
                    <ns1:pt x="36756" y="0"/>
                  </ns1:moveTo>
                  <ns1:lnTo>
                    <ns1:pt x="3458099" y="0"/>
                  </ns1:lnTo>
                  <ns1:cubicBezTo>
                    <ns1:pt x="3478399" y="0"/>
                    <ns1:pt x="3494855" y="16456"/>
                    <ns1:pt x="3494855" y="36756"/>
                  </ns1:cubicBezTo>
                  <ns1:lnTo>
                    <ns1:pt x="3494855" y="1144073"/>
                  </ns1:lnTo>
                  <ns1:cubicBezTo>
                    <ns1:pt x="3494855" y="1153822"/>
                    <ns1:pt x="3490983" y="1163171"/>
                    <ns1:pt x="3484090" y="1170064"/>
                  </ns1:cubicBezTo>
                  <ns1:cubicBezTo>
                    <ns1:pt x="3477196" y="1176957"/>
                    <ns1:pt x="3467847" y="1180830"/>
                    <ns1:pt x="3458099" y="1180830"/>
                  </ns1:cubicBezTo>
                  <ns1:lnTo>
                    <ns1:pt x="36756" y="1180830"/>
                  </ns1:lnTo>
                  <ns1:cubicBezTo>
                    <ns1:pt x="16456" y="1180830"/>
                    <ns1:pt x="0" y="1164373"/>
                    <ns1:pt x="0" y="1144073"/>
                  </ns1:cubicBezTo>
                  <ns1:lnTo>
                    <ns1:pt x="0" y="36756"/>
                  </ns1:lnTo>
                  <ns1:cubicBezTo>
                    <ns1:pt x="0" y="16456"/>
                    <ns1:pt x="16456" y="0"/>
                    <ns1:pt x="36756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494855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4" id="24"/>
          <ns0:cNvSpPr txBox="true"/>
          <ns0:nvPr/>
        </ns0:nvSpPr>
        <ns0:spPr>
          <ns1:xfrm rot="0">
            <ns1:off x="13231842" y="1764653"/>
            <ns1:ext cx="4027458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4718597" y="4348305"/>
            <ns1:ext cx="11097200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name="Group 14" id="14"/>
          <ns0:cNvGrpSpPr/>
          <ns0:nvPr/>
        </ns0:nvGrpSpPr>
        <ns0:grpSpPr>
          <ns1:xfrm rot="0">
            <ns1:off x="1724561" y="2011750"/>
            <ns1:ext cx="13896389" cy="1466349"/>
            <ns1:chOff x="0" y="0"/>
            <ns1:chExt cx="3659954" cy="386199"/>
          </ns1:xfrm>
        </ns0:grpSpPr>
        <ns0:sp>
          <ns0:nvSpPr>
            <ns0:cNvPr name="Freeform 15" id="15"/>
            <ns0:cNvSpPr/>
            <ns0:nvPr/>
          </ns0:nvSpPr>
          <ns0:spPr>
            <ns1:xfrm flipH="false" flipV="false" rot="0">
              <ns1:off x="0" y="0"/>
              <ns1:ext cx="3659954" cy="386199"/>
            </ns1:xfrm>
            <ns1:custGeom>
              <ns1:avLst/>
              <ns1:gdLst/>
              <ns1:ahLst/>
              <ns1:cxnLst/>
              <ns1:rect r="r" b="b" t="t" l="l"/>
              <ns1:pathLst>
                <ns1:path h="386199" w="3659954">
                  <ns1:moveTo>
                    <ns1:pt x="55712" y="0"/>
                  </ns1:moveTo>
                  <ns1:lnTo>
                    <ns1:pt x="3604242" y="0"/>
                  </ns1:lnTo>
                  <ns1:cubicBezTo>
                    <ns1:pt x="3619018" y="0"/>
                    <ns1:pt x="3633189" y="5870"/>
                    <ns1:pt x="3643637" y="16318"/>
                  </ns1:cubicBezTo>
                  <ns1:cubicBezTo>
                    <ns1:pt x="3654084" y="26766"/>
                    <ns1:pt x="3659954" y="40936"/>
                    <ns1:pt x="3659954" y="55712"/>
                  </ns1:cubicBezTo>
                  <ns1:lnTo>
                    <ns1:pt x="3659954" y="330487"/>
                  </ns1:lnTo>
                  <ns1:cubicBezTo>
                    <ns1:pt x="3659954" y="345263"/>
                    <ns1:pt x="3654084" y="359433"/>
                    <ns1:pt x="3643637" y="369881"/>
                  </ns1:cubicBezTo>
                  <ns1:cubicBezTo>
                    <ns1:pt x="3633189" y="380329"/>
                    <ns1:pt x="3619018" y="386199"/>
                    <ns1:pt x="3604242" y="386199"/>
                  </ns1:cubicBezTo>
                  <ns1:lnTo>
                    <ns1:pt x="55712" y="386199"/>
                  </ns1:lnTo>
                  <ns1:cubicBezTo>
                    <ns1:pt x="40936" y="386199"/>
                    <ns1:pt x="26766" y="380329"/>
                    <ns1:pt x="16318" y="369881"/>
                  </ns1:cubicBezTo>
                  <ns1:cubicBezTo>
                    <ns1:pt x="5870" y="359433"/>
                    <ns1:pt x="0" y="345263"/>
                    <ns1:pt x="0" y="330487"/>
                  </ns1:cubicBezTo>
                  <ns1:lnTo>
                    <ns1:pt x="0" y="55712"/>
                  </ns1:lnTo>
                  <ns1:cubicBezTo>
                    <ns1:pt x="0" y="40936"/>
                    <ns1:pt x="5870" y="26766"/>
                    <ns1:pt x="16318" y="16318"/>
                  </ns1:cubicBezTo>
                  <ns1:cubicBezTo>
                    <ns1:pt x="26766" y="5870"/>
                    <ns1:pt x="40936" y="0"/>
                    <ns1:pt x="55712" y="0"/>
                  </ns1:cubicBezTo>
                  <ns1:close/>
                </ns1:path>
              </ns1:pathLst>
            </ns1:custGeom>
            <ns1:solidFill>
              <ns1:srgbClr val="FDD41C">
                <ns1:alpha val="77647"/>
              </ns1:srgbClr>
            </ns1:solidFill>
          </ns0:spPr>
        </ns0:sp>
        <ns0:sp>
          <ns0:nvSpPr>
            <ns0:cNvPr name="TextBox 16" id="16"/>
            <ns0:cNvSpPr txBox="true"/>
            <ns0:nvPr/>
          </ns0:nvSpPr>
          <ns0:spPr>
            <ns1:xfrm>
              <ns1:off x="0" y="-38100"/>
              <ns1:ext cx="3659954" cy="424299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grpSp>
        <ns0:nvGrpSpPr>
          <ns0:cNvPr name="Group 17" id="17"/>
          <ns0:cNvGrpSpPr/>
          <ns0:nvPr/>
        </ns0:nvGrpSpPr>
        <ns0:grpSpPr>
          <ns1:xfrm rot="0">
            <ns1:off x="1724561" y="3988414"/>
            <ns1:ext cx="13896389" cy="4483464"/>
            <ns1:chOff x="0" y="0"/>
            <ns1:chExt cx="3659954" cy="1180830"/>
          </ns1:xfrm>
        </ns0:grpSpPr>
        <ns0:sp>
          <ns0:nvSpPr>
            <ns0:cNvPr name="Freeform 18" id="18"/>
            <ns0:cNvSpPr/>
            <ns0:nvPr/>
          </ns0:nvSpPr>
          <ns0:spPr>
            <ns1:xfrm flipH="false" flipV="false" rot="0">
              <ns1:off x="0" y="0"/>
              <ns1:ext cx="3659954" cy="1180830"/>
            </ns1:xfrm>
            <ns1:custGeom>
              <ns1:avLst/>
              <ns1:gdLst/>
              <ns1:ahLst/>
              <ns1:cxnLst/>
              <ns1:rect r="r" b="b" t="t" l="l"/>
              <ns1:pathLst>
                <ns1:path h="1180830" w="3659954">
                  <ns1:moveTo>
                    <ns1:pt x="35098" y="0"/>
                  </ns1:moveTo>
                  <ns1:lnTo>
                    <ns1:pt x="3624856" y="0"/>
                  </ns1:lnTo>
                  <ns1:cubicBezTo>
                    <ns1:pt x="3634164" y="0"/>
                    <ns1:pt x="3643092" y="3698"/>
                    <ns1:pt x="3649674" y="10280"/>
                  </ns1:cubicBezTo>
                  <ns1:cubicBezTo>
                    <ns1:pt x="3656256" y="16862"/>
                    <ns1:pt x="3659954" y="25790"/>
                    <ns1:pt x="3659954" y="35098"/>
                  </ns1:cubicBezTo>
                  <ns1:lnTo>
                    <ns1:pt x="3659954" y="1145731"/>
                  </ns1:lnTo>
                  <ns1:cubicBezTo>
                    <ns1:pt x="3659954" y="1155040"/>
                    <ns1:pt x="3656256" y="1163968"/>
                    <ns1:pt x="3649674" y="1170550"/>
                  </ns1:cubicBezTo>
                  <ns1:cubicBezTo>
                    <ns1:pt x="3643092" y="1177132"/>
                    <ns1:pt x="3634164" y="1180830"/>
                    <ns1:pt x="3624856" y="1180830"/>
                  </ns1:cubicBezTo>
                  <ns1:lnTo>
                    <ns1:pt x="35098" y="1180830"/>
                  </ns1:lnTo>
                  <ns1:cubicBezTo>
                    <ns1:pt x="15714" y="1180830"/>
                    <ns1:pt x="0" y="1165116"/>
                    <ns1:pt x="0" y="1145731"/>
                  </ns1:cubicBezTo>
                  <ns1:lnTo>
                    <ns1:pt x="0" y="35098"/>
                  </ns1:lnTo>
                  <ns1:cubicBezTo>
                    <ns1:pt x="0" y="25790"/>
                    <ns1:pt x="3698" y="16862"/>
                    <ns1:pt x="10280" y="10280"/>
                  </ns1:cubicBezTo>
                  <ns1:cubicBezTo>
                    <ns1:pt x="16862" y="3698"/>
                    <ns1:pt x="25790" y="0"/>
                    <ns1:pt x="35098" y="0"/>
                  </ns1:cubicBezTo>
                  <ns1:close/>
                </ns1:path>
              </ns1:pathLst>
            </ns1:custGeom>
            <ns1:solidFill>
              <ns1:srgbClr val="FDD41C">
                <ns1:alpha val="44706"/>
              </ns1:srgbClr>
            </ns1:solidFill>
          </ns0:spPr>
        </ns0:sp>
        <ns0:sp>
          <ns0:nvSpPr>
            <ns0:cNvPr name="TextBox 19" id="19"/>
            <ns0:cNvSpPr txBox="true"/>
            <ns0:nvPr/>
          </ns0:nvSpPr>
          <ns0:spPr>
            <ns1:xfrm>
              <ns1:off x="0" y="-38100"/>
              <ns1:ext cx="3659954" cy="1218930"/>
            </ns1:xfrm>
            <ns1:prstGeom prst="rect">
              <ns1:avLst/>
            </ns1:prstGeom>
          </ns0:spPr>
          <ns0:txBody>
            <ns1:bodyPr anchor="ctr" rtlCol="false" tIns="50800" lIns="50800" bIns="50800" rIns="50800"/>
            <ns1:lstStyle/>
            <ns1:p>
              <ns1:pPr algn="ctr">
                <ns1:lnSpc>
                  <ns1:spcPts val="2659"/>
                </ns1:lnSpc>
                <ns1:spcBef>
                  <ns1:spcPct val="0"/>
                </ns1:spcBef>
              </ns1:pPr>
            </ns1:p>
          </ns0:txBody>
        </ns0:sp>
      </ns0:grpSp>
      <ns0:sp>
        <ns0:nvSpPr>
          <ns0:cNvPr name="TextBox 24" id="24"/>
          <ns0:cNvSpPr txBox="true"/>
          <ns0:nvPr/>
        </ns0:nvSpPr>
        <ns0:spPr>
          <ns1:xfrm rot="0">
            <ns1:off x="2265211" y="1764653"/>
            <ns1:ext cx="6261823" cy="168021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13439"/>
              </ns1:lnSpc>
            </ns1:pPr>
            <ns1:r>
              <ns1:rPr lang="en-US" sz="9600">
                <ns1:solidFill>
                  <ns1:srgbClr val="000000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25" id="25"/>
          <ns0:cNvSpPr txBox="true"/>
          <ns0:nvPr/>
        </ns0:nvSpPr>
        <ns0:spPr>
          <ns1:xfrm rot="0">
            <ns1:off x="2243938" y="4280061"/>
            <ns1:ext cx="11993746" cy="3595370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4480"/>
              </ns1:lnSpc>
              <ns1:spcBef>
                <ns1:spcPct val="0"/>
              </ns1:spcBef>
            </ns1:pPr>
            <ns1:r>
              <ns1:rPr lang="en-US" sz="3200">
                <ns1:solidFill>
                  <ns1:srgbClr val="19120C"/>
                </ns1:solidFill>
                <ns1:latin typeface="Jella"/>
                <ns1:ea typeface="Jella"/>
                <ns1:cs typeface="Jella"/>
                <ns1:sym typeface="Jella"/>
              </ns1:rPr>
              <ns1:t/>
            </ns1:r>
          </ns1:p>
        </ns0:txBody>
      </ns0:sp>
    </ns0:spTree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TextBox 14" id="14"/>
          <ns0:cNvSpPr txBox="true"/>
          <ns0:nvPr/>
        </ns0:nvSpPr>
        <ns0:spPr>
          <ns1:xfrm rot="0">
            <ns1:off x="2502979" y="3423111"/>
            <ns1:ext cx="10216363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>
    <ns0:bg>
      <ns0:bgPr>
        <ns1:solidFill>
          <ns1:srgbClr val="FAF6D4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name="TextBox 14" id="14"/>
          <ns0:cNvSpPr txBox="true"/>
          <ns0:nvPr/>
        </ns0:nvSpPr>
        <ns0:spPr>
          <ns1:xfrm rot="0">
            <ns1:off x="6778499" y="6997231"/>
            <ns1:ext cx="4350895" cy="386715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l" marL="0" indent="0" lvl="0">
              <ns1:lnSpc>
                <ns1:spcPts val="2940"/>
              </ns1:lnSpc>
              <ns1:spcBef>
                <ns1:spcPct val="0"/>
              </ns1:spcBef>
            </ns1:pPr>
            <ns1:r>
              <ns1:rPr lang="en-US" sz="2800" strike="noStrike" u="none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  <ns0:sp>
        <ns0:nvSpPr>
          <ns0:cNvPr name="TextBox 15" id="15"/>
          <ns0:cNvSpPr txBox="true"/>
          <ns0:nvPr/>
        </ns0:nvSpPr>
        <ns0:spPr>
          <ns1:xfrm rot="0">
            <ns1:off x="6304736" y="3533299"/>
            <ns1:ext cx="10216363" cy="2692407"/>
          </ns1:xfrm>
          <ns1:prstGeom prst="rect">
            <ns1:avLst/>
          </ns1:prstGeom>
        </ns0:spPr>
        <ns0:txBody>
          <ns1:bodyPr anchor="t" rtlCol="false" tIns="0" lIns="0" bIns="0" rIns="0">
            <ns1:spAutoFit/>
          </ns1:bodyPr>
          <ns1:lstStyle/>
          <ns1:p>
            <ns1:pPr algn="just">
              <ns1:lnSpc>
                <ns1:spcPts val="21699"/>
              </ns1:lnSpc>
            </ns1:pPr>
            <ns1:r>
              <ns1:rPr lang="en-US" sz="15499">
                <ns1:solidFill>
                  <ns1:srgbClr val="06340A"/>
                </ns1:solidFill>
                <ns1:latin typeface="Bobby Jones Condensed Soft"/>
                <ns1:ea typeface="Bobby Jones Condensed Soft"/>
                <ns1:cs typeface="Bobby Jones Condensed Soft"/>
                <ns1:sym typeface="Bobby Jones Condensed Soft"/>
              </ns1:rPr>
              <ns1:t/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DAHE79Ew1sM</dc:identifier>
  <dcterms:modified xsi:type="dcterms:W3CDTF">2011-08-01T06:04:30Z</dcterms:modified>
  <cp:revision>1</cp:revision>
</cp:coreProperties>
</file>