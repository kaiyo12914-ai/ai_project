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Bobby Jones Condensed Soft" charset="1" panose="00000000000000000000"/>
      <p:regular r:id="rId16"/>
    </p:embeddedFont>
    <p:embeddedFont>
      <p:font typeface="Jella" charset="1" panose="00000000000000000000"/>
      <p:regular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fonts/font16.fntdata" Type="http://schemas.openxmlformats.org/officeDocument/2006/relationships/font"/><Relationship Id="rId17" Target="fonts/font17.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7.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8.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7.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8.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9.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10.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9.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11.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552380" y="655169"/>
            <a:ext cx="5430461" cy="8585709"/>
          </a:xfrm>
          <a:custGeom>
            <a:avLst/>
            <a:gdLst/>
            <a:ahLst/>
            <a:cxnLst/>
            <a:rect r="r" b="b" t="t" l="l"/>
            <a:pathLst>
              <a:path h="8585709" w="5430461">
                <a:moveTo>
                  <a:pt x="0" y="0"/>
                </a:moveTo>
                <a:lnTo>
                  <a:pt x="5430461" y="0"/>
                </a:lnTo>
                <a:lnTo>
                  <a:pt x="5430461" y="8585709"/>
                </a:lnTo>
                <a:lnTo>
                  <a:pt x="0" y="8585709"/>
                </a:lnTo>
                <a:lnTo>
                  <a:pt x="0" y="0"/>
                </a:lnTo>
                <a:close/>
              </a:path>
            </a:pathLst>
          </a:custGeom>
          <a:blipFill>
            <a:blip r:embed="rId2"/>
            <a:stretch>
              <a:fillRect l="0" t="0" r="0" b="0"/>
            </a:stretch>
          </a:blipFill>
        </p:spPr>
      </p:sp>
      <p:sp>
        <p:nvSpPr>
          <p:cNvPr name="Freeform 3" id="3"/>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5" id="5"/>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1329709">
            <a:off x="10025191"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 id="7"/>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8" id="8"/>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9" id="9"/>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0" id="10"/>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1" id="11"/>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2" id="12"/>
          <p:cNvSpPr txBox="true"/>
          <p:nvPr/>
        </p:nvSpPr>
        <p:spPr>
          <a:xfrm rot="0">
            <a:off x="6304736" y="4266724"/>
            <a:ext cx="10216363" cy="2692407"/>
          </a:xfrm>
          <a:prstGeom prst="rect">
            <a:avLst/>
          </a:prstGeom>
        </p:spPr>
        <p:txBody>
          <a:bodyPr anchor="t" rtlCol="false" tIns="0" lIns="0" bIns="0" rIns="0">
            <a:spAutoFit/>
          </a:bodyPr>
          <a:lstStyle/>
          <a:p>
            <a:pPr algn="just">
              <a:lnSpc>
                <a:spcPts val="21699"/>
              </a:lnSpc>
            </a:pPr>
            <a:r>
              <a:rPr lang="en-US" sz="15499">
                <a:solidFill>
                  <a:srgbClr val="06340A"/>
                </a:solidFill>
                <a:latin typeface="Bobby Jones Condensed Soft"/>
                <a:ea typeface="Bobby Jones Condensed Soft"/>
                <a:cs typeface="Bobby Jones Condensed Soft"/>
                <a:sym typeface="Bobby Jones Condensed Soft"/>
              </a:rPr>
              <a:t>Presentation </a:t>
            </a:r>
          </a:p>
        </p:txBody>
      </p:sp>
      <p:sp>
        <p:nvSpPr>
          <p:cNvPr name="TextBox 13" id="13"/>
          <p:cNvSpPr txBox="true"/>
          <p:nvPr/>
        </p:nvSpPr>
        <p:spPr>
          <a:xfrm rot="0">
            <a:off x="6778499" y="7006756"/>
            <a:ext cx="4350895" cy="497205"/>
          </a:xfrm>
          <a:prstGeom prst="rect">
            <a:avLst/>
          </a:prstGeom>
        </p:spPr>
        <p:txBody>
          <a:bodyPr anchor="t" rtlCol="false" tIns="0" lIns="0" bIns="0" rIns="0">
            <a:spAutoFit/>
          </a:bodyPr>
          <a:lstStyle/>
          <a:p>
            <a:pPr algn="l" marL="0" indent="0" lvl="0">
              <a:lnSpc>
                <a:spcPts val="3780"/>
              </a:lnSpc>
              <a:spcBef>
                <a:spcPct val="0"/>
              </a:spcBef>
            </a:pPr>
            <a:r>
              <a:rPr lang="en-US" sz="3600" strike="noStrike" u="none">
                <a:solidFill>
                  <a:srgbClr val="06340A"/>
                </a:solidFill>
                <a:latin typeface="Bobby Jones Condensed Soft"/>
                <a:ea typeface="Bobby Jones Condensed Soft"/>
                <a:cs typeface="Bobby Jones Condensed Soft"/>
                <a:sym typeface="Bobby Jones Condensed Soft"/>
              </a:rPr>
              <a:t>www.reallygreatsite.com</a:t>
            </a:r>
          </a:p>
        </p:txBody>
      </p:sp>
      <p:sp>
        <p:nvSpPr>
          <p:cNvPr name="Freeform 14" id="14"/>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5" id="15"/>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6" id="16"/>
          <p:cNvSpPr txBox="true"/>
          <p:nvPr/>
        </p:nvSpPr>
        <p:spPr>
          <a:xfrm rot="0">
            <a:off x="6304736" y="1918695"/>
            <a:ext cx="6132947" cy="2692407"/>
          </a:xfrm>
          <a:prstGeom prst="rect">
            <a:avLst/>
          </a:prstGeom>
        </p:spPr>
        <p:txBody>
          <a:bodyPr anchor="t" rtlCol="false" tIns="0" lIns="0" bIns="0" rIns="0">
            <a:spAutoFit/>
          </a:bodyPr>
          <a:lstStyle/>
          <a:p>
            <a:pPr algn="just">
              <a:lnSpc>
                <a:spcPts val="21699"/>
              </a:lnSpc>
            </a:pPr>
            <a:r>
              <a:rPr lang="en-US" sz="15499">
                <a:solidFill>
                  <a:srgbClr val="06340A"/>
                </a:solidFill>
                <a:latin typeface="Bobby Jones Condensed Soft"/>
                <a:ea typeface="Bobby Jones Condensed Soft"/>
                <a:cs typeface="Bobby Jones Condensed Soft"/>
                <a:sym typeface="Bobby Jones Condensed Soft"/>
              </a:rPr>
              <a:t>Project </a:t>
            </a:r>
          </a:p>
        </p:txBody>
      </p:sp>
      <p:sp>
        <p:nvSpPr>
          <p:cNvPr name="Freeform 17" id="17"/>
          <p:cNvSpPr/>
          <p:nvPr/>
        </p:nvSpPr>
        <p:spPr>
          <a:xfrm flipH="false" flipV="false" rot="0">
            <a:off x="7510443"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1724561" y="2011750"/>
            <a:ext cx="14713031" cy="1433114"/>
            <a:chOff x="0" y="0"/>
            <a:chExt cx="3875037" cy="377446"/>
          </a:xfrm>
        </p:grpSpPr>
        <p:sp>
          <p:nvSpPr>
            <p:cNvPr name="Freeform 15" id="15"/>
            <p:cNvSpPr/>
            <p:nvPr/>
          </p:nvSpPr>
          <p:spPr>
            <a:xfrm flipH="false" flipV="false" rot="0">
              <a:off x="0" y="0"/>
              <a:ext cx="3875037" cy="377446"/>
            </a:xfrm>
            <a:custGeom>
              <a:avLst/>
              <a:gdLst/>
              <a:ahLst/>
              <a:cxnLst/>
              <a:rect r="r" b="b" t="t" l="l"/>
              <a:pathLst>
                <a:path h="377446" w="3875037">
                  <a:moveTo>
                    <a:pt x="52619" y="0"/>
                  </a:moveTo>
                  <a:lnTo>
                    <a:pt x="3822417" y="0"/>
                  </a:lnTo>
                  <a:cubicBezTo>
                    <a:pt x="3851478" y="0"/>
                    <a:pt x="3875037" y="23559"/>
                    <a:pt x="3875037" y="52619"/>
                  </a:cubicBezTo>
                  <a:lnTo>
                    <a:pt x="3875037" y="324826"/>
                  </a:lnTo>
                  <a:cubicBezTo>
                    <a:pt x="3875037" y="338782"/>
                    <a:pt x="3869493" y="352166"/>
                    <a:pt x="3859625" y="362034"/>
                  </a:cubicBezTo>
                  <a:cubicBezTo>
                    <a:pt x="3849757" y="371902"/>
                    <a:pt x="3836373" y="377446"/>
                    <a:pt x="3822417" y="377446"/>
                  </a:cubicBezTo>
                  <a:lnTo>
                    <a:pt x="52619" y="377446"/>
                  </a:lnTo>
                  <a:cubicBezTo>
                    <a:pt x="38664" y="377446"/>
                    <a:pt x="25280" y="371902"/>
                    <a:pt x="15412" y="362034"/>
                  </a:cubicBezTo>
                  <a:cubicBezTo>
                    <a:pt x="5544" y="352166"/>
                    <a:pt x="0" y="338782"/>
                    <a:pt x="0" y="324826"/>
                  </a:cubicBezTo>
                  <a:lnTo>
                    <a:pt x="0" y="52619"/>
                  </a:lnTo>
                  <a:cubicBezTo>
                    <a:pt x="0" y="38664"/>
                    <a:pt x="5544" y="25280"/>
                    <a:pt x="15412" y="15412"/>
                  </a:cubicBezTo>
                  <a:cubicBezTo>
                    <a:pt x="25280" y="5544"/>
                    <a:pt x="38664" y="0"/>
                    <a:pt x="52619" y="0"/>
                  </a:cubicBezTo>
                  <a:close/>
                </a:path>
              </a:pathLst>
            </a:custGeom>
            <a:solidFill>
              <a:srgbClr val="FDD41C">
                <a:alpha val="77647"/>
              </a:srgbClr>
            </a:solidFill>
          </p:spPr>
        </p:sp>
        <p:sp>
          <p:nvSpPr>
            <p:cNvPr name="TextBox 16" id="16"/>
            <p:cNvSpPr txBox="true"/>
            <p:nvPr/>
          </p:nvSpPr>
          <p:spPr>
            <a:xfrm>
              <a:off x="0" y="-38100"/>
              <a:ext cx="3875037" cy="415546"/>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3168064" y="4056658"/>
            <a:ext cx="13269528" cy="4483464"/>
            <a:chOff x="0" y="0"/>
            <a:chExt cx="3494855" cy="1180830"/>
          </a:xfrm>
        </p:grpSpPr>
        <p:sp>
          <p:nvSpPr>
            <p:cNvPr name="Freeform 18" id="18"/>
            <p:cNvSpPr/>
            <p:nvPr/>
          </p:nvSpPr>
          <p:spPr>
            <a:xfrm flipH="false" flipV="false" rot="0">
              <a:off x="0" y="0"/>
              <a:ext cx="3494855" cy="1180830"/>
            </a:xfrm>
            <a:custGeom>
              <a:avLst/>
              <a:gdLst/>
              <a:ahLst/>
              <a:cxnLst/>
              <a:rect r="r" b="b" t="t" l="l"/>
              <a:pathLst>
                <a:path h="1180830" w="3494855">
                  <a:moveTo>
                    <a:pt x="36756" y="0"/>
                  </a:moveTo>
                  <a:lnTo>
                    <a:pt x="3458099" y="0"/>
                  </a:lnTo>
                  <a:cubicBezTo>
                    <a:pt x="3478399" y="0"/>
                    <a:pt x="3494855" y="16456"/>
                    <a:pt x="3494855" y="36756"/>
                  </a:cubicBezTo>
                  <a:lnTo>
                    <a:pt x="3494855" y="1144073"/>
                  </a:lnTo>
                  <a:cubicBezTo>
                    <a:pt x="3494855" y="1153822"/>
                    <a:pt x="3490983" y="1163171"/>
                    <a:pt x="3484090" y="1170064"/>
                  </a:cubicBezTo>
                  <a:cubicBezTo>
                    <a:pt x="3477196" y="1176957"/>
                    <a:pt x="3467847" y="1180830"/>
                    <a:pt x="3458099" y="1180830"/>
                  </a:cubicBezTo>
                  <a:lnTo>
                    <a:pt x="36756" y="1180830"/>
                  </a:lnTo>
                  <a:cubicBezTo>
                    <a:pt x="16456" y="1180830"/>
                    <a:pt x="0" y="1164373"/>
                    <a:pt x="0" y="1144073"/>
                  </a:cubicBezTo>
                  <a:lnTo>
                    <a:pt x="0" y="36756"/>
                  </a:lnTo>
                  <a:cubicBezTo>
                    <a:pt x="0" y="16456"/>
                    <a:pt x="16456" y="0"/>
                    <a:pt x="36756" y="0"/>
                  </a:cubicBezTo>
                  <a:close/>
                </a:path>
              </a:pathLst>
            </a:custGeom>
            <a:solidFill>
              <a:srgbClr val="FDD41C">
                <a:alpha val="44706"/>
              </a:srgbClr>
            </a:solidFill>
          </p:spPr>
        </p:sp>
        <p:sp>
          <p:nvSpPr>
            <p:cNvPr name="TextBox 19" id="19"/>
            <p:cNvSpPr txBox="true"/>
            <p:nvPr/>
          </p:nvSpPr>
          <p:spPr>
            <a:xfrm>
              <a:off x="0" y="-38100"/>
              <a:ext cx="3494855" cy="121893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3" id="23"/>
          <p:cNvSpPr/>
          <p:nvPr/>
        </p:nvSpPr>
        <p:spPr>
          <a:xfrm flipH="false" flipV="false" rot="867287">
            <a:off x="-1570665" y="1384497"/>
            <a:ext cx="6590452" cy="8831426"/>
          </a:xfrm>
          <a:custGeom>
            <a:avLst/>
            <a:gdLst/>
            <a:ahLst/>
            <a:cxnLst/>
            <a:rect r="r" b="b" t="t" l="l"/>
            <a:pathLst>
              <a:path h="8831426" w="6590452">
                <a:moveTo>
                  <a:pt x="0" y="0"/>
                </a:moveTo>
                <a:lnTo>
                  <a:pt x="6590452" y="0"/>
                </a:lnTo>
                <a:lnTo>
                  <a:pt x="6590452" y="8831426"/>
                </a:lnTo>
                <a:lnTo>
                  <a:pt x="0" y="8831426"/>
                </a:lnTo>
                <a:lnTo>
                  <a:pt x="0" y="0"/>
                </a:lnTo>
                <a:close/>
              </a:path>
            </a:pathLst>
          </a:custGeom>
          <a:blipFill>
            <a:blip r:embed="rId6"/>
            <a:stretch>
              <a:fillRect l="0" t="0" r="0" b="0"/>
            </a:stretch>
          </a:blipFill>
        </p:spPr>
      </p:sp>
      <p:sp>
        <p:nvSpPr>
          <p:cNvPr name="TextBox 24" id="24"/>
          <p:cNvSpPr txBox="true"/>
          <p:nvPr/>
        </p:nvSpPr>
        <p:spPr>
          <a:xfrm rot="0">
            <a:off x="10210226" y="1696519"/>
            <a:ext cx="6261823"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Introduction </a:t>
            </a:r>
          </a:p>
        </p:txBody>
      </p:sp>
      <p:sp>
        <p:nvSpPr>
          <p:cNvPr name="TextBox 25" id="25"/>
          <p:cNvSpPr txBox="true"/>
          <p:nvPr/>
        </p:nvSpPr>
        <p:spPr>
          <a:xfrm rot="0">
            <a:off x="5038903" y="4358274"/>
            <a:ext cx="11097200" cy="3595370"/>
          </a:xfrm>
          <a:prstGeom prst="rect">
            <a:avLst/>
          </a:prstGeom>
        </p:spPr>
        <p:txBody>
          <a:bodyPr anchor="t" rtlCol="false" tIns="0" lIns="0" bIns="0" rIns="0">
            <a:spAutoFit/>
          </a:bodyPr>
          <a:lstStyle/>
          <a:p>
            <a:pPr algn="just">
              <a:lnSpc>
                <a:spcPts val="4480"/>
              </a:lnSpc>
              <a:spcBef>
                <a:spcPct val="0"/>
              </a:spcBef>
            </a:pPr>
            <a:r>
              <a:rPr lang="en-US" sz="3200">
                <a:solidFill>
                  <a:srgbClr val="19120C"/>
                </a:solidFill>
                <a:latin typeface="Jella"/>
                <a:ea typeface="Jella"/>
                <a:cs typeface="Jella"/>
                <a:sym typeface="Jella"/>
              </a:rPr>
              <a:t>Lorem ipsum dolor sit amet, consectetur adipiscing elit. Nulla faucibus pretium nunc, ut accumsan leo tempus vel. Vivamus ultricies vitae felis eget ultricies. Donec commodo euismod sapien, quis sagittis leo blandit eget. Mauris dictum viverra congue. Vestibulum maximus luctus nunc eget facilisis.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2541203" y="2011750"/>
            <a:ext cx="13896389" cy="1502034"/>
            <a:chOff x="0" y="0"/>
            <a:chExt cx="3659954" cy="395597"/>
          </a:xfrm>
        </p:grpSpPr>
        <p:sp>
          <p:nvSpPr>
            <p:cNvPr name="Freeform 15" id="15"/>
            <p:cNvSpPr/>
            <p:nvPr/>
          </p:nvSpPr>
          <p:spPr>
            <a:xfrm flipH="false" flipV="false" rot="0">
              <a:off x="0" y="0"/>
              <a:ext cx="3659954" cy="395597"/>
            </a:xfrm>
            <a:custGeom>
              <a:avLst/>
              <a:gdLst/>
              <a:ahLst/>
              <a:cxnLst/>
              <a:rect r="r" b="b" t="t" l="l"/>
              <a:pathLst>
                <a:path h="395597" w="3659954">
                  <a:moveTo>
                    <a:pt x="55712" y="0"/>
                  </a:moveTo>
                  <a:lnTo>
                    <a:pt x="3604242" y="0"/>
                  </a:lnTo>
                  <a:cubicBezTo>
                    <a:pt x="3619018" y="0"/>
                    <a:pt x="3633189" y="5870"/>
                    <a:pt x="3643637" y="16318"/>
                  </a:cubicBezTo>
                  <a:cubicBezTo>
                    <a:pt x="3654084" y="26766"/>
                    <a:pt x="3659954" y="40936"/>
                    <a:pt x="3659954" y="55712"/>
                  </a:cubicBezTo>
                  <a:lnTo>
                    <a:pt x="3659954" y="339886"/>
                  </a:lnTo>
                  <a:cubicBezTo>
                    <a:pt x="3659954" y="354661"/>
                    <a:pt x="3654084" y="368832"/>
                    <a:pt x="3643637" y="379280"/>
                  </a:cubicBezTo>
                  <a:cubicBezTo>
                    <a:pt x="3633189" y="389728"/>
                    <a:pt x="3619018" y="395597"/>
                    <a:pt x="3604242" y="395597"/>
                  </a:cubicBezTo>
                  <a:lnTo>
                    <a:pt x="55712" y="395597"/>
                  </a:lnTo>
                  <a:cubicBezTo>
                    <a:pt x="40936" y="395597"/>
                    <a:pt x="26766" y="389728"/>
                    <a:pt x="16318" y="379280"/>
                  </a:cubicBezTo>
                  <a:cubicBezTo>
                    <a:pt x="5870" y="368832"/>
                    <a:pt x="0" y="354661"/>
                    <a:pt x="0" y="339886"/>
                  </a:cubicBezTo>
                  <a:lnTo>
                    <a:pt x="0" y="55712"/>
                  </a:lnTo>
                  <a:cubicBezTo>
                    <a:pt x="0" y="40936"/>
                    <a:pt x="5870" y="26766"/>
                    <a:pt x="16318" y="16318"/>
                  </a:cubicBezTo>
                  <a:cubicBezTo>
                    <a:pt x="26766" y="5870"/>
                    <a:pt x="40936" y="0"/>
                    <a:pt x="55712" y="0"/>
                  </a:cubicBezTo>
                  <a:close/>
                </a:path>
              </a:pathLst>
            </a:custGeom>
            <a:solidFill>
              <a:srgbClr val="FDD41C">
                <a:alpha val="77647"/>
              </a:srgbClr>
            </a:solidFill>
          </p:spPr>
        </p:sp>
        <p:sp>
          <p:nvSpPr>
            <p:cNvPr name="TextBox 16" id="16"/>
            <p:cNvSpPr txBox="true"/>
            <p:nvPr/>
          </p:nvSpPr>
          <p:spPr>
            <a:xfrm>
              <a:off x="0" y="-38100"/>
              <a:ext cx="3659954" cy="433697"/>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2541203" y="4056658"/>
            <a:ext cx="13896389" cy="4483464"/>
            <a:chOff x="0" y="0"/>
            <a:chExt cx="3659954" cy="1180830"/>
          </a:xfrm>
        </p:grpSpPr>
        <p:sp>
          <p:nvSpPr>
            <p:cNvPr name="Freeform 18" id="18"/>
            <p:cNvSpPr/>
            <p:nvPr/>
          </p:nvSpPr>
          <p:spPr>
            <a:xfrm flipH="false" flipV="false" rot="0">
              <a:off x="0" y="0"/>
              <a:ext cx="3659954" cy="1180830"/>
            </a:xfrm>
            <a:custGeom>
              <a:avLst/>
              <a:gdLst/>
              <a:ahLst/>
              <a:cxnLst/>
              <a:rect r="r" b="b" t="t" l="l"/>
              <a:pathLst>
                <a:path h="1180830" w="3659954">
                  <a:moveTo>
                    <a:pt x="35098" y="0"/>
                  </a:moveTo>
                  <a:lnTo>
                    <a:pt x="3624856" y="0"/>
                  </a:lnTo>
                  <a:cubicBezTo>
                    <a:pt x="3634164" y="0"/>
                    <a:pt x="3643092" y="3698"/>
                    <a:pt x="3649674" y="10280"/>
                  </a:cubicBezTo>
                  <a:cubicBezTo>
                    <a:pt x="3656256" y="16862"/>
                    <a:pt x="3659954" y="25790"/>
                    <a:pt x="3659954" y="35098"/>
                  </a:cubicBezTo>
                  <a:lnTo>
                    <a:pt x="3659954" y="1145731"/>
                  </a:lnTo>
                  <a:cubicBezTo>
                    <a:pt x="3659954" y="1155040"/>
                    <a:pt x="3656256" y="1163968"/>
                    <a:pt x="3649674" y="1170550"/>
                  </a:cubicBezTo>
                  <a:cubicBezTo>
                    <a:pt x="3643092" y="1177132"/>
                    <a:pt x="3634164" y="1180830"/>
                    <a:pt x="3624856" y="1180830"/>
                  </a:cubicBezTo>
                  <a:lnTo>
                    <a:pt x="35098" y="1180830"/>
                  </a:lnTo>
                  <a:cubicBezTo>
                    <a:pt x="15714" y="1180830"/>
                    <a:pt x="0" y="1165116"/>
                    <a:pt x="0" y="1145731"/>
                  </a:cubicBezTo>
                  <a:lnTo>
                    <a:pt x="0" y="35098"/>
                  </a:lnTo>
                  <a:cubicBezTo>
                    <a:pt x="0" y="25790"/>
                    <a:pt x="3698" y="16862"/>
                    <a:pt x="10280" y="10280"/>
                  </a:cubicBezTo>
                  <a:cubicBezTo>
                    <a:pt x="16862" y="3698"/>
                    <a:pt x="25790" y="0"/>
                    <a:pt x="35098" y="0"/>
                  </a:cubicBezTo>
                  <a:close/>
                </a:path>
              </a:pathLst>
            </a:custGeom>
            <a:solidFill>
              <a:srgbClr val="FDD41C">
                <a:alpha val="44706"/>
              </a:srgbClr>
            </a:solidFill>
          </p:spPr>
        </p:sp>
        <p:sp>
          <p:nvSpPr>
            <p:cNvPr name="TextBox 19" id="19"/>
            <p:cNvSpPr txBox="true"/>
            <p:nvPr/>
          </p:nvSpPr>
          <p:spPr>
            <a:xfrm>
              <a:off x="0" y="-38100"/>
              <a:ext cx="3659954" cy="121893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3" id="23"/>
          <p:cNvSpPr/>
          <p:nvPr/>
        </p:nvSpPr>
        <p:spPr>
          <a:xfrm flipH="false" flipV="false" rot="246815">
            <a:off x="-2261162" y="2057400"/>
            <a:ext cx="5020056" cy="8229600"/>
          </a:xfrm>
          <a:custGeom>
            <a:avLst/>
            <a:gdLst/>
            <a:ahLst/>
            <a:cxnLst/>
            <a:rect r="r" b="b" t="t" l="l"/>
            <a:pathLst>
              <a:path h="8229600" w="5020056">
                <a:moveTo>
                  <a:pt x="0" y="0"/>
                </a:moveTo>
                <a:lnTo>
                  <a:pt x="5020056" y="0"/>
                </a:lnTo>
                <a:lnTo>
                  <a:pt x="5020056" y="8229600"/>
                </a:lnTo>
                <a:lnTo>
                  <a:pt x="0" y="8229600"/>
                </a:lnTo>
                <a:lnTo>
                  <a:pt x="0" y="0"/>
                </a:lnTo>
                <a:close/>
              </a:path>
            </a:pathLst>
          </a:custGeom>
          <a:blipFill>
            <a:blip r:embed="rId6"/>
            <a:stretch>
              <a:fillRect l="0" t="0" r="0" b="0"/>
            </a:stretch>
          </a:blipFill>
        </p:spPr>
      </p:sp>
      <p:sp>
        <p:nvSpPr>
          <p:cNvPr name="TextBox 24" id="24"/>
          <p:cNvSpPr txBox="true"/>
          <p:nvPr/>
        </p:nvSpPr>
        <p:spPr>
          <a:xfrm rot="0">
            <a:off x="3168064" y="1764653"/>
            <a:ext cx="6261823"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Background </a:t>
            </a:r>
          </a:p>
        </p:txBody>
      </p:sp>
      <p:sp>
        <p:nvSpPr>
          <p:cNvPr name="TextBox 25" id="25"/>
          <p:cNvSpPr txBox="true"/>
          <p:nvPr/>
        </p:nvSpPr>
        <p:spPr>
          <a:xfrm rot="0">
            <a:off x="3321535" y="4295299"/>
            <a:ext cx="12701253" cy="3033395"/>
          </a:xfrm>
          <a:prstGeom prst="rect">
            <a:avLst/>
          </a:prstGeom>
        </p:spPr>
        <p:txBody>
          <a:bodyPr anchor="t" rtlCol="false" tIns="0" lIns="0" bIns="0" rIns="0">
            <a:spAutoFit/>
          </a:bodyPr>
          <a:lstStyle/>
          <a:p>
            <a:pPr algn="just">
              <a:lnSpc>
                <a:spcPts val="4480"/>
              </a:lnSpc>
              <a:spcBef>
                <a:spcPct val="0"/>
              </a:spcBef>
            </a:pPr>
            <a:r>
              <a:rPr lang="en-US" sz="3200">
                <a:solidFill>
                  <a:srgbClr val="19120C"/>
                </a:solidFill>
                <a:latin typeface="Jella"/>
                <a:ea typeface="Jella"/>
                <a:cs typeface="Jella"/>
                <a:sym typeface="Jella"/>
              </a:rPr>
              <a:t>Lorem ipsum dolor sit amet, consectetur adipiscing elit. Nulla faucibus pretium nunc, ut accumsan leo tempus vel. Vivamus ultricies vitae felis eget ultricies. Donec commodo euismod sapien, quis sagittis leo blandit eget. Mauris dictum viverra congue. Vestibulum maximus luctus nunc eget facilisis.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3829638" y="2093403"/>
            <a:ext cx="12607954" cy="1405640"/>
            <a:chOff x="0" y="0"/>
            <a:chExt cx="3320613" cy="370210"/>
          </a:xfrm>
        </p:grpSpPr>
        <p:sp>
          <p:nvSpPr>
            <p:cNvPr name="Freeform 15" id="15"/>
            <p:cNvSpPr/>
            <p:nvPr/>
          </p:nvSpPr>
          <p:spPr>
            <a:xfrm flipH="false" flipV="false" rot="0">
              <a:off x="0" y="0"/>
              <a:ext cx="3320613" cy="370210"/>
            </a:xfrm>
            <a:custGeom>
              <a:avLst/>
              <a:gdLst/>
              <a:ahLst/>
              <a:cxnLst/>
              <a:rect r="r" b="b" t="t" l="l"/>
              <a:pathLst>
                <a:path h="370210" w="3320613">
                  <a:moveTo>
                    <a:pt x="61405" y="0"/>
                  </a:moveTo>
                  <a:lnTo>
                    <a:pt x="3259208" y="0"/>
                  </a:lnTo>
                  <a:cubicBezTo>
                    <a:pt x="3293121" y="0"/>
                    <a:pt x="3320613" y="27492"/>
                    <a:pt x="3320613" y="61405"/>
                  </a:cubicBezTo>
                  <a:lnTo>
                    <a:pt x="3320613" y="308805"/>
                  </a:lnTo>
                  <a:cubicBezTo>
                    <a:pt x="3320613" y="342718"/>
                    <a:pt x="3293121" y="370210"/>
                    <a:pt x="3259208" y="370210"/>
                  </a:cubicBezTo>
                  <a:lnTo>
                    <a:pt x="61405" y="370210"/>
                  </a:lnTo>
                  <a:cubicBezTo>
                    <a:pt x="27492" y="370210"/>
                    <a:pt x="0" y="342718"/>
                    <a:pt x="0" y="308805"/>
                  </a:cubicBezTo>
                  <a:lnTo>
                    <a:pt x="0" y="61405"/>
                  </a:lnTo>
                  <a:cubicBezTo>
                    <a:pt x="0" y="27492"/>
                    <a:pt x="27492" y="0"/>
                    <a:pt x="61405" y="0"/>
                  </a:cubicBezTo>
                  <a:close/>
                </a:path>
              </a:pathLst>
            </a:custGeom>
            <a:solidFill>
              <a:srgbClr val="FDD41C">
                <a:alpha val="77647"/>
              </a:srgbClr>
            </a:solidFill>
          </p:spPr>
        </p:sp>
        <p:sp>
          <p:nvSpPr>
            <p:cNvPr name="TextBox 16" id="16"/>
            <p:cNvSpPr txBox="true"/>
            <p:nvPr/>
          </p:nvSpPr>
          <p:spPr>
            <a:xfrm>
              <a:off x="0" y="-38100"/>
              <a:ext cx="3320613" cy="408310"/>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3829638" y="4056658"/>
            <a:ext cx="12607954" cy="4483464"/>
            <a:chOff x="0" y="0"/>
            <a:chExt cx="3320613" cy="1180830"/>
          </a:xfrm>
        </p:grpSpPr>
        <p:sp>
          <p:nvSpPr>
            <p:cNvPr name="Freeform 18" id="18"/>
            <p:cNvSpPr/>
            <p:nvPr/>
          </p:nvSpPr>
          <p:spPr>
            <a:xfrm flipH="false" flipV="false" rot="0">
              <a:off x="0" y="0"/>
              <a:ext cx="3320613" cy="1180830"/>
            </a:xfrm>
            <a:custGeom>
              <a:avLst/>
              <a:gdLst/>
              <a:ahLst/>
              <a:cxnLst/>
              <a:rect r="r" b="b" t="t" l="l"/>
              <a:pathLst>
                <a:path h="1180830" w="3320613">
                  <a:moveTo>
                    <a:pt x="38685" y="0"/>
                  </a:moveTo>
                  <a:lnTo>
                    <a:pt x="3281928" y="0"/>
                  </a:lnTo>
                  <a:cubicBezTo>
                    <a:pt x="3303293" y="0"/>
                    <a:pt x="3320613" y="17320"/>
                    <a:pt x="3320613" y="38685"/>
                  </a:cubicBezTo>
                  <a:lnTo>
                    <a:pt x="3320613" y="1142145"/>
                  </a:lnTo>
                  <a:cubicBezTo>
                    <a:pt x="3320613" y="1163510"/>
                    <a:pt x="3303293" y="1180830"/>
                    <a:pt x="3281928" y="1180830"/>
                  </a:cubicBezTo>
                  <a:lnTo>
                    <a:pt x="38685" y="1180830"/>
                  </a:lnTo>
                  <a:cubicBezTo>
                    <a:pt x="17320" y="1180830"/>
                    <a:pt x="0" y="1163510"/>
                    <a:pt x="0" y="1142145"/>
                  </a:cubicBezTo>
                  <a:lnTo>
                    <a:pt x="0" y="38685"/>
                  </a:lnTo>
                  <a:cubicBezTo>
                    <a:pt x="0" y="17320"/>
                    <a:pt x="17320" y="0"/>
                    <a:pt x="38685" y="0"/>
                  </a:cubicBezTo>
                  <a:close/>
                </a:path>
              </a:pathLst>
            </a:custGeom>
            <a:solidFill>
              <a:srgbClr val="FDD41C">
                <a:alpha val="44706"/>
              </a:srgbClr>
            </a:solidFill>
          </p:spPr>
        </p:sp>
        <p:sp>
          <p:nvSpPr>
            <p:cNvPr name="TextBox 19" id="19"/>
            <p:cNvSpPr txBox="true"/>
            <p:nvPr/>
          </p:nvSpPr>
          <p:spPr>
            <a:xfrm>
              <a:off x="0" y="-38100"/>
              <a:ext cx="3320613" cy="121893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3" id="23"/>
          <p:cNvSpPr/>
          <p:nvPr/>
        </p:nvSpPr>
        <p:spPr>
          <a:xfrm flipH="false" flipV="false" rot="1004353">
            <a:off x="-1579834" y="2000718"/>
            <a:ext cx="5236083" cy="8229600"/>
          </a:xfrm>
          <a:custGeom>
            <a:avLst/>
            <a:gdLst/>
            <a:ahLst/>
            <a:cxnLst/>
            <a:rect r="r" b="b" t="t" l="l"/>
            <a:pathLst>
              <a:path h="8229600" w="5236083">
                <a:moveTo>
                  <a:pt x="0" y="0"/>
                </a:moveTo>
                <a:lnTo>
                  <a:pt x="5236083" y="0"/>
                </a:lnTo>
                <a:lnTo>
                  <a:pt x="5236083" y="8229600"/>
                </a:lnTo>
                <a:lnTo>
                  <a:pt x="0" y="8229600"/>
                </a:lnTo>
                <a:lnTo>
                  <a:pt x="0" y="0"/>
                </a:lnTo>
                <a:close/>
              </a:path>
            </a:pathLst>
          </a:custGeom>
          <a:blipFill>
            <a:blip r:embed="rId6"/>
            <a:stretch>
              <a:fillRect l="0" t="0" r="0" b="0"/>
            </a:stretch>
          </a:blipFill>
        </p:spPr>
      </p:sp>
      <p:sp>
        <p:nvSpPr>
          <p:cNvPr name="TextBox 24" id="24"/>
          <p:cNvSpPr txBox="true"/>
          <p:nvPr/>
        </p:nvSpPr>
        <p:spPr>
          <a:xfrm rot="0">
            <a:off x="4270313" y="1818833"/>
            <a:ext cx="6261823"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Objective </a:t>
            </a:r>
          </a:p>
        </p:txBody>
      </p:sp>
      <p:sp>
        <p:nvSpPr>
          <p:cNvPr name="TextBox 25" id="25"/>
          <p:cNvSpPr txBox="true"/>
          <p:nvPr/>
        </p:nvSpPr>
        <p:spPr>
          <a:xfrm rot="0">
            <a:off x="4270313" y="4348305"/>
            <a:ext cx="11752476" cy="3595370"/>
          </a:xfrm>
          <a:prstGeom prst="rect">
            <a:avLst/>
          </a:prstGeom>
        </p:spPr>
        <p:txBody>
          <a:bodyPr anchor="t" rtlCol="false" tIns="0" lIns="0" bIns="0" rIns="0">
            <a:spAutoFit/>
          </a:bodyPr>
          <a:lstStyle/>
          <a:p>
            <a:pPr algn="just">
              <a:lnSpc>
                <a:spcPts val="4480"/>
              </a:lnSpc>
              <a:spcBef>
                <a:spcPct val="0"/>
              </a:spcBef>
            </a:pPr>
            <a:r>
              <a:rPr lang="en-US" sz="3200">
                <a:solidFill>
                  <a:srgbClr val="19120C"/>
                </a:solidFill>
                <a:latin typeface="Jella"/>
                <a:ea typeface="Jella"/>
                <a:cs typeface="Jella"/>
                <a:sym typeface="Jella"/>
              </a:rPr>
              <a:t>Lorem ipsum dolor sit amet, consectetur adipiscing elit. Nulla faucibus pretium nunc, ut accumsan leo tempus vel. Vivamus ultricies vitae felis eget ultricies. Donec commodo euismod sapien, quis sagittis leo blandit eget. Mauris dictum viverra congue. Vestibulum maximus luctus nunc eget facilisis.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1724561" y="2011750"/>
            <a:ext cx="13896389" cy="1466349"/>
            <a:chOff x="0" y="0"/>
            <a:chExt cx="3659954" cy="386199"/>
          </a:xfrm>
        </p:grpSpPr>
        <p:sp>
          <p:nvSpPr>
            <p:cNvPr name="Freeform 15" id="15"/>
            <p:cNvSpPr/>
            <p:nvPr/>
          </p:nvSpPr>
          <p:spPr>
            <a:xfrm flipH="false" flipV="false" rot="0">
              <a:off x="0" y="0"/>
              <a:ext cx="3659954" cy="386199"/>
            </a:xfrm>
            <a:custGeom>
              <a:avLst/>
              <a:gdLst/>
              <a:ahLst/>
              <a:cxnLst/>
              <a:rect r="r" b="b" t="t" l="l"/>
              <a:pathLst>
                <a:path h="386199" w="3659954">
                  <a:moveTo>
                    <a:pt x="55712" y="0"/>
                  </a:moveTo>
                  <a:lnTo>
                    <a:pt x="3604242" y="0"/>
                  </a:lnTo>
                  <a:cubicBezTo>
                    <a:pt x="3619018" y="0"/>
                    <a:pt x="3633189" y="5870"/>
                    <a:pt x="3643637" y="16318"/>
                  </a:cubicBezTo>
                  <a:cubicBezTo>
                    <a:pt x="3654084" y="26766"/>
                    <a:pt x="3659954" y="40936"/>
                    <a:pt x="3659954" y="55712"/>
                  </a:cubicBezTo>
                  <a:lnTo>
                    <a:pt x="3659954" y="330487"/>
                  </a:lnTo>
                  <a:cubicBezTo>
                    <a:pt x="3659954" y="345263"/>
                    <a:pt x="3654084" y="359433"/>
                    <a:pt x="3643637" y="369881"/>
                  </a:cubicBezTo>
                  <a:cubicBezTo>
                    <a:pt x="3633189" y="380329"/>
                    <a:pt x="3619018" y="386199"/>
                    <a:pt x="3604242" y="386199"/>
                  </a:cubicBezTo>
                  <a:lnTo>
                    <a:pt x="55712" y="386199"/>
                  </a:lnTo>
                  <a:cubicBezTo>
                    <a:pt x="40936" y="386199"/>
                    <a:pt x="26766" y="380329"/>
                    <a:pt x="16318" y="369881"/>
                  </a:cubicBezTo>
                  <a:cubicBezTo>
                    <a:pt x="5870" y="359433"/>
                    <a:pt x="0" y="345263"/>
                    <a:pt x="0" y="330487"/>
                  </a:cubicBezTo>
                  <a:lnTo>
                    <a:pt x="0" y="55712"/>
                  </a:lnTo>
                  <a:cubicBezTo>
                    <a:pt x="0" y="40936"/>
                    <a:pt x="5870" y="26766"/>
                    <a:pt x="16318" y="16318"/>
                  </a:cubicBezTo>
                  <a:cubicBezTo>
                    <a:pt x="26766" y="5870"/>
                    <a:pt x="40936" y="0"/>
                    <a:pt x="55712" y="0"/>
                  </a:cubicBezTo>
                  <a:close/>
                </a:path>
              </a:pathLst>
            </a:custGeom>
            <a:solidFill>
              <a:srgbClr val="FDD41C">
                <a:alpha val="77647"/>
              </a:srgbClr>
            </a:solidFill>
          </p:spPr>
        </p:sp>
        <p:sp>
          <p:nvSpPr>
            <p:cNvPr name="TextBox 16" id="16"/>
            <p:cNvSpPr txBox="true"/>
            <p:nvPr/>
          </p:nvSpPr>
          <p:spPr>
            <a:xfrm>
              <a:off x="0" y="-38100"/>
              <a:ext cx="3659954" cy="424299"/>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1724561" y="3988414"/>
            <a:ext cx="13896389" cy="4483464"/>
            <a:chOff x="0" y="0"/>
            <a:chExt cx="3659954" cy="1180830"/>
          </a:xfrm>
        </p:grpSpPr>
        <p:sp>
          <p:nvSpPr>
            <p:cNvPr name="Freeform 18" id="18"/>
            <p:cNvSpPr/>
            <p:nvPr/>
          </p:nvSpPr>
          <p:spPr>
            <a:xfrm flipH="false" flipV="false" rot="0">
              <a:off x="0" y="0"/>
              <a:ext cx="3659954" cy="1180830"/>
            </a:xfrm>
            <a:custGeom>
              <a:avLst/>
              <a:gdLst/>
              <a:ahLst/>
              <a:cxnLst/>
              <a:rect r="r" b="b" t="t" l="l"/>
              <a:pathLst>
                <a:path h="1180830" w="3659954">
                  <a:moveTo>
                    <a:pt x="35098" y="0"/>
                  </a:moveTo>
                  <a:lnTo>
                    <a:pt x="3624856" y="0"/>
                  </a:lnTo>
                  <a:cubicBezTo>
                    <a:pt x="3634164" y="0"/>
                    <a:pt x="3643092" y="3698"/>
                    <a:pt x="3649674" y="10280"/>
                  </a:cubicBezTo>
                  <a:cubicBezTo>
                    <a:pt x="3656256" y="16862"/>
                    <a:pt x="3659954" y="25790"/>
                    <a:pt x="3659954" y="35098"/>
                  </a:cubicBezTo>
                  <a:lnTo>
                    <a:pt x="3659954" y="1145731"/>
                  </a:lnTo>
                  <a:cubicBezTo>
                    <a:pt x="3659954" y="1155040"/>
                    <a:pt x="3656256" y="1163968"/>
                    <a:pt x="3649674" y="1170550"/>
                  </a:cubicBezTo>
                  <a:cubicBezTo>
                    <a:pt x="3643092" y="1177132"/>
                    <a:pt x="3634164" y="1180830"/>
                    <a:pt x="3624856" y="1180830"/>
                  </a:cubicBezTo>
                  <a:lnTo>
                    <a:pt x="35098" y="1180830"/>
                  </a:lnTo>
                  <a:cubicBezTo>
                    <a:pt x="15714" y="1180830"/>
                    <a:pt x="0" y="1165116"/>
                    <a:pt x="0" y="1145731"/>
                  </a:cubicBezTo>
                  <a:lnTo>
                    <a:pt x="0" y="35098"/>
                  </a:lnTo>
                  <a:cubicBezTo>
                    <a:pt x="0" y="25790"/>
                    <a:pt x="3698" y="16862"/>
                    <a:pt x="10280" y="10280"/>
                  </a:cubicBezTo>
                  <a:cubicBezTo>
                    <a:pt x="16862" y="3698"/>
                    <a:pt x="25790" y="0"/>
                    <a:pt x="35098" y="0"/>
                  </a:cubicBezTo>
                  <a:close/>
                </a:path>
              </a:pathLst>
            </a:custGeom>
            <a:solidFill>
              <a:srgbClr val="FDD41C">
                <a:alpha val="44706"/>
              </a:srgbClr>
            </a:solidFill>
          </p:spPr>
        </p:sp>
        <p:sp>
          <p:nvSpPr>
            <p:cNvPr name="TextBox 19" id="19"/>
            <p:cNvSpPr txBox="true"/>
            <p:nvPr/>
          </p:nvSpPr>
          <p:spPr>
            <a:xfrm>
              <a:off x="0" y="-38100"/>
              <a:ext cx="3659954" cy="121893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3" id="23"/>
          <p:cNvSpPr/>
          <p:nvPr/>
        </p:nvSpPr>
        <p:spPr>
          <a:xfrm flipH="false" flipV="false" rot="-985132">
            <a:off x="15156177" y="2182065"/>
            <a:ext cx="5020056" cy="8229600"/>
          </a:xfrm>
          <a:custGeom>
            <a:avLst/>
            <a:gdLst/>
            <a:ahLst/>
            <a:cxnLst/>
            <a:rect r="r" b="b" t="t" l="l"/>
            <a:pathLst>
              <a:path h="8229600" w="5020056">
                <a:moveTo>
                  <a:pt x="0" y="0"/>
                </a:moveTo>
                <a:lnTo>
                  <a:pt x="5020056" y="0"/>
                </a:lnTo>
                <a:lnTo>
                  <a:pt x="5020056" y="8229600"/>
                </a:lnTo>
                <a:lnTo>
                  <a:pt x="0" y="8229600"/>
                </a:lnTo>
                <a:lnTo>
                  <a:pt x="0" y="0"/>
                </a:lnTo>
                <a:close/>
              </a:path>
            </a:pathLst>
          </a:custGeom>
          <a:blipFill>
            <a:blip r:embed="rId6"/>
            <a:stretch>
              <a:fillRect l="0" t="0" r="0" b="0"/>
            </a:stretch>
          </a:blipFill>
        </p:spPr>
      </p:sp>
      <p:sp>
        <p:nvSpPr>
          <p:cNvPr name="TextBox 24" id="24"/>
          <p:cNvSpPr txBox="true"/>
          <p:nvPr/>
        </p:nvSpPr>
        <p:spPr>
          <a:xfrm rot="0">
            <a:off x="2265211" y="1764653"/>
            <a:ext cx="6261823"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Methodology </a:t>
            </a:r>
          </a:p>
        </p:txBody>
      </p:sp>
      <p:sp>
        <p:nvSpPr>
          <p:cNvPr name="TextBox 25" id="25"/>
          <p:cNvSpPr txBox="true"/>
          <p:nvPr/>
        </p:nvSpPr>
        <p:spPr>
          <a:xfrm rot="0">
            <a:off x="2243938" y="4295299"/>
            <a:ext cx="11993746" cy="3595370"/>
          </a:xfrm>
          <a:prstGeom prst="rect">
            <a:avLst/>
          </a:prstGeom>
        </p:spPr>
        <p:txBody>
          <a:bodyPr anchor="t" rtlCol="false" tIns="0" lIns="0" bIns="0" rIns="0">
            <a:spAutoFit/>
          </a:bodyPr>
          <a:lstStyle/>
          <a:p>
            <a:pPr algn="just">
              <a:lnSpc>
                <a:spcPts val="4480"/>
              </a:lnSpc>
              <a:spcBef>
                <a:spcPct val="0"/>
              </a:spcBef>
            </a:pPr>
            <a:r>
              <a:rPr lang="en-US" sz="3200">
                <a:solidFill>
                  <a:srgbClr val="19120C"/>
                </a:solidFill>
                <a:latin typeface="Jella"/>
                <a:ea typeface="Jella"/>
                <a:cs typeface="Jella"/>
                <a:sym typeface="Jella"/>
              </a:rPr>
              <a:t>Lorem ipsum dolor sit amet, consectetur adipiscing elit. Nulla faucibus pretium nunc, ut accumsan leo tempus vel. Vivamus ultricies vitae felis eget ultricies. Donec commodo euismod sapien, quis sagittis leo blandit eget. Mauris dictum viverra congue. Vestibulum maximus luctus nunc eget facilisis.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365130"/>
            <a:ext cx="964814" cy="927976"/>
          </a:xfrm>
          <a:custGeom>
            <a:avLst/>
            <a:gdLst/>
            <a:ahLst/>
            <a:cxnLst/>
            <a:rect r="r" b="b" t="t" l="l"/>
            <a:pathLst>
              <a:path h="927976" w="964814">
                <a:moveTo>
                  <a:pt x="0" y="0"/>
                </a:moveTo>
                <a:lnTo>
                  <a:pt x="964815" y="0"/>
                </a:lnTo>
                <a:lnTo>
                  <a:pt x="964815"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339301" y="845659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1028700" y="-1401635"/>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8870135" y="-939409"/>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1724561" y="2011750"/>
            <a:ext cx="13896389" cy="1466349"/>
            <a:chOff x="0" y="0"/>
            <a:chExt cx="3659954" cy="386199"/>
          </a:xfrm>
        </p:grpSpPr>
        <p:sp>
          <p:nvSpPr>
            <p:cNvPr name="Freeform 15" id="15"/>
            <p:cNvSpPr/>
            <p:nvPr/>
          </p:nvSpPr>
          <p:spPr>
            <a:xfrm flipH="false" flipV="false" rot="0">
              <a:off x="0" y="0"/>
              <a:ext cx="3659954" cy="386199"/>
            </a:xfrm>
            <a:custGeom>
              <a:avLst/>
              <a:gdLst/>
              <a:ahLst/>
              <a:cxnLst/>
              <a:rect r="r" b="b" t="t" l="l"/>
              <a:pathLst>
                <a:path h="386199" w="3659954">
                  <a:moveTo>
                    <a:pt x="55712" y="0"/>
                  </a:moveTo>
                  <a:lnTo>
                    <a:pt x="3604242" y="0"/>
                  </a:lnTo>
                  <a:cubicBezTo>
                    <a:pt x="3619018" y="0"/>
                    <a:pt x="3633189" y="5870"/>
                    <a:pt x="3643637" y="16318"/>
                  </a:cubicBezTo>
                  <a:cubicBezTo>
                    <a:pt x="3654084" y="26766"/>
                    <a:pt x="3659954" y="40936"/>
                    <a:pt x="3659954" y="55712"/>
                  </a:cubicBezTo>
                  <a:lnTo>
                    <a:pt x="3659954" y="330487"/>
                  </a:lnTo>
                  <a:cubicBezTo>
                    <a:pt x="3659954" y="345263"/>
                    <a:pt x="3654084" y="359433"/>
                    <a:pt x="3643637" y="369881"/>
                  </a:cubicBezTo>
                  <a:cubicBezTo>
                    <a:pt x="3633189" y="380329"/>
                    <a:pt x="3619018" y="386199"/>
                    <a:pt x="3604242" y="386199"/>
                  </a:cubicBezTo>
                  <a:lnTo>
                    <a:pt x="55712" y="386199"/>
                  </a:lnTo>
                  <a:cubicBezTo>
                    <a:pt x="40936" y="386199"/>
                    <a:pt x="26766" y="380329"/>
                    <a:pt x="16318" y="369881"/>
                  </a:cubicBezTo>
                  <a:cubicBezTo>
                    <a:pt x="5870" y="359433"/>
                    <a:pt x="0" y="345263"/>
                    <a:pt x="0" y="330487"/>
                  </a:cubicBezTo>
                  <a:lnTo>
                    <a:pt x="0" y="55712"/>
                  </a:lnTo>
                  <a:cubicBezTo>
                    <a:pt x="0" y="40936"/>
                    <a:pt x="5870" y="26766"/>
                    <a:pt x="16318" y="16318"/>
                  </a:cubicBezTo>
                  <a:cubicBezTo>
                    <a:pt x="26766" y="5870"/>
                    <a:pt x="40936" y="0"/>
                    <a:pt x="55712" y="0"/>
                  </a:cubicBezTo>
                  <a:close/>
                </a:path>
              </a:pathLst>
            </a:custGeom>
            <a:solidFill>
              <a:srgbClr val="FDD41C">
                <a:alpha val="77647"/>
              </a:srgbClr>
            </a:solidFill>
          </p:spPr>
        </p:sp>
        <p:sp>
          <p:nvSpPr>
            <p:cNvPr name="TextBox 16" id="16"/>
            <p:cNvSpPr txBox="true"/>
            <p:nvPr/>
          </p:nvSpPr>
          <p:spPr>
            <a:xfrm>
              <a:off x="0" y="-38100"/>
              <a:ext cx="3659954" cy="424299"/>
            </a:xfrm>
            <a:prstGeom prst="rect">
              <a:avLst/>
            </a:prstGeom>
          </p:spPr>
          <p:txBody>
            <a:bodyPr anchor="ctr" rtlCol="false" tIns="50800" lIns="50800" bIns="50800" rIns="50800"/>
            <a:lstStyle/>
            <a:p>
              <a:pPr algn="ctr">
                <a:lnSpc>
                  <a:spcPts val="2659"/>
                </a:lnSpc>
                <a:spcBef>
                  <a:spcPct val="0"/>
                </a:spcBef>
              </a:pPr>
            </a:p>
          </p:txBody>
        </p:sp>
      </p:grpSp>
      <p:sp>
        <p:nvSpPr>
          <p:cNvPr name="Freeform 17" id="17"/>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8" id="18"/>
          <p:cNvGrpSpPr/>
          <p:nvPr/>
        </p:nvGrpSpPr>
        <p:grpSpPr>
          <a:xfrm rot="0">
            <a:off x="1724561" y="3988414"/>
            <a:ext cx="5735874" cy="5686901"/>
            <a:chOff x="0" y="0"/>
            <a:chExt cx="1510683" cy="1497785"/>
          </a:xfrm>
        </p:grpSpPr>
        <p:sp>
          <p:nvSpPr>
            <p:cNvPr name="Freeform 19" id="19"/>
            <p:cNvSpPr/>
            <p:nvPr/>
          </p:nvSpPr>
          <p:spPr>
            <a:xfrm flipH="false" flipV="false" rot="0">
              <a:off x="0" y="0"/>
              <a:ext cx="1510683" cy="1497785"/>
            </a:xfrm>
            <a:custGeom>
              <a:avLst/>
              <a:gdLst/>
              <a:ahLst/>
              <a:cxnLst/>
              <a:rect r="r" b="b" t="t" l="l"/>
              <a:pathLst>
                <a:path h="1497785" w="1510683">
                  <a:moveTo>
                    <a:pt x="85033" y="0"/>
                  </a:moveTo>
                  <a:lnTo>
                    <a:pt x="1425650" y="0"/>
                  </a:lnTo>
                  <a:cubicBezTo>
                    <a:pt x="1448202" y="0"/>
                    <a:pt x="1469830" y="8959"/>
                    <a:pt x="1485777" y="24906"/>
                  </a:cubicBezTo>
                  <a:cubicBezTo>
                    <a:pt x="1501724" y="40853"/>
                    <a:pt x="1510683" y="62481"/>
                    <a:pt x="1510683" y="85033"/>
                  </a:cubicBezTo>
                  <a:lnTo>
                    <a:pt x="1510683" y="1412751"/>
                  </a:lnTo>
                  <a:cubicBezTo>
                    <a:pt x="1510683" y="1459714"/>
                    <a:pt x="1472612" y="1497785"/>
                    <a:pt x="1425650" y="1497785"/>
                  </a:cubicBezTo>
                  <a:lnTo>
                    <a:pt x="85033" y="1497785"/>
                  </a:lnTo>
                  <a:cubicBezTo>
                    <a:pt x="38071" y="1497785"/>
                    <a:pt x="0" y="1459714"/>
                    <a:pt x="0" y="1412751"/>
                  </a:cubicBezTo>
                  <a:lnTo>
                    <a:pt x="0" y="85033"/>
                  </a:lnTo>
                  <a:cubicBezTo>
                    <a:pt x="0" y="38071"/>
                    <a:pt x="38071" y="0"/>
                    <a:pt x="85033" y="0"/>
                  </a:cubicBezTo>
                  <a:close/>
                </a:path>
              </a:pathLst>
            </a:custGeom>
            <a:solidFill>
              <a:srgbClr val="FDD41C">
                <a:alpha val="44706"/>
              </a:srgbClr>
            </a:solidFill>
          </p:spPr>
        </p:sp>
        <p:sp>
          <p:nvSpPr>
            <p:cNvPr name="TextBox 20" id="20"/>
            <p:cNvSpPr txBox="true"/>
            <p:nvPr/>
          </p:nvSpPr>
          <p:spPr>
            <a:xfrm>
              <a:off x="0" y="-38100"/>
              <a:ext cx="1510683" cy="1535885"/>
            </a:xfrm>
            <a:prstGeom prst="rect">
              <a:avLst/>
            </a:prstGeom>
          </p:spPr>
          <p:txBody>
            <a:bodyPr anchor="ctr" rtlCol="false" tIns="50800" lIns="50800" bIns="50800" rIns="50800"/>
            <a:lstStyle/>
            <a:p>
              <a:pPr algn="ctr">
                <a:lnSpc>
                  <a:spcPts val="2659"/>
                </a:lnSpc>
                <a:spcBef>
                  <a:spcPct val="0"/>
                </a:spcBef>
              </a:pPr>
            </a:p>
          </p:txBody>
        </p:sp>
      </p:grpSp>
      <p:sp>
        <p:nvSpPr>
          <p:cNvPr name="Freeform 21" id="21"/>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23" id="23"/>
          <p:cNvGrpSpPr/>
          <p:nvPr/>
        </p:nvGrpSpPr>
        <p:grpSpPr>
          <a:xfrm rot="0">
            <a:off x="7910008" y="3890293"/>
            <a:ext cx="5735874" cy="5686901"/>
            <a:chOff x="0" y="0"/>
            <a:chExt cx="1510683" cy="1497785"/>
          </a:xfrm>
        </p:grpSpPr>
        <p:sp>
          <p:nvSpPr>
            <p:cNvPr name="Freeform 24" id="24"/>
            <p:cNvSpPr/>
            <p:nvPr/>
          </p:nvSpPr>
          <p:spPr>
            <a:xfrm flipH="false" flipV="false" rot="0">
              <a:off x="0" y="0"/>
              <a:ext cx="1510683" cy="1497785"/>
            </a:xfrm>
            <a:custGeom>
              <a:avLst/>
              <a:gdLst/>
              <a:ahLst/>
              <a:cxnLst/>
              <a:rect r="r" b="b" t="t" l="l"/>
              <a:pathLst>
                <a:path h="1497785" w="1510683">
                  <a:moveTo>
                    <a:pt x="85033" y="0"/>
                  </a:moveTo>
                  <a:lnTo>
                    <a:pt x="1425650" y="0"/>
                  </a:lnTo>
                  <a:cubicBezTo>
                    <a:pt x="1448202" y="0"/>
                    <a:pt x="1469830" y="8959"/>
                    <a:pt x="1485777" y="24906"/>
                  </a:cubicBezTo>
                  <a:cubicBezTo>
                    <a:pt x="1501724" y="40853"/>
                    <a:pt x="1510683" y="62481"/>
                    <a:pt x="1510683" y="85033"/>
                  </a:cubicBezTo>
                  <a:lnTo>
                    <a:pt x="1510683" y="1412751"/>
                  </a:lnTo>
                  <a:cubicBezTo>
                    <a:pt x="1510683" y="1459714"/>
                    <a:pt x="1472612" y="1497785"/>
                    <a:pt x="1425650" y="1497785"/>
                  </a:cubicBezTo>
                  <a:lnTo>
                    <a:pt x="85033" y="1497785"/>
                  </a:lnTo>
                  <a:cubicBezTo>
                    <a:pt x="38071" y="1497785"/>
                    <a:pt x="0" y="1459714"/>
                    <a:pt x="0" y="1412751"/>
                  </a:cubicBezTo>
                  <a:lnTo>
                    <a:pt x="0" y="85033"/>
                  </a:lnTo>
                  <a:cubicBezTo>
                    <a:pt x="0" y="38071"/>
                    <a:pt x="38071" y="0"/>
                    <a:pt x="85033" y="0"/>
                  </a:cubicBezTo>
                  <a:close/>
                </a:path>
              </a:pathLst>
            </a:custGeom>
            <a:solidFill>
              <a:srgbClr val="FDD41C">
                <a:alpha val="44706"/>
              </a:srgbClr>
            </a:solidFill>
          </p:spPr>
        </p:sp>
        <p:sp>
          <p:nvSpPr>
            <p:cNvPr name="TextBox 25" id="25"/>
            <p:cNvSpPr txBox="true"/>
            <p:nvPr/>
          </p:nvSpPr>
          <p:spPr>
            <a:xfrm>
              <a:off x="0" y="-38100"/>
              <a:ext cx="1510683" cy="1535885"/>
            </a:xfrm>
            <a:prstGeom prst="rect">
              <a:avLst/>
            </a:prstGeom>
          </p:spPr>
          <p:txBody>
            <a:bodyPr anchor="ctr" rtlCol="false" tIns="50800" lIns="50800" bIns="50800" rIns="50800"/>
            <a:lstStyle/>
            <a:p>
              <a:pPr algn="ctr">
                <a:lnSpc>
                  <a:spcPts val="2659"/>
                </a:lnSpc>
                <a:spcBef>
                  <a:spcPct val="0"/>
                </a:spcBef>
              </a:pPr>
            </a:p>
          </p:txBody>
        </p:sp>
      </p:grpSp>
      <p:sp>
        <p:nvSpPr>
          <p:cNvPr name="Freeform 26" id="26"/>
          <p:cNvSpPr/>
          <p:nvPr/>
        </p:nvSpPr>
        <p:spPr>
          <a:xfrm flipH="true" flipV="false" rot="0">
            <a:off x="13673712" y="2252070"/>
            <a:ext cx="5236083" cy="8229600"/>
          </a:xfrm>
          <a:custGeom>
            <a:avLst/>
            <a:gdLst/>
            <a:ahLst/>
            <a:cxnLst/>
            <a:rect r="r" b="b" t="t" l="l"/>
            <a:pathLst>
              <a:path h="8229600" w="5236083">
                <a:moveTo>
                  <a:pt x="5236083" y="0"/>
                </a:moveTo>
                <a:lnTo>
                  <a:pt x="0" y="0"/>
                </a:lnTo>
                <a:lnTo>
                  <a:pt x="0" y="8229600"/>
                </a:lnTo>
                <a:lnTo>
                  <a:pt x="5236083" y="8229600"/>
                </a:lnTo>
                <a:lnTo>
                  <a:pt x="5236083" y="0"/>
                </a:lnTo>
                <a:close/>
              </a:path>
            </a:pathLst>
          </a:custGeom>
          <a:blipFill>
            <a:blip r:embed="rId6"/>
            <a:stretch>
              <a:fillRect l="0" t="0" r="0" b="0"/>
            </a:stretch>
          </a:blipFill>
        </p:spPr>
      </p:sp>
      <p:sp>
        <p:nvSpPr>
          <p:cNvPr name="TextBox 27" id="27"/>
          <p:cNvSpPr txBox="true"/>
          <p:nvPr/>
        </p:nvSpPr>
        <p:spPr>
          <a:xfrm rot="0">
            <a:off x="2265211" y="1764653"/>
            <a:ext cx="6261823"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Process </a:t>
            </a:r>
          </a:p>
        </p:txBody>
      </p:sp>
      <p:sp>
        <p:nvSpPr>
          <p:cNvPr name="TextBox 28" id="28"/>
          <p:cNvSpPr txBox="true"/>
          <p:nvPr/>
        </p:nvSpPr>
        <p:spPr>
          <a:xfrm rot="0">
            <a:off x="2040815" y="4218498"/>
            <a:ext cx="5084967" cy="4796790"/>
          </a:xfrm>
          <a:prstGeom prst="rect">
            <a:avLst/>
          </a:prstGeom>
        </p:spPr>
        <p:txBody>
          <a:bodyPr anchor="t" rtlCol="false" tIns="0" lIns="0" bIns="0" rIns="0">
            <a:spAutoFit/>
          </a:bodyPr>
          <a:lstStyle/>
          <a:p>
            <a:pPr algn="just">
              <a:lnSpc>
                <a:spcPts val="3359"/>
              </a:lnSpc>
              <a:spcBef>
                <a:spcPct val="0"/>
              </a:spcBef>
            </a:pPr>
            <a:r>
              <a:rPr lang="en-US" sz="2400">
                <a:solidFill>
                  <a:srgbClr val="19120C"/>
                </a:solidFill>
                <a:latin typeface="Jella"/>
                <a:ea typeface="Jella"/>
                <a:cs typeface="Jella"/>
                <a:sym typeface="Jella"/>
              </a:rPr>
              <a:t>Lorem ipsum dolor sit amet, consectetur adipiscing elit. Nulla faucibus pretium nunc, ut accumsan leo tempus vel. Vivamus ultricies vitae felis eget ultricies. Donec commodo euismod sapien, quis sagittis leo blandit eget. Mauris dictum viverra congue. Vestibulum maximus luctus nunc eget facilisis.</a:t>
            </a:r>
          </a:p>
        </p:txBody>
      </p:sp>
      <p:sp>
        <p:nvSpPr>
          <p:cNvPr name="TextBox 29" id="29"/>
          <p:cNvSpPr txBox="true"/>
          <p:nvPr/>
        </p:nvSpPr>
        <p:spPr>
          <a:xfrm rot="0">
            <a:off x="8184335" y="4218498"/>
            <a:ext cx="5084967" cy="4796790"/>
          </a:xfrm>
          <a:prstGeom prst="rect">
            <a:avLst/>
          </a:prstGeom>
        </p:spPr>
        <p:txBody>
          <a:bodyPr anchor="t" rtlCol="false" tIns="0" lIns="0" bIns="0" rIns="0">
            <a:spAutoFit/>
          </a:bodyPr>
          <a:lstStyle/>
          <a:p>
            <a:pPr algn="just">
              <a:lnSpc>
                <a:spcPts val="3359"/>
              </a:lnSpc>
              <a:spcBef>
                <a:spcPct val="0"/>
              </a:spcBef>
            </a:pPr>
            <a:r>
              <a:rPr lang="en-US" sz="2400">
                <a:solidFill>
                  <a:srgbClr val="19120C"/>
                </a:solidFill>
                <a:latin typeface="Jella"/>
                <a:ea typeface="Jella"/>
                <a:cs typeface="Jella"/>
                <a:sym typeface="Jella"/>
              </a:rPr>
              <a:t>Lorem ipsum dolor sit amet, consectetur adipiscing elit. Nulla faucibus pretium nunc, ut accumsan leo tempus vel. Vivamus ultricies vitae felis eget ultricies. Donec commodo euismod sapien, quis sagittis leo blandit eget. Mauris dictum viverra congue. Vestibulum maximus luctus nunc eget facilisis.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1724561" y="2011750"/>
            <a:ext cx="14713031" cy="1433114"/>
            <a:chOff x="0" y="0"/>
            <a:chExt cx="3875037" cy="377446"/>
          </a:xfrm>
        </p:grpSpPr>
        <p:sp>
          <p:nvSpPr>
            <p:cNvPr name="Freeform 15" id="15"/>
            <p:cNvSpPr/>
            <p:nvPr/>
          </p:nvSpPr>
          <p:spPr>
            <a:xfrm flipH="false" flipV="false" rot="0">
              <a:off x="0" y="0"/>
              <a:ext cx="3875037" cy="377446"/>
            </a:xfrm>
            <a:custGeom>
              <a:avLst/>
              <a:gdLst/>
              <a:ahLst/>
              <a:cxnLst/>
              <a:rect r="r" b="b" t="t" l="l"/>
              <a:pathLst>
                <a:path h="377446" w="3875037">
                  <a:moveTo>
                    <a:pt x="52619" y="0"/>
                  </a:moveTo>
                  <a:lnTo>
                    <a:pt x="3822417" y="0"/>
                  </a:lnTo>
                  <a:cubicBezTo>
                    <a:pt x="3851478" y="0"/>
                    <a:pt x="3875037" y="23559"/>
                    <a:pt x="3875037" y="52619"/>
                  </a:cubicBezTo>
                  <a:lnTo>
                    <a:pt x="3875037" y="324826"/>
                  </a:lnTo>
                  <a:cubicBezTo>
                    <a:pt x="3875037" y="338782"/>
                    <a:pt x="3869493" y="352166"/>
                    <a:pt x="3859625" y="362034"/>
                  </a:cubicBezTo>
                  <a:cubicBezTo>
                    <a:pt x="3849757" y="371902"/>
                    <a:pt x="3836373" y="377446"/>
                    <a:pt x="3822417" y="377446"/>
                  </a:cubicBezTo>
                  <a:lnTo>
                    <a:pt x="52619" y="377446"/>
                  </a:lnTo>
                  <a:cubicBezTo>
                    <a:pt x="38664" y="377446"/>
                    <a:pt x="25280" y="371902"/>
                    <a:pt x="15412" y="362034"/>
                  </a:cubicBezTo>
                  <a:cubicBezTo>
                    <a:pt x="5544" y="352166"/>
                    <a:pt x="0" y="338782"/>
                    <a:pt x="0" y="324826"/>
                  </a:cubicBezTo>
                  <a:lnTo>
                    <a:pt x="0" y="52619"/>
                  </a:lnTo>
                  <a:cubicBezTo>
                    <a:pt x="0" y="38664"/>
                    <a:pt x="5544" y="25280"/>
                    <a:pt x="15412" y="15412"/>
                  </a:cubicBezTo>
                  <a:cubicBezTo>
                    <a:pt x="25280" y="5544"/>
                    <a:pt x="38664" y="0"/>
                    <a:pt x="52619" y="0"/>
                  </a:cubicBezTo>
                  <a:close/>
                </a:path>
              </a:pathLst>
            </a:custGeom>
            <a:solidFill>
              <a:srgbClr val="FDD41C">
                <a:alpha val="77647"/>
              </a:srgbClr>
            </a:solidFill>
          </p:spPr>
        </p:sp>
        <p:sp>
          <p:nvSpPr>
            <p:cNvPr name="TextBox 16" id="16"/>
            <p:cNvSpPr txBox="true"/>
            <p:nvPr/>
          </p:nvSpPr>
          <p:spPr>
            <a:xfrm>
              <a:off x="0" y="-38100"/>
              <a:ext cx="3875037" cy="415546"/>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3168064" y="4056658"/>
            <a:ext cx="13269528" cy="4483464"/>
            <a:chOff x="0" y="0"/>
            <a:chExt cx="3494855" cy="1180830"/>
          </a:xfrm>
        </p:grpSpPr>
        <p:sp>
          <p:nvSpPr>
            <p:cNvPr name="Freeform 18" id="18"/>
            <p:cNvSpPr/>
            <p:nvPr/>
          </p:nvSpPr>
          <p:spPr>
            <a:xfrm flipH="false" flipV="false" rot="0">
              <a:off x="0" y="0"/>
              <a:ext cx="3494855" cy="1180830"/>
            </a:xfrm>
            <a:custGeom>
              <a:avLst/>
              <a:gdLst/>
              <a:ahLst/>
              <a:cxnLst/>
              <a:rect r="r" b="b" t="t" l="l"/>
              <a:pathLst>
                <a:path h="1180830" w="3494855">
                  <a:moveTo>
                    <a:pt x="36756" y="0"/>
                  </a:moveTo>
                  <a:lnTo>
                    <a:pt x="3458099" y="0"/>
                  </a:lnTo>
                  <a:cubicBezTo>
                    <a:pt x="3478399" y="0"/>
                    <a:pt x="3494855" y="16456"/>
                    <a:pt x="3494855" y="36756"/>
                  </a:cubicBezTo>
                  <a:lnTo>
                    <a:pt x="3494855" y="1144073"/>
                  </a:lnTo>
                  <a:cubicBezTo>
                    <a:pt x="3494855" y="1153822"/>
                    <a:pt x="3490983" y="1163171"/>
                    <a:pt x="3484090" y="1170064"/>
                  </a:cubicBezTo>
                  <a:cubicBezTo>
                    <a:pt x="3477196" y="1176957"/>
                    <a:pt x="3467847" y="1180830"/>
                    <a:pt x="3458099" y="1180830"/>
                  </a:cubicBezTo>
                  <a:lnTo>
                    <a:pt x="36756" y="1180830"/>
                  </a:lnTo>
                  <a:cubicBezTo>
                    <a:pt x="16456" y="1180830"/>
                    <a:pt x="0" y="1164373"/>
                    <a:pt x="0" y="1144073"/>
                  </a:cubicBezTo>
                  <a:lnTo>
                    <a:pt x="0" y="36756"/>
                  </a:lnTo>
                  <a:cubicBezTo>
                    <a:pt x="0" y="16456"/>
                    <a:pt x="16456" y="0"/>
                    <a:pt x="36756" y="0"/>
                  </a:cubicBezTo>
                  <a:close/>
                </a:path>
              </a:pathLst>
            </a:custGeom>
            <a:solidFill>
              <a:srgbClr val="FDD41C">
                <a:alpha val="44706"/>
              </a:srgbClr>
            </a:solidFill>
          </p:spPr>
        </p:sp>
        <p:sp>
          <p:nvSpPr>
            <p:cNvPr name="TextBox 19" id="19"/>
            <p:cNvSpPr txBox="true"/>
            <p:nvPr/>
          </p:nvSpPr>
          <p:spPr>
            <a:xfrm>
              <a:off x="0" y="-38100"/>
              <a:ext cx="3494855" cy="121893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3" id="23"/>
          <p:cNvSpPr/>
          <p:nvPr/>
        </p:nvSpPr>
        <p:spPr>
          <a:xfrm flipH="false" flipV="false" rot="0">
            <a:off x="-647096" y="1915594"/>
            <a:ext cx="5258664" cy="8603131"/>
          </a:xfrm>
          <a:custGeom>
            <a:avLst/>
            <a:gdLst/>
            <a:ahLst/>
            <a:cxnLst/>
            <a:rect r="r" b="b" t="t" l="l"/>
            <a:pathLst>
              <a:path h="8603131" w="5258664">
                <a:moveTo>
                  <a:pt x="0" y="0"/>
                </a:moveTo>
                <a:lnTo>
                  <a:pt x="5258663" y="0"/>
                </a:lnTo>
                <a:lnTo>
                  <a:pt x="5258663" y="8603131"/>
                </a:lnTo>
                <a:lnTo>
                  <a:pt x="0" y="8603131"/>
                </a:lnTo>
                <a:lnTo>
                  <a:pt x="0" y="0"/>
                </a:lnTo>
                <a:close/>
              </a:path>
            </a:pathLst>
          </a:custGeom>
          <a:blipFill>
            <a:blip r:embed="rId6"/>
            <a:stretch>
              <a:fillRect l="0" t="0" r="0" b="0"/>
            </a:stretch>
          </a:blipFill>
        </p:spPr>
      </p:sp>
      <p:sp>
        <p:nvSpPr>
          <p:cNvPr name="TextBox 24" id="24"/>
          <p:cNvSpPr txBox="true"/>
          <p:nvPr/>
        </p:nvSpPr>
        <p:spPr>
          <a:xfrm rot="0">
            <a:off x="13231842" y="1764653"/>
            <a:ext cx="4027458"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Result </a:t>
            </a:r>
          </a:p>
        </p:txBody>
      </p:sp>
      <p:sp>
        <p:nvSpPr>
          <p:cNvPr name="TextBox 25" id="25"/>
          <p:cNvSpPr txBox="true"/>
          <p:nvPr/>
        </p:nvSpPr>
        <p:spPr>
          <a:xfrm rot="0">
            <a:off x="4718597" y="4348305"/>
            <a:ext cx="11097200" cy="3595370"/>
          </a:xfrm>
          <a:prstGeom prst="rect">
            <a:avLst/>
          </a:prstGeom>
        </p:spPr>
        <p:txBody>
          <a:bodyPr anchor="t" rtlCol="false" tIns="0" lIns="0" bIns="0" rIns="0">
            <a:spAutoFit/>
          </a:bodyPr>
          <a:lstStyle/>
          <a:p>
            <a:pPr algn="just">
              <a:lnSpc>
                <a:spcPts val="4480"/>
              </a:lnSpc>
              <a:spcBef>
                <a:spcPct val="0"/>
              </a:spcBef>
            </a:pPr>
            <a:r>
              <a:rPr lang="en-US" sz="3200">
                <a:solidFill>
                  <a:srgbClr val="19120C"/>
                </a:solidFill>
                <a:latin typeface="Jella"/>
                <a:ea typeface="Jella"/>
                <a:cs typeface="Jella"/>
                <a:sym typeface="Jella"/>
              </a:rPr>
              <a:t>Lorem ipsum dolor sit amet, consectetur adipiscing elit. Nulla faucibus pretium nunc, ut accumsan leo tempus vel. Vivamus ultricies vitae felis eget ultricies. Donec commodo euismod sapien, quis sagittis leo blandit eget. Mauris dictum viverra congue. Vestibulum maximus luctus nunc eget facilisis.</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147697"/>
            <a:ext cx="964814" cy="927976"/>
          </a:xfrm>
          <a:custGeom>
            <a:avLst/>
            <a:gdLst/>
            <a:ahLst/>
            <a:cxnLst/>
            <a:rect r="r" b="b" t="t" l="l"/>
            <a:pathLst>
              <a:path h="927976" w="964814">
                <a:moveTo>
                  <a:pt x="0" y="0"/>
                </a:moveTo>
                <a:lnTo>
                  <a:pt x="964815" y="0"/>
                </a:lnTo>
                <a:lnTo>
                  <a:pt x="964815"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1724561" y="2011750"/>
            <a:ext cx="13896389" cy="1466349"/>
            <a:chOff x="0" y="0"/>
            <a:chExt cx="3659954" cy="386199"/>
          </a:xfrm>
        </p:grpSpPr>
        <p:sp>
          <p:nvSpPr>
            <p:cNvPr name="Freeform 15" id="15"/>
            <p:cNvSpPr/>
            <p:nvPr/>
          </p:nvSpPr>
          <p:spPr>
            <a:xfrm flipH="false" flipV="false" rot="0">
              <a:off x="0" y="0"/>
              <a:ext cx="3659954" cy="386199"/>
            </a:xfrm>
            <a:custGeom>
              <a:avLst/>
              <a:gdLst/>
              <a:ahLst/>
              <a:cxnLst/>
              <a:rect r="r" b="b" t="t" l="l"/>
              <a:pathLst>
                <a:path h="386199" w="3659954">
                  <a:moveTo>
                    <a:pt x="55712" y="0"/>
                  </a:moveTo>
                  <a:lnTo>
                    <a:pt x="3604242" y="0"/>
                  </a:lnTo>
                  <a:cubicBezTo>
                    <a:pt x="3619018" y="0"/>
                    <a:pt x="3633189" y="5870"/>
                    <a:pt x="3643637" y="16318"/>
                  </a:cubicBezTo>
                  <a:cubicBezTo>
                    <a:pt x="3654084" y="26766"/>
                    <a:pt x="3659954" y="40936"/>
                    <a:pt x="3659954" y="55712"/>
                  </a:cubicBezTo>
                  <a:lnTo>
                    <a:pt x="3659954" y="330487"/>
                  </a:lnTo>
                  <a:cubicBezTo>
                    <a:pt x="3659954" y="345263"/>
                    <a:pt x="3654084" y="359433"/>
                    <a:pt x="3643637" y="369881"/>
                  </a:cubicBezTo>
                  <a:cubicBezTo>
                    <a:pt x="3633189" y="380329"/>
                    <a:pt x="3619018" y="386199"/>
                    <a:pt x="3604242" y="386199"/>
                  </a:cubicBezTo>
                  <a:lnTo>
                    <a:pt x="55712" y="386199"/>
                  </a:lnTo>
                  <a:cubicBezTo>
                    <a:pt x="40936" y="386199"/>
                    <a:pt x="26766" y="380329"/>
                    <a:pt x="16318" y="369881"/>
                  </a:cubicBezTo>
                  <a:cubicBezTo>
                    <a:pt x="5870" y="359433"/>
                    <a:pt x="0" y="345263"/>
                    <a:pt x="0" y="330487"/>
                  </a:cubicBezTo>
                  <a:lnTo>
                    <a:pt x="0" y="55712"/>
                  </a:lnTo>
                  <a:cubicBezTo>
                    <a:pt x="0" y="40936"/>
                    <a:pt x="5870" y="26766"/>
                    <a:pt x="16318" y="16318"/>
                  </a:cubicBezTo>
                  <a:cubicBezTo>
                    <a:pt x="26766" y="5870"/>
                    <a:pt x="40936" y="0"/>
                    <a:pt x="55712" y="0"/>
                  </a:cubicBezTo>
                  <a:close/>
                </a:path>
              </a:pathLst>
            </a:custGeom>
            <a:solidFill>
              <a:srgbClr val="FDD41C">
                <a:alpha val="77647"/>
              </a:srgbClr>
            </a:solidFill>
          </p:spPr>
        </p:sp>
        <p:sp>
          <p:nvSpPr>
            <p:cNvPr name="TextBox 16" id="16"/>
            <p:cNvSpPr txBox="true"/>
            <p:nvPr/>
          </p:nvSpPr>
          <p:spPr>
            <a:xfrm>
              <a:off x="0" y="-38100"/>
              <a:ext cx="3659954" cy="424299"/>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1724561" y="3988414"/>
            <a:ext cx="13896389" cy="4483464"/>
            <a:chOff x="0" y="0"/>
            <a:chExt cx="3659954" cy="1180830"/>
          </a:xfrm>
        </p:grpSpPr>
        <p:sp>
          <p:nvSpPr>
            <p:cNvPr name="Freeform 18" id="18"/>
            <p:cNvSpPr/>
            <p:nvPr/>
          </p:nvSpPr>
          <p:spPr>
            <a:xfrm flipH="false" flipV="false" rot="0">
              <a:off x="0" y="0"/>
              <a:ext cx="3659954" cy="1180830"/>
            </a:xfrm>
            <a:custGeom>
              <a:avLst/>
              <a:gdLst/>
              <a:ahLst/>
              <a:cxnLst/>
              <a:rect r="r" b="b" t="t" l="l"/>
              <a:pathLst>
                <a:path h="1180830" w="3659954">
                  <a:moveTo>
                    <a:pt x="35098" y="0"/>
                  </a:moveTo>
                  <a:lnTo>
                    <a:pt x="3624856" y="0"/>
                  </a:lnTo>
                  <a:cubicBezTo>
                    <a:pt x="3634164" y="0"/>
                    <a:pt x="3643092" y="3698"/>
                    <a:pt x="3649674" y="10280"/>
                  </a:cubicBezTo>
                  <a:cubicBezTo>
                    <a:pt x="3656256" y="16862"/>
                    <a:pt x="3659954" y="25790"/>
                    <a:pt x="3659954" y="35098"/>
                  </a:cubicBezTo>
                  <a:lnTo>
                    <a:pt x="3659954" y="1145731"/>
                  </a:lnTo>
                  <a:cubicBezTo>
                    <a:pt x="3659954" y="1155040"/>
                    <a:pt x="3656256" y="1163968"/>
                    <a:pt x="3649674" y="1170550"/>
                  </a:cubicBezTo>
                  <a:cubicBezTo>
                    <a:pt x="3643092" y="1177132"/>
                    <a:pt x="3634164" y="1180830"/>
                    <a:pt x="3624856" y="1180830"/>
                  </a:cubicBezTo>
                  <a:lnTo>
                    <a:pt x="35098" y="1180830"/>
                  </a:lnTo>
                  <a:cubicBezTo>
                    <a:pt x="15714" y="1180830"/>
                    <a:pt x="0" y="1165116"/>
                    <a:pt x="0" y="1145731"/>
                  </a:cubicBezTo>
                  <a:lnTo>
                    <a:pt x="0" y="35098"/>
                  </a:lnTo>
                  <a:cubicBezTo>
                    <a:pt x="0" y="25790"/>
                    <a:pt x="3698" y="16862"/>
                    <a:pt x="10280" y="10280"/>
                  </a:cubicBezTo>
                  <a:cubicBezTo>
                    <a:pt x="16862" y="3698"/>
                    <a:pt x="25790" y="0"/>
                    <a:pt x="35098" y="0"/>
                  </a:cubicBezTo>
                  <a:close/>
                </a:path>
              </a:pathLst>
            </a:custGeom>
            <a:solidFill>
              <a:srgbClr val="FDD41C">
                <a:alpha val="44706"/>
              </a:srgbClr>
            </a:solidFill>
          </p:spPr>
        </p:sp>
        <p:sp>
          <p:nvSpPr>
            <p:cNvPr name="TextBox 19" id="19"/>
            <p:cNvSpPr txBox="true"/>
            <p:nvPr/>
          </p:nvSpPr>
          <p:spPr>
            <a:xfrm>
              <a:off x="0" y="-38100"/>
              <a:ext cx="3659954" cy="121893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3" id="23"/>
          <p:cNvSpPr/>
          <p:nvPr/>
        </p:nvSpPr>
        <p:spPr>
          <a:xfrm flipH="false" flipV="false" rot="-676244">
            <a:off x="14087625" y="1996639"/>
            <a:ext cx="5987034" cy="8229600"/>
          </a:xfrm>
          <a:custGeom>
            <a:avLst/>
            <a:gdLst/>
            <a:ahLst/>
            <a:cxnLst/>
            <a:rect r="r" b="b" t="t" l="l"/>
            <a:pathLst>
              <a:path h="8229600" w="5987034">
                <a:moveTo>
                  <a:pt x="0" y="0"/>
                </a:moveTo>
                <a:lnTo>
                  <a:pt x="5987034" y="0"/>
                </a:lnTo>
                <a:lnTo>
                  <a:pt x="5987034" y="8229600"/>
                </a:lnTo>
                <a:lnTo>
                  <a:pt x="0" y="8229600"/>
                </a:lnTo>
                <a:lnTo>
                  <a:pt x="0" y="0"/>
                </a:lnTo>
                <a:close/>
              </a:path>
            </a:pathLst>
          </a:custGeom>
          <a:blipFill>
            <a:blip r:embed="rId6"/>
            <a:stretch>
              <a:fillRect l="0" t="0" r="0" b="0"/>
            </a:stretch>
          </a:blipFill>
        </p:spPr>
      </p:sp>
      <p:sp>
        <p:nvSpPr>
          <p:cNvPr name="TextBox 24" id="24"/>
          <p:cNvSpPr txBox="true"/>
          <p:nvPr/>
        </p:nvSpPr>
        <p:spPr>
          <a:xfrm rot="0">
            <a:off x="2265211" y="1764653"/>
            <a:ext cx="6261823"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Conclusion </a:t>
            </a:r>
          </a:p>
        </p:txBody>
      </p:sp>
      <p:sp>
        <p:nvSpPr>
          <p:cNvPr name="TextBox 25" id="25"/>
          <p:cNvSpPr txBox="true"/>
          <p:nvPr/>
        </p:nvSpPr>
        <p:spPr>
          <a:xfrm rot="0">
            <a:off x="2243938" y="4280061"/>
            <a:ext cx="11993746" cy="3595370"/>
          </a:xfrm>
          <a:prstGeom prst="rect">
            <a:avLst/>
          </a:prstGeom>
        </p:spPr>
        <p:txBody>
          <a:bodyPr anchor="t" rtlCol="false" tIns="0" lIns="0" bIns="0" rIns="0">
            <a:spAutoFit/>
          </a:bodyPr>
          <a:lstStyle/>
          <a:p>
            <a:pPr algn="just">
              <a:lnSpc>
                <a:spcPts val="4480"/>
              </a:lnSpc>
              <a:spcBef>
                <a:spcPct val="0"/>
              </a:spcBef>
            </a:pPr>
            <a:r>
              <a:rPr lang="en-US" sz="3200">
                <a:solidFill>
                  <a:srgbClr val="19120C"/>
                </a:solidFill>
                <a:latin typeface="Jella"/>
                <a:ea typeface="Jella"/>
                <a:cs typeface="Jella"/>
                <a:sym typeface="Jella"/>
              </a:rPr>
              <a:t>Lorem ipsum dolor sit amet, consectetur adipiscing elit. Nulla faucibus pretium nunc, ut accumsan leo tempus vel. Vivamus ultricies vitae felis eget ultricies. Donec commodo euismod sapien, quis sagittis leo blandit eget. Mauris dictum viverra congue. Vestibulum maximus luctus nunc eget facilisis.</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1788082"/>
            <a:ext cx="964814" cy="927976"/>
          </a:xfrm>
          <a:custGeom>
            <a:avLst/>
            <a:gdLst/>
            <a:ahLst/>
            <a:cxnLst/>
            <a:rect r="r" b="b" t="t" l="l"/>
            <a:pathLst>
              <a:path h="927976" w="964814">
                <a:moveTo>
                  <a:pt x="0" y="0"/>
                </a:moveTo>
                <a:lnTo>
                  <a:pt x="964815" y="0"/>
                </a:lnTo>
                <a:lnTo>
                  <a:pt x="964815"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9032018" y="556510"/>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6776893" y="3292498"/>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1974226"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10711806" y="1162235"/>
            <a:ext cx="5177040" cy="8469595"/>
          </a:xfrm>
          <a:custGeom>
            <a:avLst/>
            <a:gdLst/>
            <a:ahLst/>
            <a:cxnLst/>
            <a:rect r="r" b="b" t="t" l="l"/>
            <a:pathLst>
              <a:path h="8469595" w="5177040">
                <a:moveTo>
                  <a:pt x="0" y="0"/>
                </a:moveTo>
                <a:lnTo>
                  <a:pt x="5177040" y="0"/>
                </a:lnTo>
                <a:lnTo>
                  <a:pt x="5177040" y="8469596"/>
                </a:lnTo>
                <a:lnTo>
                  <a:pt x="0" y="8469596"/>
                </a:lnTo>
                <a:lnTo>
                  <a:pt x="0" y="0"/>
                </a:lnTo>
                <a:close/>
              </a:path>
            </a:pathLst>
          </a:custGeom>
          <a:blipFill>
            <a:blip r:embed="rId6"/>
            <a:stretch>
              <a:fillRect l="0" t="0" r="0" b="0"/>
            </a:stretch>
          </a:blipFill>
        </p:spPr>
      </p:sp>
      <p:sp>
        <p:nvSpPr>
          <p:cNvPr name="TextBox 14" id="14"/>
          <p:cNvSpPr txBox="true"/>
          <p:nvPr/>
        </p:nvSpPr>
        <p:spPr>
          <a:xfrm rot="0">
            <a:off x="2502979" y="3423111"/>
            <a:ext cx="10216363" cy="2692407"/>
          </a:xfrm>
          <a:prstGeom prst="rect">
            <a:avLst/>
          </a:prstGeom>
        </p:spPr>
        <p:txBody>
          <a:bodyPr anchor="t" rtlCol="false" tIns="0" lIns="0" bIns="0" rIns="0">
            <a:spAutoFit/>
          </a:bodyPr>
          <a:lstStyle/>
          <a:p>
            <a:pPr algn="just">
              <a:lnSpc>
                <a:spcPts val="21699"/>
              </a:lnSpc>
            </a:pPr>
            <a:r>
              <a:rPr lang="en-US" sz="15499">
                <a:solidFill>
                  <a:srgbClr val="06340A"/>
                </a:solidFill>
                <a:latin typeface="Bobby Jones Condensed Soft"/>
                <a:ea typeface="Bobby Jones Condensed Soft"/>
                <a:cs typeface="Bobby Jones Condensed Soft"/>
                <a:sym typeface="Bobby Jones Condensed Soft"/>
              </a:rPr>
              <a:t>Discussion </a:t>
            </a:r>
          </a:p>
        </p:txBody>
      </p:sp>
      <p:sp>
        <p:nvSpPr>
          <p:cNvPr name="Freeform 15" id="15"/>
          <p:cNvSpPr/>
          <p:nvPr/>
        </p:nvSpPr>
        <p:spPr>
          <a:xfrm flipH="false" flipV="false" rot="-1329709">
            <a:off x="1398777" y="9779528"/>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6" id="16"/>
          <p:cNvSpPr/>
          <p:nvPr/>
        </p:nvSpPr>
        <p:spPr>
          <a:xfrm flipH="false" flipV="false" rot="0">
            <a:off x="-2079477" y="3990587"/>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7" id="17"/>
          <p:cNvSpPr/>
          <p:nvPr/>
        </p:nvSpPr>
        <p:spPr>
          <a:xfrm flipH="false" flipV="false" rot="0">
            <a:off x="4861232" y="964003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0025191"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1028700" y="1115798"/>
            <a:ext cx="5020056" cy="8229600"/>
          </a:xfrm>
          <a:custGeom>
            <a:avLst/>
            <a:gdLst/>
            <a:ahLst/>
            <a:cxnLst/>
            <a:rect r="r" b="b" t="t" l="l"/>
            <a:pathLst>
              <a:path h="8229600" w="5020056">
                <a:moveTo>
                  <a:pt x="0" y="0"/>
                </a:moveTo>
                <a:lnTo>
                  <a:pt x="5020056" y="0"/>
                </a:lnTo>
                <a:lnTo>
                  <a:pt x="5020056" y="8229600"/>
                </a:lnTo>
                <a:lnTo>
                  <a:pt x="0" y="8229600"/>
                </a:lnTo>
                <a:lnTo>
                  <a:pt x="0" y="0"/>
                </a:lnTo>
                <a:close/>
              </a:path>
            </a:pathLst>
          </a:custGeom>
          <a:blipFill>
            <a:blip r:embed="rId6"/>
            <a:stretch>
              <a:fillRect l="0" t="0" r="0" b="0"/>
            </a:stretch>
          </a:blipFill>
        </p:spPr>
      </p:sp>
      <p:sp>
        <p:nvSpPr>
          <p:cNvPr name="TextBox 14" id="14"/>
          <p:cNvSpPr txBox="true"/>
          <p:nvPr/>
        </p:nvSpPr>
        <p:spPr>
          <a:xfrm rot="0">
            <a:off x="6778499" y="6997231"/>
            <a:ext cx="4350895" cy="386715"/>
          </a:xfrm>
          <a:prstGeom prst="rect">
            <a:avLst/>
          </a:prstGeom>
        </p:spPr>
        <p:txBody>
          <a:bodyPr anchor="t" rtlCol="false" tIns="0" lIns="0" bIns="0" rIns="0">
            <a:spAutoFit/>
          </a:bodyPr>
          <a:lstStyle/>
          <a:p>
            <a:pPr algn="l" marL="0" indent="0" lvl="0">
              <a:lnSpc>
                <a:spcPts val="2940"/>
              </a:lnSpc>
              <a:spcBef>
                <a:spcPct val="0"/>
              </a:spcBef>
            </a:pPr>
            <a:r>
              <a:rPr lang="en-US" sz="2800" strike="noStrike" u="none">
                <a:solidFill>
                  <a:srgbClr val="06340A"/>
                </a:solidFill>
                <a:latin typeface="Bobby Jones Condensed Soft"/>
                <a:ea typeface="Bobby Jones Condensed Soft"/>
                <a:cs typeface="Bobby Jones Condensed Soft"/>
                <a:sym typeface="Bobby Jones Condensed Soft"/>
              </a:rPr>
              <a:t>www.reallygreatsite.com</a:t>
            </a:r>
          </a:p>
        </p:txBody>
      </p:sp>
      <p:sp>
        <p:nvSpPr>
          <p:cNvPr name="TextBox 15" id="15"/>
          <p:cNvSpPr txBox="true"/>
          <p:nvPr/>
        </p:nvSpPr>
        <p:spPr>
          <a:xfrm rot="0">
            <a:off x="6304736" y="3533299"/>
            <a:ext cx="10216363" cy="2692407"/>
          </a:xfrm>
          <a:prstGeom prst="rect">
            <a:avLst/>
          </a:prstGeom>
        </p:spPr>
        <p:txBody>
          <a:bodyPr anchor="t" rtlCol="false" tIns="0" lIns="0" bIns="0" rIns="0">
            <a:spAutoFit/>
          </a:bodyPr>
          <a:lstStyle/>
          <a:p>
            <a:pPr algn="just">
              <a:lnSpc>
                <a:spcPts val="21699"/>
              </a:lnSpc>
            </a:pPr>
            <a:r>
              <a:rPr lang="en-US" sz="15499">
                <a:solidFill>
                  <a:srgbClr val="06340A"/>
                </a:solidFill>
                <a:latin typeface="Bobby Jones Condensed Soft"/>
                <a:ea typeface="Bobby Jones Condensed Soft"/>
                <a:cs typeface="Bobby Jones Condensed Soft"/>
                <a:sym typeface="Bobby Jones Condensed Soft"/>
              </a:rPr>
              <a:t>Thank you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DAHE79Ew1sM</dc:identifier>
  <dcterms:modified xsi:type="dcterms:W3CDTF">2011-08-01T06:04:30Z</dcterms:modified>
  <cp:revision>1</cp:revision>
</cp:coreProperties>
</file>