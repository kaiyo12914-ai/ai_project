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1" autoAdjust="0"/>
    <p:restoredTop sz="94648" autoAdjust="0"/>
  </p:normalViewPr>
  <p:slideViewPr>
    <p:cSldViewPr snapToGrid="0">
      <p:cViewPr varScale="1">
        <p:scale>
          <a:sx n="92" d="100"/>
          <a:sy n="92" d="100"/>
        </p:scale>
        <p:origin x="31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2025/12/23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2025/12/23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2025/12/23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矩形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7" name="圖片 6" descr="數位連線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群組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>
        <p:nvSpPr>
          <p:cNvPr id="22" name="矩形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pPr rtl="0"/>
            <a:r>
              <a:rPr lang="zh-TW" altLang="en-US" sz="6000">
                <a:solidFill>
                  <a:schemeClr val="bg1"/>
                </a:solidFill>
              </a:rPr>
              <a:t>技術設計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pPr rtl="0"/>
            <a:endParaRPr lang="zh-TW" altLang="en-US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{5D8AD9E3-3C83-478D-A421-C61E59D9776C}TF9cd6fad6-da1d-416b-8dc8-a086cd1045b128451ac4_win32-2e5d53ef4f2b</Template>
  <TotalTime>0</TotalTime>
  <Words>3</Words>
  <Application>Microsoft Office PowerPoint</Application>
  <PresentationFormat>寬螢幕</PresentationFormat>
  <Paragraphs>2</Paragraphs>
  <Slides>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Microsoft JhengHei UI</vt:lpstr>
      <vt:lpstr>Gill Sans MT</vt:lpstr>
      <vt:lpstr>Wingdings 2</vt:lpstr>
      <vt:lpstr>紅利</vt:lpstr>
      <vt:lpstr>技術設計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109598006@cc.ntut.edu.tw</dc:creator>
  <cp:lastModifiedBy>109598006@cc.ntut.edu.tw</cp:lastModifiedBy>
  <cp:revision>2</cp:revision>
  <dcterms:created xsi:type="dcterms:W3CDTF">2025-12-23T08:37:01Z</dcterms:created>
  <dcterms:modified xsi:type="dcterms:W3CDTF">2025-12-23T09:00:05Z</dcterms:modified>
</cp:coreProperties>
</file>