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Brixton Bold" charset="1" panose="00000000000000000000"/>
      <p:regular r:id="rId18"/>
    </p:embeddedFont>
    <p:embeddedFont>
      <p:font typeface="Ibarra Real Nova"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048614" y="3414350"/>
            <a:ext cx="12190771" cy="2138945"/>
          </a:xfrm>
          <a:prstGeom prst="rect">
            <a:avLst/>
          </a:prstGeom>
        </p:spPr>
        <p:txBody>
          <a:bodyPr anchor="t" rtlCol="false" tIns="0" lIns="0" bIns="0" rIns="0">
            <a:spAutoFit/>
          </a:bodyPr>
          <a:lstStyle/>
          <a:p>
            <a:pPr algn="ctr">
              <a:lnSpc>
                <a:spcPts val="17143"/>
              </a:lnSpc>
            </a:pPr>
            <a:r>
              <a:rPr lang="en-US" b="true" sz="12245">
                <a:solidFill>
                  <a:srgbClr val="FF6AAD"/>
                </a:solidFill>
                <a:latin typeface="Brixton Bold"/>
                <a:ea typeface="Brixton Bold"/>
                <a:cs typeface="Brixton Bold"/>
                <a:sym typeface="Brixton Bold"/>
              </a:rPr>
              <a:t>PRESENTATION</a:t>
            </a:r>
          </a:p>
        </p:txBody>
      </p:sp>
      <p:sp>
        <p:nvSpPr>
          <p:cNvPr name="TextBox 10" id="10"/>
          <p:cNvSpPr txBox="true"/>
          <p:nvPr/>
        </p:nvSpPr>
        <p:spPr>
          <a:xfrm rot="0">
            <a:off x="5088262" y="5414857"/>
            <a:ext cx="8111475" cy="1011143"/>
          </a:xfrm>
          <a:prstGeom prst="rect">
            <a:avLst/>
          </a:prstGeom>
        </p:spPr>
        <p:txBody>
          <a:bodyPr anchor="t" rtlCol="false" tIns="0" lIns="0" bIns="0" rIns="0">
            <a:spAutoFit/>
          </a:bodyPr>
          <a:lstStyle/>
          <a:p>
            <a:pPr algn="ctr">
              <a:lnSpc>
                <a:spcPts val="8317"/>
              </a:lnSpc>
            </a:pPr>
            <a:r>
              <a:rPr lang="en-US" sz="5941">
                <a:solidFill>
                  <a:srgbClr val="FF6AAD"/>
                </a:solidFill>
                <a:latin typeface="Ibarra Real Nova"/>
                <a:ea typeface="Ibarra Real Nova"/>
                <a:cs typeface="Ibarra Real Nova"/>
                <a:sym typeface="Ibarra Real Nova"/>
              </a:rPr>
              <a:t>By Isabel Mercado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583520" y="2447485"/>
            <a:ext cx="9120960"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BACKGROUND</a:t>
            </a:r>
          </a:p>
        </p:txBody>
      </p:sp>
      <p:sp>
        <p:nvSpPr>
          <p:cNvPr name="TextBox 10" id="10"/>
          <p:cNvSpPr txBox="true"/>
          <p:nvPr/>
        </p:nvSpPr>
        <p:spPr>
          <a:xfrm rot="0">
            <a:off x="3769055" y="4143244"/>
            <a:ext cx="10749889" cy="3515296"/>
          </a:xfrm>
          <a:prstGeom prst="rect">
            <a:avLst/>
          </a:prstGeom>
        </p:spPr>
        <p:txBody>
          <a:bodyPr anchor="t" rtlCol="false" tIns="0" lIns="0" bIns="0" rIns="0">
            <a:spAutoFit/>
          </a:bodyPr>
          <a:lstStyle/>
          <a:p>
            <a:pPr algn="ctr">
              <a:lnSpc>
                <a:spcPts val="4693"/>
              </a:lnSpc>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773159" y="2341855"/>
            <a:ext cx="10741682"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PROJECT GOALS</a:t>
            </a:r>
          </a:p>
        </p:txBody>
      </p:sp>
      <p:sp>
        <p:nvSpPr>
          <p:cNvPr name="TextBox 10" id="10"/>
          <p:cNvSpPr txBox="true"/>
          <p:nvPr/>
        </p:nvSpPr>
        <p:spPr>
          <a:xfrm rot="0">
            <a:off x="3769055" y="4037614"/>
            <a:ext cx="10749889" cy="1743646"/>
          </a:xfrm>
          <a:prstGeom prst="rect">
            <a:avLst/>
          </a:prstGeom>
        </p:spPr>
        <p:txBody>
          <a:bodyPr anchor="t" rtlCol="false" tIns="0" lIns="0" bIns="0" rIns="0">
            <a:spAutoFit/>
          </a:bodyPr>
          <a:lstStyle/>
          <a:p>
            <a:pPr algn="l" marL="723806" indent="-361903" lvl="1">
              <a:lnSpc>
                <a:spcPts val="4693"/>
              </a:lnSpc>
              <a:buFont typeface="Arial"/>
              <a:buChar char="•"/>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a:t>
            </a:r>
          </a:p>
        </p:txBody>
      </p:sp>
      <p:sp>
        <p:nvSpPr>
          <p:cNvPr name="TextBox 11" id="11"/>
          <p:cNvSpPr txBox="true"/>
          <p:nvPr/>
        </p:nvSpPr>
        <p:spPr>
          <a:xfrm rot="0">
            <a:off x="3769055" y="6020524"/>
            <a:ext cx="10749889" cy="1743646"/>
          </a:xfrm>
          <a:prstGeom prst="rect">
            <a:avLst/>
          </a:prstGeom>
        </p:spPr>
        <p:txBody>
          <a:bodyPr anchor="t" rtlCol="false" tIns="0" lIns="0" bIns="0" rIns="0">
            <a:spAutoFit/>
          </a:bodyPr>
          <a:lstStyle/>
          <a:p>
            <a:pPr algn="l" marL="723806" indent="-361903" lvl="1">
              <a:lnSpc>
                <a:spcPts val="4693"/>
              </a:lnSpc>
              <a:buFont typeface="Arial"/>
              <a:buChar char="•"/>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176288" y="2271207"/>
            <a:ext cx="9935424"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METHODOLOGY</a:t>
            </a:r>
          </a:p>
        </p:txBody>
      </p:sp>
      <p:sp>
        <p:nvSpPr>
          <p:cNvPr name="TextBox 10" id="10"/>
          <p:cNvSpPr txBox="true"/>
          <p:nvPr/>
        </p:nvSpPr>
        <p:spPr>
          <a:xfrm rot="0">
            <a:off x="4732396" y="4910072"/>
            <a:ext cx="9953880" cy="2924746"/>
          </a:xfrm>
          <a:prstGeom prst="rect">
            <a:avLst/>
          </a:prstGeom>
        </p:spPr>
        <p:txBody>
          <a:bodyPr anchor="t" rtlCol="false" tIns="0" lIns="0" bIns="0" rIns="0">
            <a:spAutoFit/>
          </a:bodyPr>
          <a:lstStyle/>
          <a:p>
            <a:pPr algn="l">
              <a:lnSpc>
                <a:spcPts val="4693"/>
              </a:lnSpc>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1" id="11"/>
          <p:cNvSpPr txBox="true"/>
          <p:nvPr/>
        </p:nvSpPr>
        <p:spPr>
          <a:xfrm rot="0">
            <a:off x="4732396" y="3871812"/>
            <a:ext cx="9075513"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RESEARCH APPROACH :</a:t>
            </a:r>
          </a:p>
        </p:txBody>
      </p:sp>
      <p:sp>
        <p:nvSpPr>
          <p:cNvPr name="TextBox 12" id="12"/>
          <p:cNvSpPr txBox="true"/>
          <p:nvPr/>
        </p:nvSpPr>
        <p:spPr>
          <a:xfrm rot="0">
            <a:off x="3601724" y="3871812"/>
            <a:ext cx="926879"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176288" y="2271207"/>
            <a:ext cx="9935424"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METHODOLOGY</a:t>
            </a:r>
          </a:p>
        </p:txBody>
      </p:sp>
      <p:sp>
        <p:nvSpPr>
          <p:cNvPr name="TextBox 10" id="10"/>
          <p:cNvSpPr txBox="true"/>
          <p:nvPr/>
        </p:nvSpPr>
        <p:spPr>
          <a:xfrm rot="0">
            <a:off x="4732396" y="4910072"/>
            <a:ext cx="9953880" cy="2924746"/>
          </a:xfrm>
          <a:prstGeom prst="rect">
            <a:avLst/>
          </a:prstGeom>
        </p:spPr>
        <p:txBody>
          <a:bodyPr anchor="t" rtlCol="false" tIns="0" lIns="0" bIns="0" rIns="0">
            <a:spAutoFit/>
          </a:bodyPr>
          <a:lstStyle/>
          <a:p>
            <a:pPr algn="l">
              <a:lnSpc>
                <a:spcPts val="4693"/>
              </a:lnSpc>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1" id="11"/>
          <p:cNvSpPr txBox="true"/>
          <p:nvPr/>
        </p:nvSpPr>
        <p:spPr>
          <a:xfrm rot="0">
            <a:off x="4732396" y="3871812"/>
            <a:ext cx="9075513"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TOOLS :</a:t>
            </a:r>
          </a:p>
        </p:txBody>
      </p:sp>
      <p:sp>
        <p:nvSpPr>
          <p:cNvPr name="TextBox 12" id="12"/>
          <p:cNvSpPr txBox="true"/>
          <p:nvPr/>
        </p:nvSpPr>
        <p:spPr>
          <a:xfrm rot="0">
            <a:off x="3601724" y="3871812"/>
            <a:ext cx="926879"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B.</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176288" y="2271207"/>
            <a:ext cx="9935424"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METHODOLOGY</a:t>
            </a:r>
          </a:p>
        </p:txBody>
      </p:sp>
      <p:sp>
        <p:nvSpPr>
          <p:cNvPr name="TextBox 10" id="10"/>
          <p:cNvSpPr txBox="true"/>
          <p:nvPr/>
        </p:nvSpPr>
        <p:spPr>
          <a:xfrm rot="0">
            <a:off x="4732396" y="4910072"/>
            <a:ext cx="9953880" cy="2924746"/>
          </a:xfrm>
          <a:prstGeom prst="rect">
            <a:avLst/>
          </a:prstGeom>
        </p:spPr>
        <p:txBody>
          <a:bodyPr anchor="t" rtlCol="false" tIns="0" lIns="0" bIns="0" rIns="0">
            <a:spAutoFit/>
          </a:bodyPr>
          <a:lstStyle/>
          <a:p>
            <a:pPr algn="l">
              <a:lnSpc>
                <a:spcPts val="4693"/>
              </a:lnSpc>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1" id="11"/>
          <p:cNvSpPr txBox="true"/>
          <p:nvPr/>
        </p:nvSpPr>
        <p:spPr>
          <a:xfrm rot="0">
            <a:off x="4732396" y="3871812"/>
            <a:ext cx="9075513"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MATERIALS :</a:t>
            </a:r>
          </a:p>
        </p:txBody>
      </p:sp>
      <p:sp>
        <p:nvSpPr>
          <p:cNvPr name="TextBox 12" id="12"/>
          <p:cNvSpPr txBox="true"/>
          <p:nvPr/>
        </p:nvSpPr>
        <p:spPr>
          <a:xfrm rot="0">
            <a:off x="3601724" y="3871812"/>
            <a:ext cx="926879"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C.</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176288" y="2271207"/>
            <a:ext cx="9935424"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METHODOLOGY</a:t>
            </a:r>
          </a:p>
        </p:txBody>
      </p:sp>
      <p:sp>
        <p:nvSpPr>
          <p:cNvPr name="TextBox 10" id="10"/>
          <p:cNvSpPr txBox="true"/>
          <p:nvPr/>
        </p:nvSpPr>
        <p:spPr>
          <a:xfrm rot="0">
            <a:off x="4732396" y="4910072"/>
            <a:ext cx="9953880" cy="2924746"/>
          </a:xfrm>
          <a:prstGeom prst="rect">
            <a:avLst/>
          </a:prstGeom>
        </p:spPr>
        <p:txBody>
          <a:bodyPr anchor="t" rtlCol="false" tIns="0" lIns="0" bIns="0" rIns="0">
            <a:spAutoFit/>
          </a:bodyPr>
          <a:lstStyle/>
          <a:p>
            <a:pPr algn="l">
              <a:lnSpc>
                <a:spcPts val="4693"/>
              </a:lnSpc>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1" id="11"/>
          <p:cNvSpPr txBox="true"/>
          <p:nvPr/>
        </p:nvSpPr>
        <p:spPr>
          <a:xfrm rot="0">
            <a:off x="4732396" y="3871812"/>
            <a:ext cx="9075513"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PROCESS :</a:t>
            </a:r>
          </a:p>
        </p:txBody>
      </p:sp>
      <p:sp>
        <p:nvSpPr>
          <p:cNvPr name="TextBox 12" id="12"/>
          <p:cNvSpPr txBox="true"/>
          <p:nvPr/>
        </p:nvSpPr>
        <p:spPr>
          <a:xfrm rot="0">
            <a:off x="3601724" y="3871812"/>
            <a:ext cx="926879"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176288" y="2271207"/>
            <a:ext cx="9935424"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METHODOLOGY</a:t>
            </a:r>
          </a:p>
        </p:txBody>
      </p:sp>
      <p:sp>
        <p:nvSpPr>
          <p:cNvPr name="TextBox 10" id="10"/>
          <p:cNvSpPr txBox="true"/>
          <p:nvPr/>
        </p:nvSpPr>
        <p:spPr>
          <a:xfrm rot="0">
            <a:off x="4732396" y="4910072"/>
            <a:ext cx="9953880" cy="2924746"/>
          </a:xfrm>
          <a:prstGeom prst="rect">
            <a:avLst/>
          </a:prstGeom>
        </p:spPr>
        <p:txBody>
          <a:bodyPr anchor="t" rtlCol="false" tIns="0" lIns="0" bIns="0" rIns="0">
            <a:spAutoFit/>
          </a:bodyPr>
          <a:lstStyle/>
          <a:p>
            <a:pPr algn="l">
              <a:lnSpc>
                <a:spcPts val="4693"/>
              </a:lnSpc>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1" id="11"/>
          <p:cNvSpPr txBox="true"/>
          <p:nvPr/>
        </p:nvSpPr>
        <p:spPr>
          <a:xfrm rot="0">
            <a:off x="4732396" y="3871812"/>
            <a:ext cx="9075513"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IMPLEMENTATION</a:t>
            </a:r>
            <a:r>
              <a:rPr lang="en-US" sz="5553" b="true">
                <a:solidFill>
                  <a:srgbClr val="FF6AAD"/>
                </a:solidFill>
                <a:latin typeface="Brixton Bold"/>
                <a:ea typeface="Brixton Bold"/>
                <a:cs typeface="Brixton Bold"/>
                <a:sym typeface="Brixton Bold"/>
              </a:rPr>
              <a:t> :</a:t>
            </a:r>
          </a:p>
        </p:txBody>
      </p:sp>
      <p:sp>
        <p:nvSpPr>
          <p:cNvPr name="TextBox 12" id="12"/>
          <p:cNvSpPr txBox="true"/>
          <p:nvPr/>
        </p:nvSpPr>
        <p:spPr>
          <a:xfrm rot="0">
            <a:off x="3601724" y="3871812"/>
            <a:ext cx="926879" cy="954318"/>
          </a:xfrm>
          <a:prstGeom prst="rect">
            <a:avLst/>
          </a:prstGeom>
        </p:spPr>
        <p:txBody>
          <a:bodyPr anchor="t" rtlCol="false" tIns="0" lIns="0" bIns="0" rIns="0">
            <a:spAutoFit/>
          </a:bodyPr>
          <a:lstStyle/>
          <a:p>
            <a:pPr algn="l">
              <a:lnSpc>
                <a:spcPts val="7774"/>
              </a:lnSpc>
            </a:pPr>
            <a:r>
              <a:rPr lang="en-US" sz="5553" b="true">
                <a:solidFill>
                  <a:srgbClr val="FF6AAD"/>
                </a:solidFill>
                <a:latin typeface="Brixton Bold"/>
                <a:ea typeface="Brixton Bold"/>
                <a:cs typeface="Brixton Bold"/>
                <a:sym typeface="Brixton Bold"/>
              </a:rPr>
              <a:t>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583520" y="2130701"/>
            <a:ext cx="9120960"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RESULT</a:t>
            </a:r>
          </a:p>
        </p:txBody>
      </p:sp>
      <p:sp>
        <p:nvSpPr>
          <p:cNvPr name="TextBox 10" id="10"/>
          <p:cNvSpPr txBox="true"/>
          <p:nvPr/>
        </p:nvSpPr>
        <p:spPr>
          <a:xfrm rot="0">
            <a:off x="3615554" y="3869477"/>
            <a:ext cx="6585532" cy="4105846"/>
          </a:xfrm>
          <a:prstGeom prst="rect">
            <a:avLst/>
          </a:prstGeom>
        </p:spPr>
        <p:txBody>
          <a:bodyPr anchor="t" rtlCol="false" tIns="0" lIns="0" bIns="0" rIns="0">
            <a:spAutoFit/>
          </a:bodyPr>
          <a:lstStyle/>
          <a:p>
            <a:pPr algn="l">
              <a:lnSpc>
                <a:spcPts val="4693"/>
              </a:lnSpc>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 Ut enim ad minim veniam, quis nostrud exercitation ullamco laboris nisi ut aliquip ex ea commodo consequat.</a:t>
            </a:r>
          </a:p>
        </p:txBody>
      </p:sp>
      <p:pic>
        <p:nvPicPr>
          <p:cNvPr name="Picture 11" id="11"/>
          <p:cNvPicPr>
            <a:picLocks noChangeAspect="true"/>
          </p:cNvPicPr>
          <p:nvPr/>
        </p:nvPicPr>
        <p:blipFill>
          <a:blip r:embed="rId7"/>
          <a:stretch>
            <a:fillRect/>
          </a:stretch>
        </p:blipFill>
        <p:spPr>
          <a:xfrm rot="0">
            <a:off x="10218880" y="3521757"/>
            <a:ext cx="4858435" cy="4858435"/>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583520" y="2130701"/>
            <a:ext cx="9120960"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ANALYSIS</a:t>
            </a:r>
          </a:p>
        </p:txBody>
      </p:sp>
      <p:sp>
        <p:nvSpPr>
          <p:cNvPr name="TextBox 10" id="10"/>
          <p:cNvSpPr txBox="true"/>
          <p:nvPr/>
        </p:nvSpPr>
        <p:spPr>
          <a:xfrm rot="0">
            <a:off x="2333583" y="3869477"/>
            <a:ext cx="4447078" cy="4105846"/>
          </a:xfrm>
          <a:prstGeom prst="rect">
            <a:avLst/>
          </a:prstGeom>
        </p:spPr>
        <p:txBody>
          <a:bodyPr anchor="t" rtlCol="false" tIns="0" lIns="0" bIns="0" rIns="0">
            <a:spAutoFit/>
          </a:bodyPr>
          <a:lstStyle/>
          <a:p>
            <a:pPr algn="l" marL="723806" indent="-361903" lvl="1">
              <a:lnSpc>
                <a:spcPts val="4693"/>
              </a:lnSpc>
              <a:buFont typeface="Arial"/>
              <a:buChar char="•"/>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a:t>
            </a:r>
          </a:p>
        </p:txBody>
      </p:sp>
      <p:sp>
        <p:nvSpPr>
          <p:cNvPr name="TextBox 11" id="11"/>
          <p:cNvSpPr txBox="true"/>
          <p:nvPr/>
        </p:nvSpPr>
        <p:spPr>
          <a:xfrm rot="0">
            <a:off x="6920461" y="3869477"/>
            <a:ext cx="4447078" cy="4105846"/>
          </a:xfrm>
          <a:prstGeom prst="rect">
            <a:avLst/>
          </a:prstGeom>
        </p:spPr>
        <p:txBody>
          <a:bodyPr anchor="t" rtlCol="false" tIns="0" lIns="0" bIns="0" rIns="0">
            <a:spAutoFit/>
          </a:bodyPr>
          <a:lstStyle/>
          <a:p>
            <a:pPr algn="l" marL="723806" indent="-361903" lvl="1">
              <a:lnSpc>
                <a:spcPts val="4693"/>
              </a:lnSpc>
              <a:buFont typeface="Arial"/>
              <a:buChar char="•"/>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a:t>
            </a:r>
          </a:p>
        </p:txBody>
      </p:sp>
      <p:sp>
        <p:nvSpPr>
          <p:cNvPr name="TextBox 12" id="12"/>
          <p:cNvSpPr txBox="true"/>
          <p:nvPr/>
        </p:nvSpPr>
        <p:spPr>
          <a:xfrm rot="0">
            <a:off x="11507339" y="3869477"/>
            <a:ext cx="4447078" cy="4105846"/>
          </a:xfrm>
          <a:prstGeom prst="rect">
            <a:avLst/>
          </a:prstGeom>
        </p:spPr>
        <p:txBody>
          <a:bodyPr anchor="t" rtlCol="false" tIns="0" lIns="0" bIns="0" rIns="0">
            <a:spAutoFit/>
          </a:bodyPr>
          <a:lstStyle/>
          <a:p>
            <a:pPr algn="l" marL="723806" indent="-361903" lvl="1">
              <a:lnSpc>
                <a:spcPts val="4693"/>
              </a:lnSpc>
              <a:buFont typeface="Arial"/>
              <a:buChar char="•"/>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583520" y="2447485"/>
            <a:ext cx="9120960" cy="1584667"/>
          </a:xfrm>
          <a:prstGeom prst="rect">
            <a:avLst/>
          </a:prstGeom>
        </p:spPr>
        <p:txBody>
          <a:bodyPr anchor="t" rtlCol="false" tIns="0" lIns="0" bIns="0" rIns="0">
            <a:spAutoFit/>
          </a:bodyPr>
          <a:lstStyle/>
          <a:p>
            <a:pPr algn="ctr">
              <a:lnSpc>
                <a:spcPts val="12826"/>
              </a:lnSpc>
            </a:pPr>
            <a:r>
              <a:rPr lang="en-US" b="true" sz="9161">
                <a:solidFill>
                  <a:srgbClr val="FF6AAD"/>
                </a:solidFill>
                <a:latin typeface="Brixton Bold"/>
                <a:ea typeface="Brixton Bold"/>
                <a:cs typeface="Brixton Bold"/>
                <a:sym typeface="Brixton Bold"/>
              </a:rPr>
              <a:t>CONCLUSION</a:t>
            </a:r>
          </a:p>
        </p:txBody>
      </p:sp>
      <p:sp>
        <p:nvSpPr>
          <p:cNvPr name="TextBox 10" id="10"/>
          <p:cNvSpPr txBox="true"/>
          <p:nvPr/>
        </p:nvSpPr>
        <p:spPr>
          <a:xfrm rot="0">
            <a:off x="3769055" y="4143244"/>
            <a:ext cx="10749889" cy="3515296"/>
          </a:xfrm>
          <a:prstGeom prst="rect">
            <a:avLst/>
          </a:prstGeom>
        </p:spPr>
        <p:txBody>
          <a:bodyPr anchor="t" rtlCol="false" tIns="0" lIns="0" bIns="0" rIns="0">
            <a:spAutoFit/>
          </a:bodyPr>
          <a:lstStyle/>
          <a:p>
            <a:pPr algn="ctr">
              <a:lnSpc>
                <a:spcPts val="4693"/>
              </a:lnSpc>
            </a:pPr>
            <a:r>
              <a:rPr lang="en-US" sz="3352">
                <a:solidFill>
                  <a:srgbClr val="FF6AAD"/>
                </a:solidFill>
                <a:latin typeface="Ibarra Real Nova"/>
                <a:ea typeface="Ibarra Real Nova"/>
                <a:cs typeface="Ibarra Real Nova"/>
                <a:sym typeface="Ibarra Real Nov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222" r="0" b="0"/>
            </a:stretch>
          </a:blipFill>
        </p:spPr>
      </p:sp>
      <p:sp>
        <p:nvSpPr>
          <p:cNvPr name="Freeform 3" id="3"/>
          <p:cNvSpPr/>
          <p:nvPr/>
        </p:nvSpPr>
        <p:spPr>
          <a:xfrm flipH="false" flipV="false" rot="0">
            <a:off x="334633" y="58124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334633" y="3598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3722936" y="359800"/>
            <a:ext cx="4230432" cy="4114800"/>
          </a:xfrm>
          <a:custGeom>
            <a:avLst/>
            <a:gdLst/>
            <a:ahLst/>
            <a:cxnLst/>
            <a:rect r="r" b="b" t="t" l="l"/>
            <a:pathLst>
              <a:path h="4114800" w="4230432">
                <a:moveTo>
                  <a:pt x="0" y="0"/>
                </a:moveTo>
                <a:lnTo>
                  <a:pt x="4230431" y="0"/>
                </a:lnTo>
                <a:lnTo>
                  <a:pt x="423043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10800000">
            <a:off x="13722936" y="5812400"/>
            <a:ext cx="4230432" cy="4114800"/>
          </a:xfrm>
          <a:custGeom>
            <a:avLst/>
            <a:gdLst/>
            <a:ahLst/>
            <a:cxnLst/>
            <a:rect r="r" b="b" t="t" l="l"/>
            <a:pathLst>
              <a:path h="4114800" w="4230432">
                <a:moveTo>
                  <a:pt x="0" y="4114800"/>
                </a:moveTo>
                <a:lnTo>
                  <a:pt x="4230431" y="4114800"/>
                </a:lnTo>
                <a:lnTo>
                  <a:pt x="4230431"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486400" y="9539525"/>
            <a:ext cx="7315200" cy="314099"/>
          </a:xfrm>
          <a:custGeom>
            <a:avLst/>
            <a:gdLst/>
            <a:ahLst/>
            <a:cxnLst/>
            <a:rect r="r" b="b" t="t" l="l"/>
            <a:pathLst>
              <a:path h="314099" w="7315200">
                <a:moveTo>
                  <a:pt x="0" y="0"/>
                </a:moveTo>
                <a:lnTo>
                  <a:pt x="7315200" y="0"/>
                </a:lnTo>
                <a:lnTo>
                  <a:pt x="7315200" y="314099"/>
                </a:lnTo>
                <a:lnTo>
                  <a:pt x="0" y="3140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5486400" y="433376"/>
            <a:ext cx="7315200" cy="314099"/>
          </a:xfrm>
          <a:custGeom>
            <a:avLst/>
            <a:gdLst/>
            <a:ahLst/>
            <a:cxnLst/>
            <a:rect r="r" b="b" t="t" l="l"/>
            <a:pathLst>
              <a:path h="314099" w="7315200">
                <a:moveTo>
                  <a:pt x="7315200" y="0"/>
                </a:moveTo>
                <a:lnTo>
                  <a:pt x="0" y="0"/>
                </a:lnTo>
                <a:lnTo>
                  <a:pt x="0" y="314099"/>
                </a:lnTo>
                <a:lnTo>
                  <a:pt x="7315200" y="314099"/>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048614" y="3945440"/>
            <a:ext cx="12190771" cy="2138945"/>
          </a:xfrm>
          <a:prstGeom prst="rect">
            <a:avLst/>
          </a:prstGeom>
        </p:spPr>
        <p:txBody>
          <a:bodyPr anchor="t" rtlCol="false" tIns="0" lIns="0" bIns="0" rIns="0">
            <a:spAutoFit/>
          </a:bodyPr>
          <a:lstStyle/>
          <a:p>
            <a:pPr algn="ctr">
              <a:lnSpc>
                <a:spcPts val="17143"/>
              </a:lnSpc>
            </a:pPr>
            <a:r>
              <a:rPr lang="en-US" b="true" sz="12245">
                <a:solidFill>
                  <a:srgbClr val="FF6AAD"/>
                </a:solidFill>
                <a:latin typeface="Brixton Bold"/>
                <a:ea typeface="Brixton Bold"/>
                <a:cs typeface="Brixton Bold"/>
                <a:sym typeface="Brixto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DAHCyiSTOWE</dc:identifier>
  <dcterms:modified xsi:type="dcterms:W3CDTF">2011-08-01T06:04:30Z</dcterms:modified>
  <cp:revision>1</cp:revision>
</cp:coreProperties>
</file>