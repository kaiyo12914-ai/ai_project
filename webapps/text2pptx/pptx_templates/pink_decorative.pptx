
<file path=[Content_Types].xml><?xml version="1.0" encoding="utf-8"?>
<ns0:Types xmlns:ns0="http://schemas.openxmlformats.org/package/2006/content-types">
  <ns0:Default Extension="fntdata" ContentType="application/x-fontdata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media/image3.svg" ContentType="image/svg+xml"/>
  <ns0:Override PartName="/ppt/media/image5.svg" ContentType="image/svg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7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  <ns0:Override PartName="/ppt/slideLayouts/slideLayout21.xml" ContentType="application/vnd.openxmlformats-officedocument.presentationml.slideLayout+xml"/>
  <ns0:Override PartName="/ppt/slideLayouts/slideLayout22.xml" ContentType="application/vnd.openxmlformats-officedocument.presentationml.slideLayout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embedTrueTypeFonts="true">
  <ns0:sldMasterIdLst>
    <ns0:sldMasterId id="2147483648" ns1:id="rId1"/>
  </ns0:sldMasterIdLst>
  <ns0:sldIdLst>
    <ns0:sldId id="256" ns1:id="rId6"/>
    <ns0:sldId id="257" ns1:id="rId7"/>
    <ns0:sldId id="258" ns1:id="rId8"/>
    <ns0:sldId id="259" ns1:id="rId9"/>
    <ns0:sldId id="260" ns1:id="rId10"/>
    <ns0:sldId id="261" ns1:id="rId11"/>
    <ns0:sldId id="262" ns1:id="rId12"/>
    <ns0:sldId id="263" ns1:id="rId13"/>
    <ns0:sldId id="264" ns1:id="rId14"/>
    <ns0:sldId id="265" ns1:id="rId15"/>
    <ns0:sldId id="266" ns1:id="rId16"/>
    <ns0:sldId id="267" ns1:id="rId17"/>
  </ns0:sldIdLst>
  <ns0:sldSz cx="18288000" cy="10287000"/>
  <ns0:notesSz cx="6858000" cy="9144000"/>
  <ns0:embeddedFontLst>
    <ns0:embeddedFont>
      <ns0:font typeface="Brixton Bold" charset="1" panose="00000000000000000000"/>
      <ns0:regular ns1:id="rId18"/>
    </ns0:embeddedFont>
    <ns0:embeddedFont>
      <ns0:font typeface="Ibarra Real Nova" charset="1" panose="00000500000000000000"/>
      <ns0:regular ns1:id="rId19"/>
    </ns0:embeddedFont>
  </ns0:embeddedFontLst>
  <ns0:defaultTextStyle>
    <ns2:defPPr>
      <ns2:defRPr lang="en-US"/>
    </ns2:defPPr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esProps" Target="presProps.xml" /><ns0:Relationship Id="rId3" Type="http://schemas.openxmlformats.org/officeDocument/2006/relationships/viewProps" Target="viewProps.xml" /><ns0:Relationship Id="rId4" Type="http://schemas.openxmlformats.org/officeDocument/2006/relationships/theme" Target="theme/theme1.xml" /><ns0:Relationship Id="rId5" Type="http://schemas.openxmlformats.org/officeDocument/2006/relationships/tableStyles" Target="tableStyles.xml" /><ns0:Relationship Id="rId6" Type="http://schemas.openxmlformats.org/officeDocument/2006/relationships/slide" Target="slides/slide1.xml" /><ns0:Relationship Id="rId7" Type="http://schemas.openxmlformats.org/officeDocument/2006/relationships/slide" Target="slides/slide2.xml" /><ns0:Relationship Id="rId8" Type="http://schemas.openxmlformats.org/officeDocument/2006/relationships/slide" Target="slides/slide3.xml" /><ns0:Relationship Id="rId9" Type="http://schemas.openxmlformats.org/officeDocument/2006/relationships/slide" Target="slides/slide4.xml" /><ns0:Relationship Id="rId10" Type="http://schemas.openxmlformats.org/officeDocument/2006/relationships/slide" Target="slides/slide5.xml" /><ns0:Relationship Id="rId11" Type="http://schemas.openxmlformats.org/officeDocument/2006/relationships/slide" Target="slides/slide6.xml" /><ns0:Relationship Id="rId12" Type="http://schemas.openxmlformats.org/officeDocument/2006/relationships/slide" Target="slides/slide7.xml" /><ns0:Relationship Id="rId13" Type="http://schemas.openxmlformats.org/officeDocument/2006/relationships/slide" Target="slides/slide8.xml" /><ns0:Relationship Id="rId14" Type="http://schemas.openxmlformats.org/officeDocument/2006/relationships/slide" Target="slides/slide9.xml" /><ns0:Relationship Id="rId15" Type="http://schemas.openxmlformats.org/officeDocument/2006/relationships/slide" Target="slides/slide10.xml" /><ns0:Relationship Id="rId16" Type="http://schemas.openxmlformats.org/officeDocument/2006/relationships/slide" Target="slides/slide11.xml" /><ns0:Relationship Id="rId17" Type="http://schemas.openxmlformats.org/officeDocument/2006/relationships/slide" Target="slides/slide12.xml" /><ns0:Relationship Id="rId18" Type="http://schemas.openxmlformats.org/officeDocument/2006/relationships/font" Target="fonts/font18.fntdata" /><ns0:Relationship Id="rId19" Type="http://schemas.openxmlformats.org/officeDocument/2006/relationships/font" Target="fonts/font19.fntdata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1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ns0:Relationship Id="rId15" Type="http://schemas.openxmlformats.org/officeDocument/2006/relationships/image" Target="../media/image6.png" /></ns0:Relationships>
</file>

<file path=ppt/slideLayouts/_rels/slideLayout2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2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_rels/slideLayout2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2.png" /><ns0:Relationship Id="rId6" Type="http://schemas.openxmlformats.org/officeDocument/2006/relationships/image" Target="../media/image3.svg" /><ns0:Relationship Id="rId7" Type="http://schemas.openxmlformats.org/officeDocument/2006/relationships/image" Target="../media/image2.png" /><ns0:Relationship Id="rId8" Type="http://schemas.openxmlformats.org/officeDocument/2006/relationships/image" Target="../media/image3.svg" /><ns0:Relationship Id="rId9" Type="http://schemas.openxmlformats.org/officeDocument/2006/relationships/image" Target="../media/image2.png" /><ns0:Relationship Id="rId10" Type="http://schemas.openxmlformats.org/officeDocument/2006/relationships/image" Target="../media/image3.svg" /><ns0:Relationship Id="rId11" Type="http://schemas.openxmlformats.org/officeDocument/2006/relationships/image" Target="../media/image4.png" /><ns0:Relationship Id="rId12" Type="http://schemas.openxmlformats.org/officeDocument/2006/relationships/image" Target="../media/image5.svg" /><ns0:Relationship Id="rId13" Type="http://schemas.openxmlformats.org/officeDocument/2006/relationships/image" Target="../media/image4.png" /><ns0:Relationship Id="rId14" Type="http://schemas.openxmlformats.org/officeDocument/2006/relationships/image" Target="../media/image5.svg" /></ns0:Relationships>
</file>

<file path=ppt/slideLayouts/slideLayout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3048614" y="3414350"/>
            <ns1:ext cx="12190771" cy="213894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143"/>
              </ns1:lnSpc>
            </ns1:pPr>
            <ns1:r>
              <ns1:rPr lang="en-US" b="true" sz="12245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5088262" y="5414857"/>
            <ns1:ext cx="8111475" cy="1011143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317"/>
              </ns1:lnSpc>
            </ns1:pPr>
            <ns1:r>
              <ns1:rPr lang="en-US" sz="5941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2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583520" y="2447485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769055" y="4143244"/>
            <ns1:ext cx="10749889" cy="351529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3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3773159" y="2341855"/>
            <ns1:ext cx="10741682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769055" y="4037614"/>
            <ns1:ext cx="10749889" cy="17436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3769055" y="6020524"/>
            <ns1:ext cx="10749889" cy="17436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4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4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5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6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6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7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8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8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9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9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583520" y="2130701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615554" y="3869477"/>
            <ns1:ext cx="6585532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pic>
        <ns0:nvPicPr>
          <ns0:cNvPr name="Picture 11" id="11"/>
          <ns0:cNvPicPr>
            <ns1:picLocks noChangeAspect="true"/>
          </ns0:cNvPicPr>
          <ns0:nvPr/>
        </ns0:nvPicPr>
        <ns0:blipFill>
          <ns1:blip ns2:embed="rId15"/>
          <ns1:stretch>
            <ns1:fillRect/>
          </ns1:stretch>
        </ns0:blipFill>
        <ns0:spPr>
          <ns1:xfrm rot="0">
            <ns1:off x="10218880" y="3521757"/>
            <ns1:ext cx="4858435" cy="4858435"/>
          </ns1:xfrm>
          <ns1:prstGeom prst="rect">
            <ns1:avLst/>
          </ns1:prstGeom>
        </ns0:spPr>
      </ns0:pic>
    </ns0:spTree>
  </ns0:cSld>
  <ns0:clrMapOvr>
    <ns1:masterClrMapping/>
  </ns0:clrMapOvr>
</ns0:sldLayout>
</file>

<file path=ppt/slideLayouts/slideLayout20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0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583520" y="2130701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2333583" y="3869477"/>
            <ns1:ext cx="4447078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6920461" y="3869477"/>
            <ns1:ext cx="4447078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11507339" y="3869477"/>
            <ns1:ext cx="4447078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21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583520" y="2447485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769055" y="4143244"/>
            <ns1:ext cx="10749889" cy="351529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22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8222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4633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true" rot="0">
            <ns1:off x="334633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10800000">
            <ns1:off x="13722936" y="3598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0"/>
                </ns1:moveTo>
                <ns1:lnTo>
                  <ns1:pt x="4230431" y="0"/>
                </ns1:lnTo>
                <ns1:lnTo>
                  <ns1:pt x="4230431" y="4114800"/>
                </ns1:lnTo>
                <ns1:lnTo>
                  <ns1:pt x="0" y="41148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true" rot="-10800000">
            <ns1:off x="13722936" y="5812400"/>
            <ns1:ext cx="4230432" cy="4114800"/>
          </ns1:xfrm>
          <ns1:custGeom>
            <ns1:avLst/>
            <ns1:gdLst/>
            <ns1:ahLst/>
            <ns1:cxnLst/>
            <ns1:rect r="r" b="b" t="t" l="l"/>
            <ns1:pathLst>
              <ns1:path h="4114800" w="4230432">
                <ns1:moveTo>
                  <ns1:pt x="0" y="4114800"/>
                </ns1:moveTo>
                <ns1:lnTo>
                  <ns1:pt x="4230431" y="4114800"/>
                </ns1:lnTo>
                <ns1:lnTo>
                  <ns1:pt x="4230431" y="0"/>
                </ns1:lnTo>
                <ns1:lnTo>
                  <ns1:pt x="0" y="0"/>
                </ns1:lnTo>
                <ns1:lnTo>
                  <ns1:pt x="0" y="411480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5486400" y="9539525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0" y="0"/>
                </ns1:moveTo>
                <ns1:lnTo>
                  <ns1:pt x="7315200" y="0"/>
                </ns1:lnTo>
                <ns1:lnTo>
                  <ns1:pt x="7315200" y="314099"/>
                </ns1:lnTo>
                <ns1:lnTo>
                  <ns1:pt x="0" y="3140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5486400" y="433376"/>
            <ns1:ext cx="7315200" cy="314099"/>
          </ns1:xfrm>
          <ns1:custGeom>
            <ns1:avLst/>
            <ns1:gdLst/>
            <ns1:ahLst/>
            <ns1:cxnLst/>
            <ns1:rect r="r" b="b" t="t" l="l"/>
            <ns1:pathLst>
              <ns1:path h="314099" w="7315200">
                <ns1:moveTo>
                  <ns1:pt x="7315200" y="0"/>
                </ns1:moveTo>
                <ns1:lnTo>
                  <ns1:pt x="0" y="0"/>
                </ns1:lnTo>
                <ns1:lnTo>
                  <ns1:pt x="0" y="314099"/>
                </ns1:lnTo>
                <ns1:lnTo>
                  <ns1:pt x="7315200" y="314099"/>
                </ns1:lnTo>
                <ns1:lnTo>
                  <ns1:pt x="731520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3048614" y="3945440"/>
            <ns1:ext cx="12190771" cy="213894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143"/>
              </ns1:lnSpc>
            </ns1:pPr>
            <ns1:r>
              <ns1:rPr lang="en-US" b="true" sz="12245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7" Type="http://schemas.openxmlformats.org/officeDocument/2006/relationships/slideLayout" Target="../slideLayouts/slideLayout7.xml" /><ns0:Relationship Id="rId12" Type="http://schemas.openxmlformats.org/officeDocument/2006/relationships/theme" Target="../theme/theme1.xml" /><ns0:Relationship Id="rId13" Type="http://schemas.openxmlformats.org/officeDocument/2006/relationships/slideLayout" Target="../slideLayouts/slideLayout12.xml" /><ns0:Relationship Id="rId14" Type="http://schemas.openxmlformats.org/officeDocument/2006/relationships/slideLayout" Target="../slideLayouts/slideLayout13.xml" /><ns0:Relationship Id="rId15" Type="http://schemas.openxmlformats.org/officeDocument/2006/relationships/slideLayout" Target="../slideLayouts/slideLayout14.xml" /><ns0:Relationship Id="rId16" Type="http://schemas.openxmlformats.org/officeDocument/2006/relationships/slideLayout" Target="../slideLayouts/slideLayout15.xml" /><ns0:Relationship Id="rId17" Type="http://schemas.openxmlformats.org/officeDocument/2006/relationships/slideLayout" Target="../slideLayouts/slideLayout16.xml" /><ns0:Relationship Id="rId18" Type="http://schemas.openxmlformats.org/officeDocument/2006/relationships/slideLayout" Target="../slideLayouts/slideLayout17.xml" /><ns0:Relationship Id="rId19" Type="http://schemas.openxmlformats.org/officeDocument/2006/relationships/slideLayout" Target="../slideLayouts/slideLayout18.xml" /><ns0:Relationship Id="rId20" Type="http://schemas.openxmlformats.org/officeDocument/2006/relationships/slideLayout" Target="../slideLayouts/slideLayout19.xml" /><ns0:Relationship Id="rId21" Type="http://schemas.openxmlformats.org/officeDocument/2006/relationships/slideLayout" Target="../slideLayouts/slideLayout20.xml" /><ns0:Relationship Id="rId22" Type="http://schemas.openxmlformats.org/officeDocument/2006/relationships/slideLayout" Target="../slideLayouts/slideLayout21.xml" /><ns0:Relationship Id="rId23" Type="http://schemas.openxmlformats.org/officeDocument/2006/relationships/slideLayout" Target="../slideLayouts/slideLayout22.xml" /></ns0: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Placeholder 1"/>
          <ns0:cNvSpPr>
            <ns1:spLocks noGrp="1"/>
          </ns0:cNvSpPr>
          <ns0:nvPr>
            <ns0:ph type="title"/>
          </ns0:nvPr>
        </ns0:nvSpPr>
        <ns0:spPr>
          <ns1:xfrm>
            <ns1:off x="457200" y="274638"/>
            <ns1:ext cx="8229600" cy="1143000"/>
          </ns1:xfrm>
          <ns1:prstGeom prst="rect">
            <ns1:avLst/>
          </ns1:prstGeom>
        </ns0:spPr>
        <ns0:txBody>
          <ns1:bodyPr vert="horz" lIns="91440" tIns="45720" rIns="91440" bIns="45720" rtlCol="0" anchor="ctr">
            <ns1:normAutofit/>
          </ns1:bodyPr>
          <ns1:lstStyle/>
          <ns1:p>
            <ns1:r>
              <ns1:rPr lang="en-US" smtClean="0"/>
              <ns1:t>Click to edit Master title style</ns1:t>
            </ns1:r>
            <ns1:endParaRPr lang="en-US"/>
          </ns1:p>
        </ns0:txBody>
      </ns0:sp>
      <ns0:sp>
        <ns0:nvSpPr>
          <ns0:cNvPr id="3" name="Text Placeholder 2"/>
          <ns0:cNvSpPr>
            <ns1:spLocks noGrp="1"/>
          </ns0:cNvSpPr>
          <ns0:nvPr>
            <ns0:ph type="body" idx="1"/>
          </ns0:nvPr>
        </ns0:nvSpPr>
        <ns0:spPr>
          <ns1:xfrm>
            <ns1:off x="457200" y="1600200"/>
            <ns1:ext cx="8229600" cy="4525963"/>
          </ns1:xfrm>
          <ns1:prstGeom prst="rect">
            <ns1:avLst/>
          </ns1:prstGeom>
        </ns0:spPr>
        <ns0:txBody>
          <ns1:bodyPr vert="horz" lIns="91440" tIns="45720" rIns="91440" bIns="45720" rtlCol="0">
            <ns1:normAutofit/>
          </ns1:bodyPr>
          <ns1:lstStyle/>
          <ns1:p>
            <ns1:pPr lvl="0"/>
            <ns1:r>
              <ns1:rPr lang="en-US" smtClean="0"/>
              <ns1:t>Click to edit Master text styles</ns1:t>
            </ns1:r>
          </ns1:p>
          <ns1:p>
            <ns1:pPr lvl="1"/>
            <ns1:r>
              <ns1:rPr lang="en-US" smtClean="0"/>
              <ns1:t>Second level</ns1:t>
            </ns1:r>
          </ns1:p>
          <ns1:p>
            <ns1:pPr lvl="2"/>
            <ns1:r>
              <ns1:rPr lang="en-US" smtClean="0"/>
              <ns1:t>Third level</ns1:t>
            </ns1:r>
          </ns1:p>
          <ns1:p>
            <ns1:pPr lvl="3"/>
            <ns1:r>
              <ns1:rPr lang="en-US" smtClean="0"/>
              <ns1:t>Fourth level</ns1:t>
            </ns1:r>
          </ns1:p>
          <ns1:p>
            <ns1:pPr lvl="4"/>
            <ns1:r>
              <ns1:rPr lang="en-US" smtClean="0"/>
              <ns1:t>Fifth level</ns1:t>
            </ns1:r>
            <ns1:endParaRPr lang="en-US"/>
          </ns1:p>
        </ns0:txBody>
      </ns0:sp>
      <ns0:sp>
        <ns0:nvSpPr>
          <ns0:cNvPr id="4" name="Date Placeholder 3"/>
          <ns0:cNvSpPr>
            <ns1:spLocks noGrp="1"/>
          </ns0:cNvSpPr>
          <ns0:nvPr>
            <ns0:ph type="dt" sz="half" idx="2"/>
          </ns0:nvPr>
        </ns0:nvSpPr>
        <ns0:spPr>
          <ns1:xfrm>
            <ns1:off x="457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l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1D8BD707-D9CF-40AE-B4C6-C98DA3205C09}" type="datetimeFigureOut">
              <ns1:rPr lang="en-US" smtClean="0"/>
              <ns1:pPr/>
              <ns1:t>8/1/2011</ns1:t>
            </ns1:fld>
            <ns1:endParaRPr lang="en-US"/>
          </ns1:p>
        </ns0:txBody>
      </ns0:sp>
      <ns0:sp>
        <ns0:nvSpPr>
          <ns0:cNvPr id="5" name="Footer Placeholder 4"/>
          <ns0:cNvSpPr>
            <ns1:spLocks noGrp="1"/>
          </ns0:cNvSpPr>
          <ns0:nvPr>
            <ns0:ph type="ftr" sz="quarter" idx="3"/>
          </ns0:nvPr>
        </ns0:nvSpPr>
        <ns0:spPr>
          <ns1:xfrm>
            <ns1:off x="3124200" y="6356350"/>
            <ns1:ext cx="2895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ct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endParaRPr lang="en-US"/>
          </ns1:p>
        </ns0:txBody>
      </ns0:sp>
      <ns0:sp>
        <ns0:nvSpPr>
          <ns0:cNvPr id="6" name="Slide Number Placeholder 5"/>
          <ns0:cNvSpPr>
            <ns1:spLocks noGrp="1"/>
          </ns0:cNvSpPr>
          <ns0:nvPr>
            <ns0:ph type="sldNum" sz="quarter" idx="4"/>
          </ns0:nvPr>
        </ns0:nvSpPr>
        <ns0:spPr>
          <ns1:xfrm>
            <ns1:off x="6553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B6F15528-21DE-4FAA-801E-634DDDAF4B2B}" type="slidenum">
              <ns1:rPr lang="en-US" smtClean="0"/>
              <ns1:pPr/>
              <ns1:t>‹#›</ns1:t>
            </ns1:fld>
            <ns1:endParaRPr lang="en-US"/>
          </ns1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55" ns2:id="rId7"/>
    <ns0:sldLayoutId id="2147483660" ns2:id="rId13"/>
    <ns0:sldLayoutId id="2147483661" ns2:id="rId14"/>
    <ns0:sldLayoutId id="2147483662" ns2:id="rId15"/>
    <ns0:sldLayoutId id="2147483663" ns2:id="rId16"/>
    <ns0:sldLayoutId id="2147483664" ns2:id="rId17"/>
    <ns0:sldLayoutId id="2147483665" ns2:id="rId18"/>
    <ns0:sldLayoutId id="2147483666" ns2:id="rId19"/>
    <ns0:sldLayoutId id="2147483667" ns2:id="rId20"/>
    <ns0:sldLayoutId id="2147483668" ns2:id="rId21"/>
    <ns0:sldLayoutId id="2147483669" ns2:id="rId22"/>
    <ns0:sldLayoutId id="2147483670" ns2:id="rId23"/>
  </ns0:sldLayoutIdLst>
  <ns0:txStyles>
    <ns0:titleStyle>
      <ns1:lvl1pPr algn="ctr" defTabSz="914400" rtl="0" eaLnBrk="1" latinLnBrk="0" hangingPunct="1">
        <ns1:spcBef>
          <ns1:spcPct val="0"/>
        </ns1:spcBef>
        <ns1:buNone/>
        <ns1:defRPr sz="4400" kern="1200">
          <ns1:solidFill>
            <ns1:schemeClr val="tx1"/>
          </ns1:solidFill>
          <ns1:latin typeface="+mj-lt"/>
          <ns1:ea typeface="+mj-ea"/>
          <ns1:cs typeface="+mj-cs"/>
        </ns1:defRPr>
      </ns1:lvl1pPr>
    </ns0:titleStyle>
    <ns0:bodyStyle>
      <ns1:lvl1pPr marL="342900" indent="-3429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32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742950" indent="-28575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1143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4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600200" indent="-22860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2057400" indent="-228600" algn="l" defTabSz="914400" rtl="0" eaLnBrk="1" latinLnBrk="0" hangingPunct="1">
        <ns1:spcBef>
          <ns1:spcPct val="20000"/>
        </ns1:spcBef>
        <ns1:buFont typeface="Arial" pitchFamily="34" charset="0"/>
        <ns1:buChar char="»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5146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9718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429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8862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9pPr>
    </ns0:bodyStyle>
    <ns0:otherStyle>
      <ns1:defPPr>
        <ns1:defRPr lang="en-US"/>
      </ns1:defPPr>
      <ns1:lvl1pPr marL="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457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914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371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18288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2860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743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200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657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9pPr>
    </ns0:otherStyle>
  </ns0:txStyles>
</ns0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2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3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4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5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6.xml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7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8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9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0.xml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1.xml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2.xml" /></ns0:Relationships>
</file>

<file path=ppt/slides/slide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3048614" y="3414350"/>
            <ns1:ext cx="12190771" cy="213894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143"/>
              </ns1:lnSpc>
            </ns1:pPr>
            <ns1:r>
              <ns1:rPr lang="en-US" b="true" sz="12245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5088262" y="5414857"/>
            <ns1:ext cx="8111475" cy="1011143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317"/>
              </ns1:lnSpc>
            </ns1:pPr>
            <ns1:r>
              <ns1:rPr lang="en-US" sz="5941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583520" y="2447485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769055" y="4143244"/>
            <ns1:ext cx="10749889" cy="351529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3773159" y="2341855"/>
            <ns1:ext cx="10741682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769055" y="4037614"/>
            <ns1:ext cx="10749889" cy="17436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3769055" y="6020524"/>
            <ns1:ext cx="10749889" cy="17436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176288" y="2271207"/>
            <ns1:ext cx="9935424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4732396" y="4910072"/>
            <ns1:ext cx="9953880" cy="29247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4732396" y="3871812"/>
            <ns1:ext cx="9075513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3601724" y="3871812"/>
            <ns1:ext cx="926879" cy="954318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7774"/>
              </ns1:lnSpc>
            </ns1:pPr>
            <ns1:r>
              <ns1:rPr lang="en-US" sz="5553" b="true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583520" y="2130701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615554" y="3869477"/>
            <ns1:ext cx="6585532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583520" y="2130701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2333583" y="3869477"/>
            <ns1:ext cx="4447078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6920461" y="3869477"/>
            <ns1:ext cx="4447078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11507339" y="3869477"/>
            <ns1:ext cx="4447078" cy="410584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723806" indent="-361903" lvl="1">
              <ns1:lnSpc>
                <ns1:spcPts val="4693"/>
              </ns1:lnSpc>
              <ns1:buFont typeface="Arial"/>
              <ns1:buChar char="•"/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4583520" y="2447485"/>
            <ns1:ext cx="9120960" cy="158466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2826"/>
              </ns1:lnSpc>
            </ns1:pPr>
            <ns1:r>
              <ns1:rPr lang="en-US" b="true" sz="9161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769055" y="4143244"/>
            <ns1:ext cx="10749889" cy="3515296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693"/>
              </ns1:lnSpc>
            </ns1:pPr>
            <ns1:r>
              <ns1:rPr lang="en-US" sz="3352">
                <ns1:solidFill>
                  <ns1:srgbClr val="FF6AAD"/>
                </ns1:solidFill>
                <ns1:latin typeface="Ibarra Real Nova"/>
                <ns1:ea typeface="Ibarra Real Nova"/>
                <ns1:cs typeface="Ibarra Real Nova"/>
                <ns1:sym typeface="Ibarra Real Nova"/>
              </ns1:rPr>
              <ns1:t/>
            </ns1:r>
          </ns1:p>
        </ns0:txBody>
      </ns0:sp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9" id="9"/>
          <ns0:cNvSpPr txBox="true"/>
          <ns0:nvPr/>
        </ns0:nvSpPr>
        <ns0:spPr>
          <ns1:xfrm rot="0">
            <ns1:off x="3048614" y="3945440"/>
            <ns1:ext cx="12190771" cy="213894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7143"/>
              </ns1:lnSpc>
            </ns1:pPr>
            <ns1:r>
              <ns1:rPr lang="en-US" b="true" sz="12245">
                <ns1:solidFill>
                  <ns1:srgbClr val="FF6AAD"/>
                </ns1:solidFill>
                <ns1:latin typeface="Brixton Bold"/>
                <ns1:ea typeface="Brixton Bold"/>
                <ns1:cs typeface="Brixton Bold"/>
                <ns1:sym typeface="Brixton Bold"/>
              </ns1:rPr>
              <ns1:t/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DAHCyiSTOWE</dc:identifier>
  <dcterms:modified xsi:type="dcterms:W3CDTF">2011-08-01T06:04:30Z</dcterms:modified>
  <cp:revision>1</cp:revision>
</cp:coreProperties>
</file>