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etit Formal Script" charset="1" panose="03020602040807080B06"/>
      <p:regular r:id="rId16"/>
    </p:embeddedFont>
    <p:embeddedFont>
      <p:font typeface="Arimo" charset="1" panose="020B0604020202020204"/>
      <p:regular r:id="rId17"/>
    </p:embeddedFont>
    <p:embeddedFont>
      <p:font typeface="Arimo Italics" charset="1" panose="020B060402020209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6.png" Type="http://schemas.openxmlformats.org/officeDocument/2006/relationships/image"/><Relationship Id="rId7"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Freeform 2" id="2"/>
          <p:cNvSpPr/>
          <p:nvPr/>
        </p:nvSpPr>
        <p:spPr>
          <a:xfrm flipH="false" flipV="false" rot="0">
            <a:off x="4585129" y="720289"/>
            <a:ext cx="8894940" cy="8846422"/>
          </a:xfrm>
          <a:custGeom>
            <a:avLst/>
            <a:gdLst/>
            <a:ahLst/>
            <a:cxnLst/>
            <a:rect r="r" b="b" t="t" l="l"/>
            <a:pathLst>
              <a:path h="8846422" w="8894940">
                <a:moveTo>
                  <a:pt x="0" y="0"/>
                </a:moveTo>
                <a:lnTo>
                  <a:pt x="8894940" y="0"/>
                </a:lnTo>
                <a:lnTo>
                  <a:pt x="8894940" y="8846422"/>
                </a:lnTo>
                <a:lnTo>
                  <a:pt x="0" y="8846422"/>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85341"/>
            <a:ext cx="4167845" cy="4114800"/>
          </a:xfrm>
          <a:custGeom>
            <a:avLst/>
            <a:gdLst/>
            <a:ahLst/>
            <a:cxnLst/>
            <a:rect r="r" b="b" t="t" l="l"/>
            <a:pathLst>
              <a:path h="4114800" w="4167845">
                <a:moveTo>
                  <a:pt x="0" y="0"/>
                </a:moveTo>
                <a:lnTo>
                  <a:pt x="4167845" y="0"/>
                </a:lnTo>
                <a:lnTo>
                  <a:pt x="416784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581836" y="4565482"/>
            <a:ext cx="5354929" cy="8229600"/>
          </a:xfrm>
          <a:custGeom>
            <a:avLst/>
            <a:gdLst/>
            <a:ahLst/>
            <a:cxnLst/>
            <a:rect r="r" b="b" t="t" l="l"/>
            <a:pathLst>
              <a:path h="8229600" w="5354929">
                <a:moveTo>
                  <a:pt x="0" y="0"/>
                </a:moveTo>
                <a:lnTo>
                  <a:pt x="5354928" y="0"/>
                </a:lnTo>
                <a:lnTo>
                  <a:pt x="5354928" y="8229600"/>
                </a:lnTo>
                <a:lnTo>
                  <a:pt x="0" y="8229600"/>
                </a:lnTo>
                <a:lnTo>
                  <a:pt x="0" y="0"/>
                </a:lnTo>
                <a:close/>
              </a:path>
            </a:pathLst>
          </a:custGeom>
          <a:blipFill>
            <a:blip r:embed="rId6"/>
            <a:stretch>
              <a:fillRect l="0" t="0" r="0" b="0"/>
            </a:stretch>
          </a:blipFill>
        </p:spPr>
      </p:sp>
      <p:sp>
        <p:nvSpPr>
          <p:cNvPr name="Freeform 5" id="5"/>
          <p:cNvSpPr/>
          <p:nvPr/>
        </p:nvSpPr>
        <p:spPr>
          <a:xfrm flipH="false" flipV="false" rot="0">
            <a:off x="-1834505" y="5672414"/>
            <a:ext cx="6419635" cy="8229600"/>
          </a:xfrm>
          <a:custGeom>
            <a:avLst/>
            <a:gdLst/>
            <a:ahLst/>
            <a:cxnLst/>
            <a:rect r="r" b="b" t="t" l="l"/>
            <a:pathLst>
              <a:path h="8229600" w="6419635">
                <a:moveTo>
                  <a:pt x="0" y="0"/>
                </a:moveTo>
                <a:lnTo>
                  <a:pt x="6419634" y="0"/>
                </a:lnTo>
                <a:lnTo>
                  <a:pt x="6419634" y="8229600"/>
                </a:lnTo>
                <a:lnTo>
                  <a:pt x="0" y="8229600"/>
                </a:lnTo>
                <a:lnTo>
                  <a:pt x="0" y="0"/>
                </a:lnTo>
                <a:close/>
              </a:path>
            </a:pathLst>
          </a:custGeom>
          <a:blipFill>
            <a:blip r:embed="rId7">
              <a:alphaModFix amt="49000"/>
            </a:blip>
            <a:stretch>
              <a:fillRect l="0" t="0" r="0" b="0"/>
            </a:stretch>
          </a:blipFill>
        </p:spPr>
      </p:sp>
      <p:sp>
        <p:nvSpPr>
          <p:cNvPr name="TextBox 6" id="6"/>
          <p:cNvSpPr txBox="true"/>
          <p:nvPr/>
        </p:nvSpPr>
        <p:spPr>
          <a:xfrm rot="0">
            <a:off x="4366372" y="2294417"/>
            <a:ext cx="9332455" cy="4390209"/>
          </a:xfrm>
          <a:prstGeom prst="rect">
            <a:avLst/>
          </a:prstGeom>
        </p:spPr>
        <p:txBody>
          <a:bodyPr anchor="t" rtlCol="false" tIns="0" lIns="0" bIns="0" rIns="0">
            <a:spAutoFit/>
          </a:bodyPr>
          <a:lstStyle/>
          <a:p>
            <a:pPr algn="ctr">
              <a:lnSpc>
                <a:spcPts val="17459"/>
              </a:lnSpc>
            </a:pPr>
            <a:r>
              <a:rPr lang="en-US" sz="13857">
                <a:solidFill>
                  <a:srgbClr val="000000"/>
                </a:solidFill>
                <a:latin typeface="Petit Formal Script"/>
                <a:ea typeface="Petit Formal Script"/>
                <a:cs typeface="Petit Formal Script"/>
                <a:sym typeface="Petit Formal Script"/>
              </a:rPr>
              <a:t>Group Project</a:t>
            </a:r>
          </a:p>
        </p:txBody>
      </p:sp>
      <p:sp>
        <p:nvSpPr>
          <p:cNvPr name="TextBox 7" id="7"/>
          <p:cNvSpPr txBox="true"/>
          <p:nvPr/>
        </p:nvSpPr>
        <p:spPr>
          <a:xfrm rot="0">
            <a:off x="5472365" y="6725033"/>
            <a:ext cx="7343270" cy="816224"/>
          </a:xfrm>
          <a:prstGeom prst="rect">
            <a:avLst/>
          </a:prstGeom>
        </p:spPr>
        <p:txBody>
          <a:bodyPr anchor="t" rtlCol="false" tIns="0" lIns="0" bIns="0" rIns="0">
            <a:spAutoFit/>
          </a:bodyPr>
          <a:lstStyle/>
          <a:p>
            <a:pPr algn="ctr">
              <a:lnSpc>
                <a:spcPts val="6461"/>
              </a:lnSpc>
            </a:pPr>
            <a:r>
              <a:rPr lang="en-US" sz="4615" spc="927">
                <a:solidFill>
                  <a:srgbClr val="000000"/>
                </a:solidFill>
                <a:latin typeface="Arimo"/>
                <a:ea typeface="Arimo"/>
                <a:cs typeface="Arimo"/>
                <a:sym typeface="Arimo"/>
              </a:rPr>
              <a:t>PRESENTATION</a:t>
            </a:r>
          </a:p>
        </p:txBody>
      </p:sp>
      <p:sp>
        <p:nvSpPr>
          <p:cNvPr name="Freeform 8" id="8"/>
          <p:cNvSpPr/>
          <p:nvPr/>
        </p:nvSpPr>
        <p:spPr>
          <a:xfrm flipH="true" flipV="false" rot="0">
            <a:off x="14120155" y="-185341"/>
            <a:ext cx="4167845" cy="4114800"/>
          </a:xfrm>
          <a:custGeom>
            <a:avLst/>
            <a:gdLst/>
            <a:ahLst/>
            <a:cxnLst/>
            <a:rect r="r" b="b" t="t" l="l"/>
            <a:pathLst>
              <a:path h="4114800" w="4167845">
                <a:moveTo>
                  <a:pt x="4167845" y="0"/>
                </a:moveTo>
                <a:lnTo>
                  <a:pt x="0" y="0"/>
                </a:lnTo>
                <a:lnTo>
                  <a:pt x="0" y="4114800"/>
                </a:lnTo>
                <a:lnTo>
                  <a:pt x="4167845" y="4114800"/>
                </a:lnTo>
                <a:lnTo>
                  <a:pt x="416784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Freeform 2" id="2"/>
          <p:cNvSpPr/>
          <p:nvPr/>
        </p:nvSpPr>
        <p:spPr>
          <a:xfrm flipH="false" flipV="false" rot="0">
            <a:off x="16163593" y="-1023658"/>
            <a:ext cx="3972652" cy="4114800"/>
          </a:xfrm>
          <a:custGeom>
            <a:avLst/>
            <a:gdLst/>
            <a:ahLst/>
            <a:cxnLst/>
            <a:rect r="r" b="b" t="t" l="l"/>
            <a:pathLst>
              <a:path h="4114800" w="3972652">
                <a:moveTo>
                  <a:pt x="0" y="0"/>
                </a:moveTo>
                <a:lnTo>
                  <a:pt x="3972652" y="0"/>
                </a:lnTo>
                <a:lnTo>
                  <a:pt x="3972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132288" y="-1023658"/>
            <a:ext cx="5594542" cy="8161799"/>
          </a:xfrm>
          <a:custGeom>
            <a:avLst/>
            <a:gdLst/>
            <a:ahLst/>
            <a:cxnLst/>
            <a:rect r="r" b="b" t="t" l="l"/>
            <a:pathLst>
              <a:path h="8161799" w="5594542">
                <a:moveTo>
                  <a:pt x="0" y="0"/>
                </a:moveTo>
                <a:lnTo>
                  <a:pt x="5594543" y="0"/>
                </a:lnTo>
                <a:lnTo>
                  <a:pt x="5594543" y="8161799"/>
                </a:lnTo>
                <a:lnTo>
                  <a:pt x="0" y="81617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871030" y="1176617"/>
            <a:ext cx="6545941" cy="895324"/>
          </a:xfrm>
          <a:prstGeom prst="rect">
            <a:avLst/>
          </a:prstGeom>
        </p:spPr>
        <p:txBody>
          <a:bodyPr anchor="t" rtlCol="false" tIns="0" lIns="0" bIns="0" rIns="0">
            <a:spAutoFit/>
          </a:bodyPr>
          <a:lstStyle/>
          <a:p>
            <a:pPr algn="ctr">
              <a:lnSpc>
                <a:spcPts val="6641"/>
              </a:lnSpc>
            </a:pPr>
            <a:r>
              <a:rPr lang="en-US" sz="6846">
                <a:solidFill>
                  <a:srgbClr val="000000"/>
                </a:solidFill>
                <a:latin typeface="Petit Formal Script"/>
                <a:ea typeface="Petit Formal Script"/>
                <a:cs typeface="Petit Formal Script"/>
                <a:sym typeface="Petit Formal Script"/>
              </a:rPr>
              <a:t>Our Team</a:t>
            </a:r>
          </a:p>
        </p:txBody>
      </p:sp>
      <p:sp>
        <p:nvSpPr>
          <p:cNvPr name="TextBox 5" id="5"/>
          <p:cNvSpPr txBox="true"/>
          <p:nvPr/>
        </p:nvSpPr>
        <p:spPr>
          <a:xfrm rot="0">
            <a:off x="3281798" y="5454517"/>
            <a:ext cx="11724404" cy="1430857"/>
          </a:xfrm>
          <a:prstGeom prst="rect">
            <a:avLst/>
          </a:prstGeom>
        </p:spPr>
        <p:txBody>
          <a:bodyPr anchor="t" rtlCol="false" tIns="0" lIns="0" bIns="0" rIns="0">
            <a:spAutoFit/>
          </a:bodyPr>
          <a:lstStyle/>
          <a:p>
            <a:pPr algn="ctr">
              <a:lnSpc>
                <a:spcPts val="11433"/>
              </a:lnSpc>
            </a:pPr>
            <a:r>
              <a:rPr lang="en-US" sz="8167" i="true" spc="89">
                <a:solidFill>
                  <a:srgbClr val="000000"/>
                </a:solidFill>
                <a:latin typeface="Arimo Italics"/>
                <a:ea typeface="Arimo Italics"/>
                <a:cs typeface="Arimo Italics"/>
                <a:sym typeface="Arimo Italics"/>
              </a:rPr>
              <a:t>Sacha Dubois</a:t>
            </a:r>
          </a:p>
        </p:txBody>
      </p:sp>
      <p:sp>
        <p:nvSpPr>
          <p:cNvPr name="TextBox 6" id="6"/>
          <p:cNvSpPr txBox="true"/>
          <p:nvPr/>
        </p:nvSpPr>
        <p:spPr>
          <a:xfrm rot="0">
            <a:off x="3281798" y="3211127"/>
            <a:ext cx="11724404" cy="1430857"/>
          </a:xfrm>
          <a:prstGeom prst="rect">
            <a:avLst/>
          </a:prstGeom>
        </p:spPr>
        <p:txBody>
          <a:bodyPr anchor="t" rtlCol="false" tIns="0" lIns="0" bIns="0" rIns="0">
            <a:spAutoFit/>
          </a:bodyPr>
          <a:lstStyle/>
          <a:p>
            <a:pPr algn="ctr">
              <a:lnSpc>
                <a:spcPts val="11433"/>
              </a:lnSpc>
            </a:pPr>
            <a:r>
              <a:rPr lang="en-US" sz="8167" i="true" spc="89">
                <a:solidFill>
                  <a:srgbClr val="000000"/>
                </a:solidFill>
                <a:latin typeface="Arimo Italics"/>
                <a:ea typeface="Arimo Italics"/>
                <a:cs typeface="Arimo Italics"/>
                <a:sym typeface="Arimo Italics"/>
              </a:rPr>
              <a:t>Donna Stroupe</a:t>
            </a:r>
          </a:p>
        </p:txBody>
      </p:sp>
      <p:sp>
        <p:nvSpPr>
          <p:cNvPr name="Freeform 7" id="7"/>
          <p:cNvSpPr/>
          <p:nvPr/>
        </p:nvSpPr>
        <p:spPr>
          <a:xfrm flipH="false" flipV="false" rot="0">
            <a:off x="13592666" y="4021805"/>
            <a:ext cx="6806678" cy="8725767"/>
          </a:xfrm>
          <a:custGeom>
            <a:avLst/>
            <a:gdLst/>
            <a:ahLst/>
            <a:cxnLst/>
            <a:rect r="r" b="b" t="t" l="l"/>
            <a:pathLst>
              <a:path h="8725767" w="6806678">
                <a:moveTo>
                  <a:pt x="0" y="0"/>
                </a:moveTo>
                <a:lnTo>
                  <a:pt x="6806678" y="0"/>
                </a:lnTo>
                <a:lnTo>
                  <a:pt x="6806678" y="8725767"/>
                </a:lnTo>
                <a:lnTo>
                  <a:pt x="0" y="8725767"/>
                </a:lnTo>
                <a:lnTo>
                  <a:pt x="0" y="0"/>
                </a:lnTo>
                <a:close/>
              </a:path>
            </a:pathLst>
          </a:custGeom>
          <a:blipFill>
            <a:blip r:embed="rId6">
              <a:alphaModFix amt="49000"/>
            </a:blip>
            <a:stretch>
              <a:fillRect l="0" t="0" r="0" b="0"/>
            </a:stretch>
          </a:blipFill>
        </p:spPr>
      </p:sp>
      <p:sp>
        <p:nvSpPr>
          <p:cNvPr name="Freeform 8" id="8"/>
          <p:cNvSpPr/>
          <p:nvPr/>
        </p:nvSpPr>
        <p:spPr>
          <a:xfrm flipH="false" flipV="false" rot="0">
            <a:off x="-1155907" y="7458433"/>
            <a:ext cx="4807355" cy="6162751"/>
          </a:xfrm>
          <a:custGeom>
            <a:avLst/>
            <a:gdLst/>
            <a:ahLst/>
            <a:cxnLst/>
            <a:rect r="r" b="b" t="t" l="l"/>
            <a:pathLst>
              <a:path h="6162751" w="4807355">
                <a:moveTo>
                  <a:pt x="0" y="0"/>
                </a:moveTo>
                <a:lnTo>
                  <a:pt x="4807355" y="0"/>
                </a:lnTo>
                <a:lnTo>
                  <a:pt x="4807355" y="6162751"/>
                </a:lnTo>
                <a:lnTo>
                  <a:pt x="0" y="6162751"/>
                </a:lnTo>
                <a:lnTo>
                  <a:pt x="0" y="0"/>
                </a:lnTo>
                <a:close/>
              </a:path>
            </a:pathLst>
          </a:custGeom>
          <a:blipFill>
            <a:blip r:embed="rId6">
              <a:alphaModFix amt="49000"/>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TextBox 2" id="2"/>
          <p:cNvSpPr txBox="true"/>
          <p:nvPr/>
        </p:nvSpPr>
        <p:spPr>
          <a:xfrm rot="0">
            <a:off x="5871030" y="1175559"/>
            <a:ext cx="6545941" cy="895324"/>
          </a:xfrm>
          <a:prstGeom prst="rect">
            <a:avLst/>
          </a:prstGeom>
        </p:spPr>
        <p:txBody>
          <a:bodyPr anchor="t" rtlCol="false" tIns="0" lIns="0" bIns="0" rIns="0">
            <a:spAutoFit/>
          </a:bodyPr>
          <a:lstStyle/>
          <a:p>
            <a:pPr algn="ctr">
              <a:lnSpc>
                <a:spcPts val="6641"/>
              </a:lnSpc>
            </a:pPr>
            <a:r>
              <a:rPr lang="en-US" sz="6846">
                <a:solidFill>
                  <a:srgbClr val="000000"/>
                </a:solidFill>
                <a:latin typeface="Petit Formal Script"/>
                <a:ea typeface="Petit Formal Script"/>
                <a:cs typeface="Petit Formal Script"/>
                <a:sym typeface="Petit Formal Script"/>
              </a:rPr>
              <a:t>Introduction</a:t>
            </a:r>
          </a:p>
        </p:txBody>
      </p:sp>
      <p:sp>
        <p:nvSpPr>
          <p:cNvPr name="TextBox 3" id="3"/>
          <p:cNvSpPr txBox="true"/>
          <p:nvPr/>
        </p:nvSpPr>
        <p:spPr>
          <a:xfrm rot="0">
            <a:off x="4015916" y="3412490"/>
            <a:ext cx="10256168" cy="3376295"/>
          </a:xfrm>
          <a:prstGeom prst="rect">
            <a:avLst/>
          </a:prstGeom>
        </p:spPr>
        <p:txBody>
          <a:bodyPr anchor="t" rtlCol="false" tIns="0" lIns="0" bIns="0" rIns="0">
            <a:spAutoFit/>
          </a:bodyPr>
          <a:lstStyle/>
          <a:p>
            <a:pPr algn="ctr">
              <a:lnSpc>
                <a:spcPts val="4479"/>
              </a:lnSpc>
            </a:pPr>
            <a:r>
              <a:rPr lang="en-US" sz="3199" spc="35">
                <a:solidFill>
                  <a:srgbClr val="000000"/>
                </a:solidFill>
                <a:latin typeface="Arimo"/>
                <a:ea typeface="Arimo"/>
                <a:cs typeface="Arimo"/>
                <a:sym typeface="Arimo"/>
              </a:rPr>
              <a:t>Lorem ipsum dolor sit amet, consectetur adipiscing elit. Etiam vitae tellus risus. Sed fringilla commodo tellus, rutrum lacinia dui scelerisque in. Vestibulum velit velit, condimentum quis ante pretium, bibendum fermentum neque. Pellentesque viverra volutpat neque quis dapibus. Sed in elit justo</a:t>
            </a:r>
          </a:p>
        </p:txBody>
      </p:sp>
      <p:sp>
        <p:nvSpPr>
          <p:cNvPr name="Freeform 4" id="4"/>
          <p:cNvSpPr/>
          <p:nvPr/>
        </p:nvSpPr>
        <p:spPr>
          <a:xfrm flipH="false" flipV="false" rot="0">
            <a:off x="16163593" y="-1023658"/>
            <a:ext cx="3972652" cy="4114800"/>
          </a:xfrm>
          <a:custGeom>
            <a:avLst/>
            <a:gdLst/>
            <a:ahLst/>
            <a:cxnLst/>
            <a:rect r="r" b="b" t="t" l="l"/>
            <a:pathLst>
              <a:path h="4114800" w="3972652">
                <a:moveTo>
                  <a:pt x="0" y="0"/>
                </a:moveTo>
                <a:lnTo>
                  <a:pt x="3972652" y="0"/>
                </a:lnTo>
                <a:lnTo>
                  <a:pt x="3972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132288" y="-1023658"/>
            <a:ext cx="5594542" cy="8161799"/>
          </a:xfrm>
          <a:custGeom>
            <a:avLst/>
            <a:gdLst/>
            <a:ahLst/>
            <a:cxnLst/>
            <a:rect r="r" b="b" t="t" l="l"/>
            <a:pathLst>
              <a:path h="8161799" w="5594542">
                <a:moveTo>
                  <a:pt x="0" y="0"/>
                </a:moveTo>
                <a:lnTo>
                  <a:pt x="5594543" y="0"/>
                </a:lnTo>
                <a:lnTo>
                  <a:pt x="5594543" y="8161799"/>
                </a:lnTo>
                <a:lnTo>
                  <a:pt x="0" y="81617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592666" y="4021805"/>
            <a:ext cx="6806678" cy="8725767"/>
          </a:xfrm>
          <a:custGeom>
            <a:avLst/>
            <a:gdLst/>
            <a:ahLst/>
            <a:cxnLst/>
            <a:rect r="r" b="b" t="t" l="l"/>
            <a:pathLst>
              <a:path h="8725767" w="6806678">
                <a:moveTo>
                  <a:pt x="0" y="0"/>
                </a:moveTo>
                <a:lnTo>
                  <a:pt x="6806678" y="0"/>
                </a:lnTo>
                <a:lnTo>
                  <a:pt x="6806678" y="8725767"/>
                </a:lnTo>
                <a:lnTo>
                  <a:pt x="0" y="8725767"/>
                </a:lnTo>
                <a:lnTo>
                  <a:pt x="0" y="0"/>
                </a:lnTo>
                <a:close/>
              </a:path>
            </a:pathLst>
          </a:custGeom>
          <a:blipFill>
            <a:blip r:embed="rId6">
              <a:alphaModFix amt="49000"/>
            </a:blip>
            <a:stretch>
              <a:fillRect l="0" t="0" r="0" b="0"/>
            </a:stretch>
          </a:blipFill>
        </p:spPr>
      </p:sp>
      <p:sp>
        <p:nvSpPr>
          <p:cNvPr name="Freeform 7" id="7"/>
          <p:cNvSpPr/>
          <p:nvPr/>
        </p:nvSpPr>
        <p:spPr>
          <a:xfrm flipH="false" flipV="false" rot="0">
            <a:off x="-1155907" y="7458433"/>
            <a:ext cx="4807355" cy="6162751"/>
          </a:xfrm>
          <a:custGeom>
            <a:avLst/>
            <a:gdLst/>
            <a:ahLst/>
            <a:cxnLst/>
            <a:rect r="r" b="b" t="t" l="l"/>
            <a:pathLst>
              <a:path h="6162751" w="4807355">
                <a:moveTo>
                  <a:pt x="0" y="0"/>
                </a:moveTo>
                <a:lnTo>
                  <a:pt x="4807355" y="0"/>
                </a:lnTo>
                <a:lnTo>
                  <a:pt x="4807355" y="6162751"/>
                </a:lnTo>
                <a:lnTo>
                  <a:pt x="0" y="6162751"/>
                </a:lnTo>
                <a:lnTo>
                  <a:pt x="0" y="0"/>
                </a:lnTo>
                <a:close/>
              </a:path>
            </a:pathLst>
          </a:custGeom>
          <a:blipFill>
            <a:blip r:embed="rId6">
              <a:alphaModFix amt="49000"/>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TextBox 2" id="2"/>
          <p:cNvSpPr txBox="true"/>
          <p:nvPr/>
        </p:nvSpPr>
        <p:spPr>
          <a:xfrm rot="0">
            <a:off x="3885241" y="1175559"/>
            <a:ext cx="10517519" cy="895324"/>
          </a:xfrm>
          <a:prstGeom prst="rect">
            <a:avLst/>
          </a:prstGeom>
        </p:spPr>
        <p:txBody>
          <a:bodyPr anchor="t" rtlCol="false" tIns="0" lIns="0" bIns="0" rIns="0">
            <a:spAutoFit/>
          </a:bodyPr>
          <a:lstStyle/>
          <a:p>
            <a:pPr algn="ctr">
              <a:lnSpc>
                <a:spcPts val="6641"/>
              </a:lnSpc>
            </a:pPr>
            <a:r>
              <a:rPr lang="en-US" sz="6846">
                <a:solidFill>
                  <a:srgbClr val="000000"/>
                </a:solidFill>
                <a:latin typeface="Petit Formal Script"/>
                <a:ea typeface="Petit Formal Script"/>
                <a:cs typeface="Petit Formal Script"/>
                <a:sym typeface="Petit Formal Script"/>
              </a:rPr>
              <a:t>Project Overview</a:t>
            </a:r>
          </a:p>
        </p:txBody>
      </p:sp>
      <p:sp>
        <p:nvSpPr>
          <p:cNvPr name="Freeform 3" id="3"/>
          <p:cNvSpPr/>
          <p:nvPr/>
        </p:nvSpPr>
        <p:spPr>
          <a:xfrm flipH="false" flipV="false" rot="0">
            <a:off x="16163593" y="-1023658"/>
            <a:ext cx="3972652" cy="4114800"/>
          </a:xfrm>
          <a:custGeom>
            <a:avLst/>
            <a:gdLst/>
            <a:ahLst/>
            <a:cxnLst/>
            <a:rect r="r" b="b" t="t" l="l"/>
            <a:pathLst>
              <a:path h="4114800" w="3972652">
                <a:moveTo>
                  <a:pt x="0" y="0"/>
                </a:moveTo>
                <a:lnTo>
                  <a:pt x="3972652" y="0"/>
                </a:lnTo>
                <a:lnTo>
                  <a:pt x="3972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132288" y="-1023658"/>
            <a:ext cx="5594542" cy="8161799"/>
          </a:xfrm>
          <a:custGeom>
            <a:avLst/>
            <a:gdLst/>
            <a:ahLst/>
            <a:cxnLst/>
            <a:rect r="r" b="b" t="t" l="l"/>
            <a:pathLst>
              <a:path h="8161799" w="5594542">
                <a:moveTo>
                  <a:pt x="0" y="0"/>
                </a:moveTo>
                <a:lnTo>
                  <a:pt x="5594543" y="0"/>
                </a:lnTo>
                <a:lnTo>
                  <a:pt x="5594543" y="8161799"/>
                </a:lnTo>
                <a:lnTo>
                  <a:pt x="0" y="81617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592666" y="4021805"/>
            <a:ext cx="6806678" cy="8725767"/>
          </a:xfrm>
          <a:custGeom>
            <a:avLst/>
            <a:gdLst/>
            <a:ahLst/>
            <a:cxnLst/>
            <a:rect r="r" b="b" t="t" l="l"/>
            <a:pathLst>
              <a:path h="8725767" w="6806678">
                <a:moveTo>
                  <a:pt x="0" y="0"/>
                </a:moveTo>
                <a:lnTo>
                  <a:pt x="6806678" y="0"/>
                </a:lnTo>
                <a:lnTo>
                  <a:pt x="6806678" y="8725767"/>
                </a:lnTo>
                <a:lnTo>
                  <a:pt x="0" y="8725767"/>
                </a:lnTo>
                <a:lnTo>
                  <a:pt x="0" y="0"/>
                </a:lnTo>
                <a:close/>
              </a:path>
            </a:pathLst>
          </a:custGeom>
          <a:blipFill>
            <a:blip r:embed="rId6">
              <a:alphaModFix amt="49000"/>
            </a:blip>
            <a:stretch>
              <a:fillRect l="0" t="0" r="0" b="0"/>
            </a:stretch>
          </a:blipFill>
        </p:spPr>
      </p:sp>
      <p:sp>
        <p:nvSpPr>
          <p:cNvPr name="Freeform 6" id="6"/>
          <p:cNvSpPr/>
          <p:nvPr/>
        </p:nvSpPr>
        <p:spPr>
          <a:xfrm flipH="false" flipV="false" rot="0">
            <a:off x="-1155907" y="7458433"/>
            <a:ext cx="4807355" cy="6162751"/>
          </a:xfrm>
          <a:custGeom>
            <a:avLst/>
            <a:gdLst/>
            <a:ahLst/>
            <a:cxnLst/>
            <a:rect r="r" b="b" t="t" l="l"/>
            <a:pathLst>
              <a:path h="6162751" w="4807355">
                <a:moveTo>
                  <a:pt x="0" y="0"/>
                </a:moveTo>
                <a:lnTo>
                  <a:pt x="4807355" y="0"/>
                </a:lnTo>
                <a:lnTo>
                  <a:pt x="4807355" y="6162751"/>
                </a:lnTo>
                <a:lnTo>
                  <a:pt x="0" y="6162751"/>
                </a:lnTo>
                <a:lnTo>
                  <a:pt x="0" y="0"/>
                </a:lnTo>
                <a:close/>
              </a:path>
            </a:pathLst>
          </a:custGeom>
          <a:blipFill>
            <a:blip r:embed="rId6">
              <a:alphaModFix amt="49000"/>
            </a:blip>
            <a:stretch>
              <a:fillRect l="0" t="0" r="0" b="0"/>
            </a:stretch>
          </a:blipFill>
        </p:spPr>
      </p:sp>
      <p:sp>
        <p:nvSpPr>
          <p:cNvPr name="TextBox 7" id="7"/>
          <p:cNvSpPr txBox="true"/>
          <p:nvPr/>
        </p:nvSpPr>
        <p:spPr>
          <a:xfrm rot="0">
            <a:off x="4015916" y="3412490"/>
            <a:ext cx="10256168" cy="3376295"/>
          </a:xfrm>
          <a:prstGeom prst="rect">
            <a:avLst/>
          </a:prstGeom>
        </p:spPr>
        <p:txBody>
          <a:bodyPr anchor="t" rtlCol="false" tIns="0" lIns="0" bIns="0" rIns="0">
            <a:spAutoFit/>
          </a:bodyPr>
          <a:lstStyle/>
          <a:p>
            <a:pPr algn="ctr">
              <a:lnSpc>
                <a:spcPts val="4479"/>
              </a:lnSpc>
            </a:pPr>
            <a:r>
              <a:rPr lang="en-US" sz="3199" spc="35">
                <a:solidFill>
                  <a:srgbClr val="000000"/>
                </a:solidFill>
                <a:latin typeface="Arimo"/>
                <a:ea typeface="Arimo"/>
                <a:cs typeface="Arimo"/>
                <a:sym typeface="Arimo"/>
              </a:rPr>
              <a:t>Lorem ipsum dolor sit amet, consectetur adipiscing elit. Etiam vitae tellus risus. Sed fringilla commodo tellus, rutrum lacinia dui scelerisque in. Vestibulum velit velit, condimentum quis ante pretium, bibendum fermentum neque. Pellentesque viverra volutpat neque quis dapibus. Sed in elit justo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TextBox 2" id="2"/>
          <p:cNvSpPr txBox="true"/>
          <p:nvPr/>
        </p:nvSpPr>
        <p:spPr>
          <a:xfrm rot="0">
            <a:off x="5871030" y="1175559"/>
            <a:ext cx="6545941" cy="895324"/>
          </a:xfrm>
          <a:prstGeom prst="rect">
            <a:avLst/>
          </a:prstGeom>
        </p:spPr>
        <p:txBody>
          <a:bodyPr anchor="t" rtlCol="false" tIns="0" lIns="0" bIns="0" rIns="0">
            <a:spAutoFit/>
          </a:bodyPr>
          <a:lstStyle/>
          <a:p>
            <a:pPr algn="ctr">
              <a:lnSpc>
                <a:spcPts val="6641"/>
              </a:lnSpc>
            </a:pPr>
            <a:r>
              <a:rPr lang="en-US" sz="6846">
                <a:solidFill>
                  <a:srgbClr val="000000"/>
                </a:solidFill>
                <a:latin typeface="Petit Formal Script"/>
                <a:ea typeface="Petit Formal Script"/>
                <a:cs typeface="Petit Formal Script"/>
                <a:sym typeface="Petit Formal Script"/>
              </a:rPr>
              <a:t>Process</a:t>
            </a:r>
          </a:p>
        </p:txBody>
      </p:sp>
      <p:sp>
        <p:nvSpPr>
          <p:cNvPr name="Freeform 3" id="3"/>
          <p:cNvSpPr/>
          <p:nvPr/>
        </p:nvSpPr>
        <p:spPr>
          <a:xfrm flipH="false" flipV="false" rot="0">
            <a:off x="16163593" y="-1023658"/>
            <a:ext cx="3972652" cy="4114800"/>
          </a:xfrm>
          <a:custGeom>
            <a:avLst/>
            <a:gdLst/>
            <a:ahLst/>
            <a:cxnLst/>
            <a:rect r="r" b="b" t="t" l="l"/>
            <a:pathLst>
              <a:path h="4114800" w="3972652">
                <a:moveTo>
                  <a:pt x="0" y="0"/>
                </a:moveTo>
                <a:lnTo>
                  <a:pt x="3972652" y="0"/>
                </a:lnTo>
                <a:lnTo>
                  <a:pt x="3972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132288" y="-1023658"/>
            <a:ext cx="5594542" cy="8161799"/>
          </a:xfrm>
          <a:custGeom>
            <a:avLst/>
            <a:gdLst/>
            <a:ahLst/>
            <a:cxnLst/>
            <a:rect r="r" b="b" t="t" l="l"/>
            <a:pathLst>
              <a:path h="8161799" w="5594542">
                <a:moveTo>
                  <a:pt x="0" y="0"/>
                </a:moveTo>
                <a:lnTo>
                  <a:pt x="5594543" y="0"/>
                </a:lnTo>
                <a:lnTo>
                  <a:pt x="5594543" y="8161799"/>
                </a:lnTo>
                <a:lnTo>
                  <a:pt x="0" y="81617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592666" y="4021805"/>
            <a:ext cx="6806678" cy="8725767"/>
          </a:xfrm>
          <a:custGeom>
            <a:avLst/>
            <a:gdLst/>
            <a:ahLst/>
            <a:cxnLst/>
            <a:rect r="r" b="b" t="t" l="l"/>
            <a:pathLst>
              <a:path h="8725767" w="6806678">
                <a:moveTo>
                  <a:pt x="0" y="0"/>
                </a:moveTo>
                <a:lnTo>
                  <a:pt x="6806678" y="0"/>
                </a:lnTo>
                <a:lnTo>
                  <a:pt x="6806678" y="8725767"/>
                </a:lnTo>
                <a:lnTo>
                  <a:pt x="0" y="8725767"/>
                </a:lnTo>
                <a:lnTo>
                  <a:pt x="0" y="0"/>
                </a:lnTo>
                <a:close/>
              </a:path>
            </a:pathLst>
          </a:custGeom>
          <a:blipFill>
            <a:blip r:embed="rId6">
              <a:alphaModFix amt="49000"/>
            </a:blip>
            <a:stretch>
              <a:fillRect l="0" t="0" r="0" b="0"/>
            </a:stretch>
          </a:blipFill>
        </p:spPr>
      </p:sp>
      <p:sp>
        <p:nvSpPr>
          <p:cNvPr name="Freeform 6" id="6"/>
          <p:cNvSpPr/>
          <p:nvPr/>
        </p:nvSpPr>
        <p:spPr>
          <a:xfrm flipH="false" flipV="false" rot="0">
            <a:off x="-1155907" y="7458433"/>
            <a:ext cx="4807355" cy="6162751"/>
          </a:xfrm>
          <a:custGeom>
            <a:avLst/>
            <a:gdLst/>
            <a:ahLst/>
            <a:cxnLst/>
            <a:rect r="r" b="b" t="t" l="l"/>
            <a:pathLst>
              <a:path h="6162751" w="4807355">
                <a:moveTo>
                  <a:pt x="0" y="0"/>
                </a:moveTo>
                <a:lnTo>
                  <a:pt x="4807355" y="0"/>
                </a:lnTo>
                <a:lnTo>
                  <a:pt x="4807355" y="6162751"/>
                </a:lnTo>
                <a:lnTo>
                  <a:pt x="0" y="6162751"/>
                </a:lnTo>
                <a:lnTo>
                  <a:pt x="0" y="0"/>
                </a:lnTo>
                <a:close/>
              </a:path>
            </a:pathLst>
          </a:custGeom>
          <a:blipFill>
            <a:blip r:embed="rId6">
              <a:alphaModFix amt="49000"/>
            </a:blip>
            <a:stretch>
              <a:fillRect l="0" t="0" r="0" b="0"/>
            </a:stretch>
          </a:blipFill>
        </p:spPr>
      </p:sp>
      <p:sp>
        <p:nvSpPr>
          <p:cNvPr name="TextBox 7" id="7"/>
          <p:cNvSpPr txBox="true"/>
          <p:nvPr/>
        </p:nvSpPr>
        <p:spPr>
          <a:xfrm rot="0">
            <a:off x="4015916" y="3412490"/>
            <a:ext cx="10256168" cy="3376295"/>
          </a:xfrm>
          <a:prstGeom prst="rect">
            <a:avLst/>
          </a:prstGeom>
        </p:spPr>
        <p:txBody>
          <a:bodyPr anchor="t" rtlCol="false" tIns="0" lIns="0" bIns="0" rIns="0">
            <a:spAutoFit/>
          </a:bodyPr>
          <a:lstStyle/>
          <a:p>
            <a:pPr algn="ctr">
              <a:lnSpc>
                <a:spcPts val="4479"/>
              </a:lnSpc>
            </a:pPr>
            <a:r>
              <a:rPr lang="en-US" sz="3199" spc="35">
                <a:solidFill>
                  <a:srgbClr val="000000"/>
                </a:solidFill>
                <a:latin typeface="Arimo"/>
                <a:ea typeface="Arimo"/>
                <a:cs typeface="Arimo"/>
                <a:sym typeface="Arimo"/>
              </a:rPr>
              <a:t>Lorem ipsum dolor sit amet, consectetur adipiscing elit. Etiam vitae tellus risus. Sed fringilla commodo tellus, rutrum lacinia dui scelerisque in. Vestibulum velit velit, condimentum quis ante pretium, bibendum fermentum neque. Pellentesque viverra volutpat neque quis dapibus. Sed in elit justo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TextBox 2" id="2"/>
          <p:cNvSpPr txBox="true"/>
          <p:nvPr/>
        </p:nvSpPr>
        <p:spPr>
          <a:xfrm rot="0">
            <a:off x="5871030" y="1175559"/>
            <a:ext cx="6545941" cy="895324"/>
          </a:xfrm>
          <a:prstGeom prst="rect">
            <a:avLst/>
          </a:prstGeom>
        </p:spPr>
        <p:txBody>
          <a:bodyPr anchor="t" rtlCol="false" tIns="0" lIns="0" bIns="0" rIns="0">
            <a:spAutoFit/>
          </a:bodyPr>
          <a:lstStyle/>
          <a:p>
            <a:pPr algn="ctr">
              <a:lnSpc>
                <a:spcPts val="6641"/>
              </a:lnSpc>
            </a:pPr>
            <a:r>
              <a:rPr lang="en-US" sz="6846">
                <a:solidFill>
                  <a:srgbClr val="000000"/>
                </a:solidFill>
                <a:latin typeface="Petit Formal Script"/>
                <a:ea typeface="Petit Formal Script"/>
                <a:cs typeface="Petit Formal Script"/>
                <a:sym typeface="Petit Formal Script"/>
              </a:rPr>
              <a:t>Analysis</a:t>
            </a:r>
          </a:p>
        </p:txBody>
      </p:sp>
      <p:sp>
        <p:nvSpPr>
          <p:cNvPr name="Freeform 3" id="3"/>
          <p:cNvSpPr/>
          <p:nvPr/>
        </p:nvSpPr>
        <p:spPr>
          <a:xfrm flipH="false" flipV="false" rot="0">
            <a:off x="16163593" y="-1023658"/>
            <a:ext cx="3972652" cy="4114800"/>
          </a:xfrm>
          <a:custGeom>
            <a:avLst/>
            <a:gdLst/>
            <a:ahLst/>
            <a:cxnLst/>
            <a:rect r="r" b="b" t="t" l="l"/>
            <a:pathLst>
              <a:path h="4114800" w="3972652">
                <a:moveTo>
                  <a:pt x="0" y="0"/>
                </a:moveTo>
                <a:lnTo>
                  <a:pt x="3972652" y="0"/>
                </a:lnTo>
                <a:lnTo>
                  <a:pt x="3972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132288" y="-1023658"/>
            <a:ext cx="5594542" cy="8161799"/>
          </a:xfrm>
          <a:custGeom>
            <a:avLst/>
            <a:gdLst/>
            <a:ahLst/>
            <a:cxnLst/>
            <a:rect r="r" b="b" t="t" l="l"/>
            <a:pathLst>
              <a:path h="8161799" w="5594542">
                <a:moveTo>
                  <a:pt x="0" y="0"/>
                </a:moveTo>
                <a:lnTo>
                  <a:pt x="5594543" y="0"/>
                </a:lnTo>
                <a:lnTo>
                  <a:pt x="5594543" y="8161799"/>
                </a:lnTo>
                <a:lnTo>
                  <a:pt x="0" y="81617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592666" y="4021805"/>
            <a:ext cx="6806678" cy="8725767"/>
          </a:xfrm>
          <a:custGeom>
            <a:avLst/>
            <a:gdLst/>
            <a:ahLst/>
            <a:cxnLst/>
            <a:rect r="r" b="b" t="t" l="l"/>
            <a:pathLst>
              <a:path h="8725767" w="6806678">
                <a:moveTo>
                  <a:pt x="0" y="0"/>
                </a:moveTo>
                <a:lnTo>
                  <a:pt x="6806678" y="0"/>
                </a:lnTo>
                <a:lnTo>
                  <a:pt x="6806678" y="8725767"/>
                </a:lnTo>
                <a:lnTo>
                  <a:pt x="0" y="8725767"/>
                </a:lnTo>
                <a:lnTo>
                  <a:pt x="0" y="0"/>
                </a:lnTo>
                <a:close/>
              </a:path>
            </a:pathLst>
          </a:custGeom>
          <a:blipFill>
            <a:blip r:embed="rId6">
              <a:alphaModFix amt="49000"/>
            </a:blip>
            <a:stretch>
              <a:fillRect l="0" t="0" r="0" b="0"/>
            </a:stretch>
          </a:blipFill>
        </p:spPr>
      </p:sp>
      <p:sp>
        <p:nvSpPr>
          <p:cNvPr name="Freeform 6" id="6"/>
          <p:cNvSpPr/>
          <p:nvPr/>
        </p:nvSpPr>
        <p:spPr>
          <a:xfrm flipH="false" flipV="false" rot="0">
            <a:off x="-1155907" y="7458433"/>
            <a:ext cx="4807355" cy="6162751"/>
          </a:xfrm>
          <a:custGeom>
            <a:avLst/>
            <a:gdLst/>
            <a:ahLst/>
            <a:cxnLst/>
            <a:rect r="r" b="b" t="t" l="l"/>
            <a:pathLst>
              <a:path h="6162751" w="4807355">
                <a:moveTo>
                  <a:pt x="0" y="0"/>
                </a:moveTo>
                <a:lnTo>
                  <a:pt x="4807355" y="0"/>
                </a:lnTo>
                <a:lnTo>
                  <a:pt x="4807355" y="6162751"/>
                </a:lnTo>
                <a:lnTo>
                  <a:pt x="0" y="6162751"/>
                </a:lnTo>
                <a:lnTo>
                  <a:pt x="0" y="0"/>
                </a:lnTo>
                <a:close/>
              </a:path>
            </a:pathLst>
          </a:custGeom>
          <a:blipFill>
            <a:blip r:embed="rId6">
              <a:alphaModFix amt="49000"/>
            </a:blip>
            <a:stretch>
              <a:fillRect l="0" t="0" r="0" b="0"/>
            </a:stretch>
          </a:blipFill>
        </p:spPr>
      </p:sp>
      <p:sp>
        <p:nvSpPr>
          <p:cNvPr name="TextBox 7" id="7"/>
          <p:cNvSpPr txBox="true"/>
          <p:nvPr/>
        </p:nvSpPr>
        <p:spPr>
          <a:xfrm rot="0">
            <a:off x="4015916" y="3412490"/>
            <a:ext cx="10256168" cy="3376295"/>
          </a:xfrm>
          <a:prstGeom prst="rect">
            <a:avLst/>
          </a:prstGeom>
        </p:spPr>
        <p:txBody>
          <a:bodyPr anchor="t" rtlCol="false" tIns="0" lIns="0" bIns="0" rIns="0">
            <a:spAutoFit/>
          </a:bodyPr>
          <a:lstStyle/>
          <a:p>
            <a:pPr algn="ctr">
              <a:lnSpc>
                <a:spcPts val="4479"/>
              </a:lnSpc>
            </a:pPr>
            <a:r>
              <a:rPr lang="en-US" sz="3199" spc="35">
                <a:solidFill>
                  <a:srgbClr val="000000"/>
                </a:solidFill>
                <a:latin typeface="Arimo"/>
                <a:ea typeface="Arimo"/>
                <a:cs typeface="Arimo"/>
                <a:sym typeface="Arimo"/>
              </a:rPr>
              <a:t>Lorem ipsum dolor sit amet, consectetur adipiscing elit. Etiam vitae tellus risus. Sed fringilla commodo tellus, rutrum lacinia dui scelerisque in. Vestibulum velit velit, condimentum quis ante pretium, bibendum fermentum neque. Pellentesque viverra volutpat neque quis dapibus. Sed in elit justo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TextBox 2" id="2"/>
          <p:cNvSpPr txBox="true"/>
          <p:nvPr/>
        </p:nvSpPr>
        <p:spPr>
          <a:xfrm rot="0">
            <a:off x="5871030" y="1175559"/>
            <a:ext cx="6545941" cy="895324"/>
          </a:xfrm>
          <a:prstGeom prst="rect">
            <a:avLst/>
          </a:prstGeom>
        </p:spPr>
        <p:txBody>
          <a:bodyPr anchor="t" rtlCol="false" tIns="0" lIns="0" bIns="0" rIns="0">
            <a:spAutoFit/>
          </a:bodyPr>
          <a:lstStyle/>
          <a:p>
            <a:pPr algn="ctr">
              <a:lnSpc>
                <a:spcPts val="6641"/>
              </a:lnSpc>
            </a:pPr>
            <a:r>
              <a:rPr lang="en-US" sz="6846">
                <a:solidFill>
                  <a:srgbClr val="000000"/>
                </a:solidFill>
                <a:latin typeface="Petit Formal Script"/>
                <a:ea typeface="Petit Formal Script"/>
                <a:cs typeface="Petit Formal Script"/>
                <a:sym typeface="Petit Formal Script"/>
              </a:rPr>
              <a:t>Result</a:t>
            </a:r>
          </a:p>
        </p:txBody>
      </p:sp>
      <p:sp>
        <p:nvSpPr>
          <p:cNvPr name="Freeform 3" id="3"/>
          <p:cNvSpPr/>
          <p:nvPr/>
        </p:nvSpPr>
        <p:spPr>
          <a:xfrm flipH="false" flipV="false" rot="0">
            <a:off x="16163593" y="-1023658"/>
            <a:ext cx="3972652" cy="4114800"/>
          </a:xfrm>
          <a:custGeom>
            <a:avLst/>
            <a:gdLst/>
            <a:ahLst/>
            <a:cxnLst/>
            <a:rect r="r" b="b" t="t" l="l"/>
            <a:pathLst>
              <a:path h="4114800" w="3972652">
                <a:moveTo>
                  <a:pt x="0" y="0"/>
                </a:moveTo>
                <a:lnTo>
                  <a:pt x="3972652" y="0"/>
                </a:lnTo>
                <a:lnTo>
                  <a:pt x="3972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132288" y="-1023658"/>
            <a:ext cx="5594542" cy="8161799"/>
          </a:xfrm>
          <a:custGeom>
            <a:avLst/>
            <a:gdLst/>
            <a:ahLst/>
            <a:cxnLst/>
            <a:rect r="r" b="b" t="t" l="l"/>
            <a:pathLst>
              <a:path h="8161799" w="5594542">
                <a:moveTo>
                  <a:pt x="0" y="0"/>
                </a:moveTo>
                <a:lnTo>
                  <a:pt x="5594543" y="0"/>
                </a:lnTo>
                <a:lnTo>
                  <a:pt x="5594543" y="8161799"/>
                </a:lnTo>
                <a:lnTo>
                  <a:pt x="0" y="81617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592666" y="4021805"/>
            <a:ext cx="6806678" cy="8725767"/>
          </a:xfrm>
          <a:custGeom>
            <a:avLst/>
            <a:gdLst/>
            <a:ahLst/>
            <a:cxnLst/>
            <a:rect r="r" b="b" t="t" l="l"/>
            <a:pathLst>
              <a:path h="8725767" w="6806678">
                <a:moveTo>
                  <a:pt x="0" y="0"/>
                </a:moveTo>
                <a:lnTo>
                  <a:pt x="6806678" y="0"/>
                </a:lnTo>
                <a:lnTo>
                  <a:pt x="6806678" y="8725767"/>
                </a:lnTo>
                <a:lnTo>
                  <a:pt x="0" y="8725767"/>
                </a:lnTo>
                <a:lnTo>
                  <a:pt x="0" y="0"/>
                </a:lnTo>
                <a:close/>
              </a:path>
            </a:pathLst>
          </a:custGeom>
          <a:blipFill>
            <a:blip r:embed="rId6">
              <a:alphaModFix amt="49000"/>
            </a:blip>
            <a:stretch>
              <a:fillRect l="0" t="0" r="0" b="0"/>
            </a:stretch>
          </a:blipFill>
        </p:spPr>
      </p:sp>
      <p:pic>
        <p:nvPicPr>
          <p:cNvPr name="Picture 6" id="6"/>
          <p:cNvPicPr>
            <a:picLocks noChangeAspect="true"/>
          </p:cNvPicPr>
          <p:nvPr/>
        </p:nvPicPr>
        <p:blipFill>
          <a:blip r:embed="rId7"/>
          <a:stretch>
            <a:fillRect/>
          </a:stretch>
        </p:blipFill>
        <p:spPr>
          <a:xfrm rot="0">
            <a:off x="9006066" y="2456446"/>
            <a:ext cx="5708872" cy="6067626"/>
          </a:xfrm>
          <a:prstGeom prst="rect">
            <a:avLst/>
          </a:prstGeom>
        </p:spPr>
      </p:pic>
      <p:sp>
        <p:nvSpPr>
          <p:cNvPr name="Freeform 7" id="7"/>
          <p:cNvSpPr/>
          <p:nvPr/>
        </p:nvSpPr>
        <p:spPr>
          <a:xfrm flipH="false" flipV="false" rot="0">
            <a:off x="-1155907" y="7458433"/>
            <a:ext cx="4807355" cy="6162751"/>
          </a:xfrm>
          <a:custGeom>
            <a:avLst/>
            <a:gdLst/>
            <a:ahLst/>
            <a:cxnLst/>
            <a:rect r="r" b="b" t="t" l="l"/>
            <a:pathLst>
              <a:path h="6162751" w="4807355">
                <a:moveTo>
                  <a:pt x="0" y="0"/>
                </a:moveTo>
                <a:lnTo>
                  <a:pt x="4807355" y="0"/>
                </a:lnTo>
                <a:lnTo>
                  <a:pt x="4807355" y="6162751"/>
                </a:lnTo>
                <a:lnTo>
                  <a:pt x="0" y="6162751"/>
                </a:lnTo>
                <a:lnTo>
                  <a:pt x="0" y="0"/>
                </a:lnTo>
                <a:close/>
              </a:path>
            </a:pathLst>
          </a:custGeom>
          <a:blipFill>
            <a:blip r:embed="rId6">
              <a:alphaModFix amt="49000"/>
            </a:blip>
            <a:stretch>
              <a:fillRect l="0" t="0" r="0" b="0"/>
            </a:stretch>
          </a:blipFill>
        </p:spPr>
      </p:sp>
      <p:sp>
        <p:nvSpPr>
          <p:cNvPr name="TextBox 8" id="8"/>
          <p:cNvSpPr txBox="true"/>
          <p:nvPr/>
        </p:nvSpPr>
        <p:spPr>
          <a:xfrm rot="0">
            <a:off x="2858149" y="2354310"/>
            <a:ext cx="6025761" cy="6186170"/>
          </a:xfrm>
          <a:prstGeom prst="rect">
            <a:avLst/>
          </a:prstGeom>
        </p:spPr>
        <p:txBody>
          <a:bodyPr anchor="t" rtlCol="false" tIns="0" lIns="0" bIns="0" rIns="0">
            <a:spAutoFit/>
          </a:bodyPr>
          <a:lstStyle/>
          <a:p>
            <a:pPr algn="ctr">
              <a:lnSpc>
                <a:spcPts val="4479"/>
              </a:lnSpc>
            </a:pPr>
            <a:r>
              <a:rPr lang="en-US" sz="3199" spc="35">
                <a:solidFill>
                  <a:srgbClr val="000000"/>
                </a:solidFill>
                <a:latin typeface="Arimo"/>
                <a:ea typeface="Arimo"/>
                <a:cs typeface="Arimo"/>
                <a:sym typeface="Arimo"/>
              </a:rPr>
              <a:t>Lorem ipsum dolor sit amet, consectetur adipiscing elit. Etiam vitae tellus risus. Sed fringilla commodo tellus, rutrum lacinia dui scelerisque in. Vestibulum velit velit, condimentum quis ante pretium, bibendum fermentum neque. Pellentesque viverra volutpat neque quis dapibus. Sed in elit justo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TextBox 2" id="2"/>
          <p:cNvSpPr txBox="true"/>
          <p:nvPr/>
        </p:nvSpPr>
        <p:spPr>
          <a:xfrm rot="0">
            <a:off x="5871030" y="1175559"/>
            <a:ext cx="6545941" cy="895324"/>
          </a:xfrm>
          <a:prstGeom prst="rect">
            <a:avLst/>
          </a:prstGeom>
        </p:spPr>
        <p:txBody>
          <a:bodyPr anchor="t" rtlCol="false" tIns="0" lIns="0" bIns="0" rIns="0">
            <a:spAutoFit/>
          </a:bodyPr>
          <a:lstStyle/>
          <a:p>
            <a:pPr algn="ctr">
              <a:lnSpc>
                <a:spcPts val="6641"/>
              </a:lnSpc>
            </a:pPr>
            <a:r>
              <a:rPr lang="en-US" sz="6846">
                <a:solidFill>
                  <a:srgbClr val="000000"/>
                </a:solidFill>
                <a:latin typeface="Petit Formal Script"/>
                <a:ea typeface="Petit Formal Script"/>
                <a:cs typeface="Petit Formal Script"/>
                <a:sym typeface="Petit Formal Script"/>
              </a:rPr>
              <a:t>Conclusion</a:t>
            </a:r>
          </a:p>
        </p:txBody>
      </p:sp>
      <p:sp>
        <p:nvSpPr>
          <p:cNvPr name="Freeform 3" id="3"/>
          <p:cNvSpPr/>
          <p:nvPr/>
        </p:nvSpPr>
        <p:spPr>
          <a:xfrm flipH="false" flipV="false" rot="0">
            <a:off x="16163593" y="-1023658"/>
            <a:ext cx="3972652" cy="4114800"/>
          </a:xfrm>
          <a:custGeom>
            <a:avLst/>
            <a:gdLst/>
            <a:ahLst/>
            <a:cxnLst/>
            <a:rect r="r" b="b" t="t" l="l"/>
            <a:pathLst>
              <a:path h="4114800" w="3972652">
                <a:moveTo>
                  <a:pt x="0" y="0"/>
                </a:moveTo>
                <a:lnTo>
                  <a:pt x="3972652" y="0"/>
                </a:lnTo>
                <a:lnTo>
                  <a:pt x="3972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132288" y="-1023658"/>
            <a:ext cx="5594542" cy="8161799"/>
          </a:xfrm>
          <a:custGeom>
            <a:avLst/>
            <a:gdLst/>
            <a:ahLst/>
            <a:cxnLst/>
            <a:rect r="r" b="b" t="t" l="l"/>
            <a:pathLst>
              <a:path h="8161799" w="5594542">
                <a:moveTo>
                  <a:pt x="0" y="0"/>
                </a:moveTo>
                <a:lnTo>
                  <a:pt x="5594543" y="0"/>
                </a:lnTo>
                <a:lnTo>
                  <a:pt x="5594543" y="8161799"/>
                </a:lnTo>
                <a:lnTo>
                  <a:pt x="0" y="81617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592666" y="4021805"/>
            <a:ext cx="6806678" cy="8725767"/>
          </a:xfrm>
          <a:custGeom>
            <a:avLst/>
            <a:gdLst/>
            <a:ahLst/>
            <a:cxnLst/>
            <a:rect r="r" b="b" t="t" l="l"/>
            <a:pathLst>
              <a:path h="8725767" w="6806678">
                <a:moveTo>
                  <a:pt x="0" y="0"/>
                </a:moveTo>
                <a:lnTo>
                  <a:pt x="6806678" y="0"/>
                </a:lnTo>
                <a:lnTo>
                  <a:pt x="6806678" y="8725767"/>
                </a:lnTo>
                <a:lnTo>
                  <a:pt x="0" y="8725767"/>
                </a:lnTo>
                <a:lnTo>
                  <a:pt x="0" y="0"/>
                </a:lnTo>
                <a:close/>
              </a:path>
            </a:pathLst>
          </a:custGeom>
          <a:blipFill>
            <a:blip r:embed="rId6">
              <a:alphaModFix amt="49000"/>
            </a:blip>
            <a:stretch>
              <a:fillRect l="0" t="0" r="0" b="0"/>
            </a:stretch>
          </a:blipFill>
        </p:spPr>
      </p:sp>
      <p:sp>
        <p:nvSpPr>
          <p:cNvPr name="Freeform 6" id="6"/>
          <p:cNvSpPr/>
          <p:nvPr/>
        </p:nvSpPr>
        <p:spPr>
          <a:xfrm flipH="false" flipV="false" rot="0">
            <a:off x="-1155907" y="7458433"/>
            <a:ext cx="4807355" cy="6162751"/>
          </a:xfrm>
          <a:custGeom>
            <a:avLst/>
            <a:gdLst/>
            <a:ahLst/>
            <a:cxnLst/>
            <a:rect r="r" b="b" t="t" l="l"/>
            <a:pathLst>
              <a:path h="6162751" w="4807355">
                <a:moveTo>
                  <a:pt x="0" y="0"/>
                </a:moveTo>
                <a:lnTo>
                  <a:pt x="4807355" y="0"/>
                </a:lnTo>
                <a:lnTo>
                  <a:pt x="4807355" y="6162751"/>
                </a:lnTo>
                <a:lnTo>
                  <a:pt x="0" y="6162751"/>
                </a:lnTo>
                <a:lnTo>
                  <a:pt x="0" y="0"/>
                </a:lnTo>
                <a:close/>
              </a:path>
            </a:pathLst>
          </a:custGeom>
          <a:blipFill>
            <a:blip r:embed="rId6">
              <a:alphaModFix amt="49000"/>
            </a:blip>
            <a:stretch>
              <a:fillRect l="0" t="0" r="0" b="0"/>
            </a:stretch>
          </a:blipFill>
        </p:spPr>
      </p:sp>
      <p:sp>
        <p:nvSpPr>
          <p:cNvPr name="TextBox 7" id="7"/>
          <p:cNvSpPr txBox="true"/>
          <p:nvPr/>
        </p:nvSpPr>
        <p:spPr>
          <a:xfrm rot="0">
            <a:off x="4015916" y="3412490"/>
            <a:ext cx="10256168" cy="3376295"/>
          </a:xfrm>
          <a:prstGeom prst="rect">
            <a:avLst/>
          </a:prstGeom>
        </p:spPr>
        <p:txBody>
          <a:bodyPr anchor="t" rtlCol="false" tIns="0" lIns="0" bIns="0" rIns="0">
            <a:spAutoFit/>
          </a:bodyPr>
          <a:lstStyle/>
          <a:p>
            <a:pPr algn="ctr">
              <a:lnSpc>
                <a:spcPts val="4479"/>
              </a:lnSpc>
            </a:pPr>
            <a:r>
              <a:rPr lang="en-US" sz="3199" spc="35">
                <a:solidFill>
                  <a:srgbClr val="000000"/>
                </a:solidFill>
                <a:latin typeface="Arimo"/>
                <a:ea typeface="Arimo"/>
                <a:cs typeface="Arimo"/>
                <a:sym typeface="Arimo"/>
              </a:rPr>
              <a:t>Lorem ipsum dolor sit amet, consectetur adipiscing elit. Etiam vitae tellus risus. Sed fringilla commodo tellus, rutrum lacinia dui scelerisque in. Vestibulum velit velit, condimentum quis ante pretium, bibendum fermentum neque. Pellentesque viverra volutpat neque quis dapibus. Sed in elit justo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Freeform 2" id="2"/>
          <p:cNvSpPr/>
          <p:nvPr/>
        </p:nvSpPr>
        <p:spPr>
          <a:xfrm flipH="false" flipV="false" rot="0">
            <a:off x="7604477" y="3335536"/>
            <a:ext cx="3079046" cy="3062252"/>
          </a:xfrm>
          <a:custGeom>
            <a:avLst/>
            <a:gdLst/>
            <a:ahLst/>
            <a:cxnLst/>
            <a:rect r="r" b="b" t="t" l="l"/>
            <a:pathLst>
              <a:path h="3062252" w="3079046">
                <a:moveTo>
                  <a:pt x="0" y="0"/>
                </a:moveTo>
                <a:lnTo>
                  <a:pt x="3079046" y="0"/>
                </a:lnTo>
                <a:lnTo>
                  <a:pt x="3079046" y="3062251"/>
                </a:lnTo>
                <a:lnTo>
                  <a:pt x="0" y="3062251"/>
                </a:lnTo>
                <a:lnTo>
                  <a:pt x="0"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595833" y="4400793"/>
            <a:ext cx="13096334" cy="1781259"/>
          </a:xfrm>
          <a:prstGeom prst="rect">
            <a:avLst/>
          </a:prstGeom>
        </p:spPr>
        <p:txBody>
          <a:bodyPr anchor="t" rtlCol="false" tIns="0" lIns="0" bIns="0" rIns="0">
            <a:spAutoFit/>
          </a:bodyPr>
          <a:lstStyle/>
          <a:p>
            <a:pPr algn="ctr">
              <a:lnSpc>
                <a:spcPts val="13287"/>
              </a:lnSpc>
            </a:pPr>
            <a:r>
              <a:rPr lang="en-US" sz="13698">
                <a:solidFill>
                  <a:srgbClr val="000000"/>
                </a:solidFill>
                <a:latin typeface="Petit Formal Script"/>
                <a:ea typeface="Petit Formal Script"/>
                <a:cs typeface="Petit Formal Script"/>
                <a:sym typeface="Petit Formal Script"/>
              </a:rPr>
              <a:t>QnA Time</a:t>
            </a:r>
          </a:p>
        </p:txBody>
      </p:sp>
      <p:sp>
        <p:nvSpPr>
          <p:cNvPr name="Freeform 4" id="4"/>
          <p:cNvSpPr/>
          <p:nvPr/>
        </p:nvSpPr>
        <p:spPr>
          <a:xfrm flipH="false" flipV="false" rot="0">
            <a:off x="16163593" y="-1023658"/>
            <a:ext cx="3972652" cy="4114800"/>
          </a:xfrm>
          <a:custGeom>
            <a:avLst/>
            <a:gdLst/>
            <a:ahLst/>
            <a:cxnLst/>
            <a:rect r="r" b="b" t="t" l="l"/>
            <a:pathLst>
              <a:path h="4114800" w="3972652">
                <a:moveTo>
                  <a:pt x="0" y="0"/>
                </a:moveTo>
                <a:lnTo>
                  <a:pt x="3972652" y="0"/>
                </a:lnTo>
                <a:lnTo>
                  <a:pt x="397265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132288" y="-1023658"/>
            <a:ext cx="5594542" cy="8161799"/>
          </a:xfrm>
          <a:custGeom>
            <a:avLst/>
            <a:gdLst/>
            <a:ahLst/>
            <a:cxnLst/>
            <a:rect r="r" b="b" t="t" l="l"/>
            <a:pathLst>
              <a:path h="8161799" w="5594542">
                <a:moveTo>
                  <a:pt x="0" y="0"/>
                </a:moveTo>
                <a:lnTo>
                  <a:pt x="5594543" y="0"/>
                </a:lnTo>
                <a:lnTo>
                  <a:pt x="5594543" y="8161799"/>
                </a:lnTo>
                <a:lnTo>
                  <a:pt x="0" y="81617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592666" y="4021805"/>
            <a:ext cx="6806678" cy="8725767"/>
          </a:xfrm>
          <a:custGeom>
            <a:avLst/>
            <a:gdLst/>
            <a:ahLst/>
            <a:cxnLst/>
            <a:rect r="r" b="b" t="t" l="l"/>
            <a:pathLst>
              <a:path h="8725767" w="6806678">
                <a:moveTo>
                  <a:pt x="0" y="0"/>
                </a:moveTo>
                <a:lnTo>
                  <a:pt x="6806678" y="0"/>
                </a:lnTo>
                <a:lnTo>
                  <a:pt x="6806678" y="8725767"/>
                </a:lnTo>
                <a:lnTo>
                  <a:pt x="0" y="8725767"/>
                </a:lnTo>
                <a:lnTo>
                  <a:pt x="0" y="0"/>
                </a:lnTo>
                <a:close/>
              </a:path>
            </a:pathLst>
          </a:custGeom>
          <a:blipFill>
            <a:blip r:embed="rId8">
              <a:alphaModFix amt="49000"/>
            </a:blip>
            <a:stretch>
              <a:fillRect l="0" t="0" r="0" b="0"/>
            </a:stretch>
          </a:blipFill>
        </p:spPr>
      </p:sp>
      <p:sp>
        <p:nvSpPr>
          <p:cNvPr name="Freeform 7" id="7"/>
          <p:cNvSpPr/>
          <p:nvPr/>
        </p:nvSpPr>
        <p:spPr>
          <a:xfrm flipH="false" flipV="false" rot="0">
            <a:off x="-1155907" y="7458433"/>
            <a:ext cx="4807355" cy="6162751"/>
          </a:xfrm>
          <a:custGeom>
            <a:avLst/>
            <a:gdLst/>
            <a:ahLst/>
            <a:cxnLst/>
            <a:rect r="r" b="b" t="t" l="l"/>
            <a:pathLst>
              <a:path h="6162751" w="4807355">
                <a:moveTo>
                  <a:pt x="0" y="0"/>
                </a:moveTo>
                <a:lnTo>
                  <a:pt x="4807355" y="0"/>
                </a:lnTo>
                <a:lnTo>
                  <a:pt x="4807355" y="6162751"/>
                </a:lnTo>
                <a:lnTo>
                  <a:pt x="0" y="6162751"/>
                </a:lnTo>
                <a:lnTo>
                  <a:pt x="0" y="0"/>
                </a:lnTo>
                <a:close/>
              </a:path>
            </a:pathLst>
          </a:custGeom>
          <a:blipFill>
            <a:blip r:embed="rId8">
              <a:alphaModFix amt="49000"/>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2E6"/>
        </a:solidFill>
      </p:bgPr>
    </p:bg>
    <p:spTree>
      <p:nvGrpSpPr>
        <p:cNvPr id="1" name=""/>
        <p:cNvGrpSpPr/>
        <p:nvPr/>
      </p:nvGrpSpPr>
      <p:grpSpPr>
        <a:xfrm>
          <a:off x="0" y="0"/>
          <a:ext cx="0" cy="0"/>
          <a:chOff x="0" y="0"/>
          <a:chExt cx="0" cy="0"/>
        </a:xfrm>
      </p:grpSpPr>
      <p:sp>
        <p:nvSpPr>
          <p:cNvPr name="Freeform 2" id="2"/>
          <p:cNvSpPr/>
          <p:nvPr/>
        </p:nvSpPr>
        <p:spPr>
          <a:xfrm flipH="false" flipV="false" rot="0">
            <a:off x="4585129" y="720289"/>
            <a:ext cx="8894940" cy="8846422"/>
          </a:xfrm>
          <a:custGeom>
            <a:avLst/>
            <a:gdLst/>
            <a:ahLst/>
            <a:cxnLst/>
            <a:rect r="r" b="b" t="t" l="l"/>
            <a:pathLst>
              <a:path h="8846422" w="8894940">
                <a:moveTo>
                  <a:pt x="0" y="0"/>
                </a:moveTo>
                <a:lnTo>
                  <a:pt x="8894940" y="0"/>
                </a:lnTo>
                <a:lnTo>
                  <a:pt x="8894940" y="8846422"/>
                </a:lnTo>
                <a:lnTo>
                  <a:pt x="0" y="8846422"/>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85341"/>
            <a:ext cx="4167845" cy="4114800"/>
          </a:xfrm>
          <a:custGeom>
            <a:avLst/>
            <a:gdLst/>
            <a:ahLst/>
            <a:cxnLst/>
            <a:rect r="r" b="b" t="t" l="l"/>
            <a:pathLst>
              <a:path h="4114800" w="4167845">
                <a:moveTo>
                  <a:pt x="0" y="0"/>
                </a:moveTo>
                <a:lnTo>
                  <a:pt x="4167845" y="0"/>
                </a:lnTo>
                <a:lnTo>
                  <a:pt x="416784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581836" y="4565482"/>
            <a:ext cx="5354929" cy="8229600"/>
          </a:xfrm>
          <a:custGeom>
            <a:avLst/>
            <a:gdLst/>
            <a:ahLst/>
            <a:cxnLst/>
            <a:rect r="r" b="b" t="t" l="l"/>
            <a:pathLst>
              <a:path h="8229600" w="5354929">
                <a:moveTo>
                  <a:pt x="0" y="0"/>
                </a:moveTo>
                <a:lnTo>
                  <a:pt x="5354928" y="0"/>
                </a:lnTo>
                <a:lnTo>
                  <a:pt x="5354928" y="8229600"/>
                </a:lnTo>
                <a:lnTo>
                  <a:pt x="0" y="8229600"/>
                </a:lnTo>
                <a:lnTo>
                  <a:pt x="0" y="0"/>
                </a:lnTo>
                <a:close/>
              </a:path>
            </a:pathLst>
          </a:custGeom>
          <a:blipFill>
            <a:blip r:embed="rId6"/>
            <a:stretch>
              <a:fillRect l="0" t="0" r="0" b="0"/>
            </a:stretch>
          </a:blipFill>
        </p:spPr>
      </p:sp>
      <p:sp>
        <p:nvSpPr>
          <p:cNvPr name="Freeform 5" id="5"/>
          <p:cNvSpPr/>
          <p:nvPr/>
        </p:nvSpPr>
        <p:spPr>
          <a:xfrm flipH="false" flipV="false" rot="0">
            <a:off x="-1834505" y="5672414"/>
            <a:ext cx="6419635" cy="8229600"/>
          </a:xfrm>
          <a:custGeom>
            <a:avLst/>
            <a:gdLst/>
            <a:ahLst/>
            <a:cxnLst/>
            <a:rect r="r" b="b" t="t" l="l"/>
            <a:pathLst>
              <a:path h="8229600" w="6419635">
                <a:moveTo>
                  <a:pt x="0" y="0"/>
                </a:moveTo>
                <a:lnTo>
                  <a:pt x="6419634" y="0"/>
                </a:lnTo>
                <a:lnTo>
                  <a:pt x="6419634" y="8229600"/>
                </a:lnTo>
                <a:lnTo>
                  <a:pt x="0" y="8229600"/>
                </a:lnTo>
                <a:lnTo>
                  <a:pt x="0" y="0"/>
                </a:lnTo>
                <a:close/>
              </a:path>
            </a:pathLst>
          </a:custGeom>
          <a:blipFill>
            <a:blip r:embed="rId7">
              <a:alphaModFix amt="49000"/>
            </a:blip>
            <a:stretch>
              <a:fillRect l="0" t="0" r="0" b="0"/>
            </a:stretch>
          </a:blipFill>
        </p:spPr>
      </p:sp>
      <p:sp>
        <p:nvSpPr>
          <p:cNvPr name="TextBox 6" id="6"/>
          <p:cNvSpPr txBox="true"/>
          <p:nvPr/>
        </p:nvSpPr>
        <p:spPr>
          <a:xfrm rot="0">
            <a:off x="4366372" y="2910295"/>
            <a:ext cx="9332455" cy="4390209"/>
          </a:xfrm>
          <a:prstGeom prst="rect">
            <a:avLst/>
          </a:prstGeom>
        </p:spPr>
        <p:txBody>
          <a:bodyPr anchor="t" rtlCol="false" tIns="0" lIns="0" bIns="0" rIns="0">
            <a:spAutoFit/>
          </a:bodyPr>
          <a:lstStyle/>
          <a:p>
            <a:pPr algn="ctr">
              <a:lnSpc>
                <a:spcPts val="17459"/>
              </a:lnSpc>
            </a:pPr>
            <a:r>
              <a:rPr lang="en-US" sz="13857">
                <a:solidFill>
                  <a:srgbClr val="000000"/>
                </a:solidFill>
                <a:latin typeface="Petit Formal Script"/>
                <a:ea typeface="Petit Formal Script"/>
                <a:cs typeface="Petit Formal Script"/>
                <a:sym typeface="Petit Formal Script"/>
              </a:rPr>
              <a:t>Thank You</a:t>
            </a:r>
          </a:p>
        </p:txBody>
      </p:sp>
      <p:sp>
        <p:nvSpPr>
          <p:cNvPr name="Freeform 7" id="7"/>
          <p:cNvSpPr/>
          <p:nvPr/>
        </p:nvSpPr>
        <p:spPr>
          <a:xfrm flipH="true" flipV="false" rot="0">
            <a:off x="14120155" y="-185341"/>
            <a:ext cx="4167845" cy="4114800"/>
          </a:xfrm>
          <a:custGeom>
            <a:avLst/>
            <a:gdLst/>
            <a:ahLst/>
            <a:cxnLst/>
            <a:rect r="r" b="b" t="t" l="l"/>
            <a:pathLst>
              <a:path h="4114800" w="4167845">
                <a:moveTo>
                  <a:pt x="4167845" y="0"/>
                </a:moveTo>
                <a:lnTo>
                  <a:pt x="0" y="0"/>
                </a:lnTo>
                <a:lnTo>
                  <a:pt x="0" y="4114800"/>
                </a:lnTo>
                <a:lnTo>
                  <a:pt x="4167845" y="4114800"/>
                </a:lnTo>
                <a:lnTo>
                  <a:pt x="416784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DAHCyv2TK60</dc:identifier>
  <dcterms:modified xsi:type="dcterms:W3CDTF">2011-08-01T06:04:30Z</dcterms:modified>
  <cp:revision>1</cp:revision>
</cp:coreProperties>
</file>