
<file path=[Content_Types].xml><?xml version="1.0" encoding="utf-8"?>
<ns0:Types xmlns:ns0="http://schemas.openxmlformats.org/package/2006/content-types">
  <ns0:Default Extension="fntdata" ContentType="application/x-fontdata"/>
  <ns0:Default Extension="jpeg" ContentType="image/jpeg"/>
  <ns0:Default Extension="png" ContentType="image/png"/>
  <ns0:Default Extension="rels" ContentType="application/vnd.openxmlformats-package.relationships+xml"/>
  <ns0:Default Extension="xml" ContentType="application/xml"/>
  <ns0:Override PartName="/docProps/app.xml" ContentType="application/vnd.openxmlformats-officedocument.extended-properties+xml"/>
  <ns0:Override PartName="/docProps/core.xml" ContentType="application/vnd.openxmlformats-package.core-properties+xml"/>
  <ns0:Override PartName="/ppt/media/image10.svg" ContentType="image/svg+xml"/>
  <ns0:Override PartName="/ppt/media/image2.svg" ContentType="image/svg+xml"/>
  <ns0:Override PartName="/ppt/media/image4.svg" ContentType="image/svg+xml"/>
  <ns0:Override PartName="/ppt/media/image8.svg" ContentType="image/svg+xml"/>
  <ns0:Override PartName="/ppt/presProps.xml" ContentType="application/vnd.openxmlformats-officedocument.presentationml.presProps+xml"/>
  <ns0:Override PartName="/ppt/presentation.xml" ContentType="application/vnd.openxmlformats-officedocument.presentationml.presentation.main+xml"/>
  <ns0:Override PartName="/ppt/slideLayouts/slideLayout7.xml" ContentType="application/vnd.openxmlformats-officedocument.presentationml.slideLayout+xml"/>
  <ns0:Override PartName="/ppt/slideMasters/slideMaster1.xml" ContentType="application/vnd.openxmlformats-officedocument.presentationml.slideMaster+xml"/>
  <ns0:Override PartName="/ppt/slides/slide1.xml" ContentType="application/vnd.openxmlformats-officedocument.presentationml.slide+xml"/>
  <ns0:Override PartName="/ppt/slides/slide10.xml" ContentType="application/vnd.openxmlformats-officedocument.presentationml.slide+xml"/>
  <ns0:Override PartName="/ppt/slides/slide2.xml" ContentType="application/vnd.openxmlformats-officedocument.presentationml.slide+xml"/>
  <ns0:Override PartName="/ppt/slides/slide3.xml" ContentType="application/vnd.openxmlformats-officedocument.presentationml.slide+xml"/>
  <ns0:Override PartName="/ppt/slides/slide4.xml" ContentType="application/vnd.openxmlformats-officedocument.presentationml.slide+xml"/>
  <ns0:Override PartName="/ppt/slides/slide5.xml" ContentType="application/vnd.openxmlformats-officedocument.presentationml.slide+xml"/>
  <ns0:Override PartName="/ppt/slides/slide6.xml" ContentType="application/vnd.openxmlformats-officedocument.presentationml.slide+xml"/>
  <ns0:Override PartName="/ppt/slides/slide7.xml" ContentType="application/vnd.openxmlformats-officedocument.presentationml.slide+xml"/>
  <ns0:Override PartName="/ppt/slides/slide8.xml" ContentType="application/vnd.openxmlformats-officedocument.presentationml.slide+xml"/>
  <ns0:Override PartName="/ppt/slides/slide9.xml" ContentType="application/vnd.openxmlformats-officedocument.presentationml.slide+xml"/>
  <ns0:Override PartName="/ppt/tableStyles.xml" ContentType="application/vnd.openxmlformats-officedocument.presentationml.tableStyles+xml"/>
  <ns0:Override PartName="/ppt/theme/theme1.xml" ContentType="application/vnd.openxmlformats-officedocument.theme+xml"/>
  <ns0:Override PartName="/ppt/viewProps.xml" ContentType="application/vnd.openxmlformats-officedocument.presentationml.viewProps+xml"/>
  <ns0:Override PartName="/ppt/slideLayouts/slideLayout12.xml" ContentType="application/vnd.openxmlformats-officedocument.presentationml.slideLayout+xml"/>
  <ns0:Override PartName="/ppt/slideLayouts/slideLayout13.xml" ContentType="application/vnd.openxmlformats-officedocument.presentationml.slideLayout+xml"/>
  <ns0:Override PartName="/ppt/slideLayouts/slideLayout14.xml" ContentType="application/vnd.openxmlformats-officedocument.presentationml.slideLayout+xml"/>
  <ns0:Override PartName="/ppt/slideLayouts/slideLayout15.xml" ContentType="application/vnd.openxmlformats-officedocument.presentationml.slideLayout+xml"/>
  <ns0:Override PartName="/ppt/slideLayouts/slideLayout16.xml" ContentType="application/vnd.openxmlformats-officedocument.presentationml.slideLayout+xml"/>
  <ns0:Override PartName="/ppt/slideLayouts/slideLayout17.xml" ContentType="application/vnd.openxmlformats-officedocument.presentationml.slideLayout+xml"/>
  <ns0:Override PartName="/ppt/slideLayouts/slideLayout18.xml" ContentType="application/vnd.openxmlformats-officedocument.presentationml.slideLayout+xml"/>
  <ns0:Override PartName="/ppt/slideLayouts/slideLayout19.xml" ContentType="application/vnd.openxmlformats-officedocument.presentationml.slideLayout+xml"/>
  <ns0:Override PartName="/ppt/slideLayouts/slideLayout20.xml" ContentType="application/vnd.openxmlformats-officedocument.presentationml.slideLayout+xml"/>
</ns0: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ns0:presentation xmlns:ns0="http://schemas.openxmlformats.org/presentationml/2006/main" xmlns:ns1="http://schemas.openxmlformats.org/officeDocument/2006/relationships" xmlns:ns2="http://schemas.openxmlformats.org/drawingml/2006/main" saveSubsetFonts="1" embedTrueTypeFonts="true">
  <ns0:sldMasterIdLst>
    <ns0:sldMasterId id="2147483648" ns1:id="rId1"/>
  </ns0:sldMasterIdLst>
  <ns0:sldIdLst>
    <ns0:sldId id="256" ns1:id="rId6"/>
    <ns0:sldId id="257" ns1:id="rId7"/>
    <ns0:sldId id="258" ns1:id="rId8"/>
    <ns0:sldId id="259" ns1:id="rId9"/>
    <ns0:sldId id="260" ns1:id="rId10"/>
    <ns0:sldId id="261" ns1:id="rId11"/>
    <ns0:sldId id="262" ns1:id="rId12"/>
    <ns0:sldId id="263" ns1:id="rId13"/>
    <ns0:sldId id="264" ns1:id="rId14"/>
    <ns0:sldId id="265" ns1:id="rId15"/>
  </ns0:sldIdLst>
  <ns0:sldSz cx="18288000" cy="10287000"/>
  <ns0:notesSz cx="6858000" cy="9144000"/>
  <ns0:embeddedFontLst>
    <ns0:embeddedFont>
      <ns0:font typeface="Petit Formal Script" charset="1" panose="03020602040807080B06"/>
      <ns0:regular ns1:id="rId16"/>
    </ns0:embeddedFont>
    <ns0:embeddedFont>
      <ns0:font typeface="Arimo" charset="1" panose="020B0604020202020204"/>
      <ns0:regular ns1:id="rId17"/>
    </ns0:embeddedFont>
    <ns0:embeddedFont>
      <ns0:font typeface="Arimo Italics" charset="1" panose="020B0604020202090204"/>
      <ns0:regular ns1:id="rId18"/>
    </ns0:embeddedFont>
  </ns0:embeddedFontLst>
  <ns0:defaultTextStyle>
    <ns2:defPPr>
      <ns2:defRPr lang="en-US"/>
    </ns2:defPPr>
    <ns2:lvl1pPr marL="0" algn="l" defTabSz="9144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1pPr>
    <ns2:lvl2pPr marL="457200" algn="l" defTabSz="9144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2pPr>
    <ns2:lvl3pPr marL="914400" algn="l" defTabSz="9144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3pPr>
    <ns2:lvl4pPr marL="1371600" algn="l" defTabSz="9144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4pPr>
    <ns2:lvl5pPr marL="1828800" algn="l" defTabSz="9144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5pPr>
    <ns2:lvl6pPr marL="2286000" algn="l" defTabSz="9144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6pPr>
    <ns2:lvl7pPr marL="2743200" algn="l" defTabSz="9144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7pPr>
    <ns2:lvl8pPr marL="3200400" algn="l" defTabSz="9144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8pPr>
    <ns2:lvl9pPr marL="3657600" algn="l" defTabSz="9144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9pPr>
  </ns0:defaultTextStyle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?>
<ns0:Relationships xmlns:ns0="http://schemas.openxmlformats.org/package/2006/relationships"><ns0:Relationship Id="rId1" Type="http://schemas.openxmlformats.org/officeDocument/2006/relationships/slideMaster" Target="slideMasters/slideMaster1.xml" /><ns0:Relationship Id="rId2" Type="http://schemas.openxmlformats.org/officeDocument/2006/relationships/presProps" Target="presProps.xml" /><ns0:Relationship Id="rId3" Type="http://schemas.openxmlformats.org/officeDocument/2006/relationships/viewProps" Target="viewProps.xml" /><ns0:Relationship Id="rId4" Type="http://schemas.openxmlformats.org/officeDocument/2006/relationships/theme" Target="theme/theme1.xml" /><ns0:Relationship Id="rId5" Type="http://schemas.openxmlformats.org/officeDocument/2006/relationships/tableStyles" Target="tableStyles.xml" /><ns0:Relationship Id="rId6" Type="http://schemas.openxmlformats.org/officeDocument/2006/relationships/slide" Target="slides/slide1.xml" /><ns0:Relationship Id="rId7" Type="http://schemas.openxmlformats.org/officeDocument/2006/relationships/slide" Target="slides/slide2.xml" /><ns0:Relationship Id="rId8" Type="http://schemas.openxmlformats.org/officeDocument/2006/relationships/slide" Target="slides/slide3.xml" /><ns0:Relationship Id="rId9" Type="http://schemas.openxmlformats.org/officeDocument/2006/relationships/slide" Target="slides/slide4.xml" /><ns0:Relationship Id="rId10" Type="http://schemas.openxmlformats.org/officeDocument/2006/relationships/slide" Target="slides/slide5.xml" /><ns0:Relationship Id="rId11" Type="http://schemas.openxmlformats.org/officeDocument/2006/relationships/slide" Target="slides/slide6.xml" /><ns0:Relationship Id="rId12" Type="http://schemas.openxmlformats.org/officeDocument/2006/relationships/slide" Target="slides/slide7.xml" /><ns0:Relationship Id="rId13" Type="http://schemas.openxmlformats.org/officeDocument/2006/relationships/slide" Target="slides/slide8.xml" /><ns0:Relationship Id="rId14" Type="http://schemas.openxmlformats.org/officeDocument/2006/relationships/slide" Target="slides/slide9.xml" /><ns0:Relationship Id="rId15" Type="http://schemas.openxmlformats.org/officeDocument/2006/relationships/slide" Target="slides/slide10.xml" /><ns0:Relationship Id="rId16" Type="http://schemas.openxmlformats.org/officeDocument/2006/relationships/font" Target="fonts/font16.fntdata" /><ns0:Relationship Id="rId17" Type="http://schemas.openxmlformats.org/officeDocument/2006/relationships/font" Target="fonts/font17.fntdata" /><ns0:Relationship Id="rId18" Type="http://schemas.openxmlformats.org/officeDocument/2006/relationships/font" Target="fonts/font18.fntdata" /></ns0:Relationships>
</file>

<file path=ppt/slideLayouts/_rels/slideLayout7.xml.rels><?xml version='1.0' encoding='utf-8'?>
<ns0:Relationships xmlns:ns0="http://schemas.openxmlformats.org/package/2006/relationships"><ns0:Relationship Id="rId1" Type="http://schemas.openxmlformats.org/officeDocument/2006/relationships/slideMaster" Target="../slideMasters/slideMaster1.xml" /><ns0:Relationship Id="rId2" Type="http://schemas.openxmlformats.org/officeDocument/2006/relationships/image" Target="../media/image1.png" /><ns0:Relationship Id="rId3" Type="http://schemas.openxmlformats.org/officeDocument/2006/relationships/image" Target="../media/image2.svg" /><ns0:Relationship Id="rId4" Type="http://schemas.openxmlformats.org/officeDocument/2006/relationships/image" Target="../media/image3.png" /><ns0:Relationship Id="rId5" Type="http://schemas.openxmlformats.org/officeDocument/2006/relationships/image" Target="../media/image4.svg" /><ns0:Relationship Id="rId6" Type="http://schemas.openxmlformats.org/officeDocument/2006/relationships/image" Target="../media/image5.png" /><ns0:Relationship Id="rId7" Type="http://schemas.openxmlformats.org/officeDocument/2006/relationships/image" Target="../media/image6.png" /><ns0:Relationship Id="rId8" Type="http://schemas.openxmlformats.org/officeDocument/2006/relationships/image" Target="../media/image3.png" /><ns0:Relationship Id="rId9" Type="http://schemas.openxmlformats.org/officeDocument/2006/relationships/image" Target="../media/image4.svg" /></ns0:Relationships>
</file>

<file path=ppt/slideLayouts/_rels/slideLayout12.xml.rels><?xml version='1.0' encoding='utf-8'?>
<ns0:Relationships xmlns:ns0="http://schemas.openxmlformats.org/package/2006/relationships"><ns0:Relationship Id="rId1" Type="http://schemas.openxmlformats.org/officeDocument/2006/relationships/slideMaster" Target="../slideMasters/slideMaster1.xml" /><ns0:Relationship Id="rId2" Type="http://schemas.openxmlformats.org/officeDocument/2006/relationships/image" Target="../media/image7.png" /><ns0:Relationship Id="rId3" Type="http://schemas.openxmlformats.org/officeDocument/2006/relationships/image" Target="../media/image8.svg" /><ns0:Relationship Id="rId4" Type="http://schemas.openxmlformats.org/officeDocument/2006/relationships/image" Target="../media/image9.png" /><ns0:Relationship Id="rId5" Type="http://schemas.openxmlformats.org/officeDocument/2006/relationships/image" Target="../media/image10.svg" /><ns0:Relationship Id="rId6" Type="http://schemas.openxmlformats.org/officeDocument/2006/relationships/image" Target="../media/image6.png" /><ns0:Relationship Id="rId7" Type="http://schemas.openxmlformats.org/officeDocument/2006/relationships/image" Target="../media/image6.png" /></ns0:Relationships>
</file>

<file path=ppt/slideLayouts/_rels/slideLayout13.xml.rels><?xml version='1.0' encoding='utf-8'?>
<ns0:Relationships xmlns:ns0="http://schemas.openxmlformats.org/package/2006/relationships"><ns0:Relationship Id="rId1" Type="http://schemas.openxmlformats.org/officeDocument/2006/relationships/slideMaster" Target="../slideMasters/slideMaster1.xml" /><ns0:Relationship Id="rId2" Type="http://schemas.openxmlformats.org/officeDocument/2006/relationships/image" Target="../media/image7.png" /><ns0:Relationship Id="rId3" Type="http://schemas.openxmlformats.org/officeDocument/2006/relationships/image" Target="../media/image8.svg" /><ns0:Relationship Id="rId4" Type="http://schemas.openxmlformats.org/officeDocument/2006/relationships/image" Target="../media/image9.png" /><ns0:Relationship Id="rId5" Type="http://schemas.openxmlformats.org/officeDocument/2006/relationships/image" Target="../media/image10.svg" /><ns0:Relationship Id="rId6" Type="http://schemas.openxmlformats.org/officeDocument/2006/relationships/image" Target="../media/image6.png" /><ns0:Relationship Id="rId7" Type="http://schemas.openxmlformats.org/officeDocument/2006/relationships/image" Target="../media/image6.png" /></ns0:Relationships>
</file>

<file path=ppt/slideLayouts/_rels/slideLayout14.xml.rels><?xml version='1.0' encoding='utf-8'?>
<ns0:Relationships xmlns:ns0="http://schemas.openxmlformats.org/package/2006/relationships"><ns0:Relationship Id="rId1" Type="http://schemas.openxmlformats.org/officeDocument/2006/relationships/slideMaster" Target="../slideMasters/slideMaster1.xml" /><ns0:Relationship Id="rId2" Type="http://schemas.openxmlformats.org/officeDocument/2006/relationships/image" Target="../media/image7.png" /><ns0:Relationship Id="rId3" Type="http://schemas.openxmlformats.org/officeDocument/2006/relationships/image" Target="../media/image8.svg" /><ns0:Relationship Id="rId4" Type="http://schemas.openxmlformats.org/officeDocument/2006/relationships/image" Target="../media/image9.png" /><ns0:Relationship Id="rId5" Type="http://schemas.openxmlformats.org/officeDocument/2006/relationships/image" Target="../media/image10.svg" /><ns0:Relationship Id="rId6" Type="http://schemas.openxmlformats.org/officeDocument/2006/relationships/image" Target="../media/image6.png" /><ns0:Relationship Id="rId7" Type="http://schemas.openxmlformats.org/officeDocument/2006/relationships/image" Target="../media/image6.png" /></ns0:Relationships>
</file>

<file path=ppt/slideLayouts/_rels/slideLayout15.xml.rels><?xml version='1.0' encoding='utf-8'?>
<ns0:Relationships xmlns:ns0="http://schemas.openxmlformats.org/package/2006/relationships"><ns0:Relationship Id="rId1" Type="http://schemas.openxmlformats.org/officeDocument/2006/relationships/slideMaster" Target="../slideMasters/slideMaster1.xml" /><ns0:Relationship Id="rId2" Type="http://schemas.openxmlformats.org/officeDocument/2006/relationships/image" Target="../media/image7.png" /><ns0:Relationship Id="rId3" Type="http://schemas.openxmlformats.org/officeDocument/2006/relationships/image" Target="../media/image8.svg" /><ns0:Relationship Id="rId4" Type="http://schemas.openxmlformats.org/officeDocument/2006/relationships/image" Target="../media/image9.png" /><ns0:Relationship Id="rId5" Type="http://schemas.openxmlformats.org/officeDocument/2006/relationships/image" Target="../media/image10.svg" /><ns0:Relationship Id="rId6" Type="http://schemas.openxmlformats.org/officeDocument/2006/relationships/image" Target="../media/image6.png" /><ns0:Relationship Id="rId7" Type="http://schemas.openxmlformats.org/officeDocument/2006/relationships/image" Target="../media/image6.png" /></ns0:Relationships>
</file>

<file path=ppt/slideLayouts/_rels/slideLayout16.xml.rels><?xml version='1.0' encoding='utf-8'?>
<ns0:Relationships xmlns:ns0="http://schemas.openxmlformats.org/package/2006/relationships"><ns0:Relationship Id="rId1" Type="http://schemas.openxmlformats.org/officeDocument/2006/relationships/slideMaster" Target="../slideMasters/slideMaster1.xml" /><ns0:Relationship Id="rId2" Type="http://schemas.openxmlformats.org/officeDocument/2006/relationships/image" Target="../media/image7.png" /><ns0:Relationship Id="rId3" Type="http://schemas.openxmlformats.org/officeDocument/2006/relationships/image" Target="../media/image8.svg" /><ns0:Relationship Id="rId4" Type="http://schemas.openxmlformats.org/officeDocument/2006/relationships/image" Target="../media/image9.png" /><ns0:Relationship Id="rId5" Type="http://schemas.openxmlformats.org/officeDocument/2006/relationships/image" Target="../media/image10.svg" /><ns0:Relationship Id="rId6" Type="http://schemas.openxmlformats.org/officeDocument/2006/relationships/image" Target="../media/image6.png" /><ns0:Relationship Id="rId7" Type="http://schemas.openxmlformats.org/officeDocument/2006/relationships/image" Target="../media/image6.png" /></ns0:Relationships>
</file>

<file path=ppt/slideLayouts/_rels/slideLayout17.xml.rels><?xml version='1.0' encoding='utf-8'?>
<ns0:Relationships xmlns:ns0="http://schemas.openxmlformats.org/package/2006/relationships"><ns0:Relationship Id="rId1" Type="http://schemas.openxmlformats.org/officeDocument/2006/relationships/slideMaster" Target="../slideMasters/slideMaster1.xml" /><ns0:Relationship Id="rId2" Type="http://schemas.openxmlformats.org/officeDocument/2006/relationships/image" Target="../media/image7.png" /><ns0:Relationship Id="rId3" Type="http://schemas.openxmlformats.org/officeDocument/2006/relationships/image" Target="../media/image8.svg" /><ns0:Relationship Id="rId4" Type="http://schemas.openxmlformats.org/officeDocument/2006/relationships/image" Target="../media/image9.png" /><ns0:Relationship Id="rId5" Type="http://schemas.openxmlformats.org/officeDocument/2006/relationships/image" Target="../media/image10.svg" /><ns0:Relationship Id="rId6" Type="http://schemas.openxmlformats.org/officeDocument/2006/relationships/image" Target="../media/image6.png" /><ns0:Relationship Id="rId7" Type="http://schemas.openxmlformats.org/officeDocument/2006/relationships/image" Target="../media/image11.png" /><ns0:Relationship Id="rId8" Type="http://schemas.openxmlformats.org/officeDocument/2006/relationships/image" Target="../media/image6.png" /></ns0:Relationships>
</file>

<file path=ppt/slideLayouts/_rels/slideLayout18.xml.rels><?xml version='1.0' encoding='utf-8'?>
<ns0:Relationships xmlns:ns0="http://schemas.openxmlformats.org/package/2006/relationships"><ns0:Relationship Id="rId1" Type="http://schemas.openxmlformats.org/officeDocument/2006/relationships/slideMaster" Target="../slideMasters/slideMaster1.xml" /><ns0:Relationship Id="rId2" Type="http://schemas.openxmlformats.org/officeDocument/2006/relationships/image" Target="../media/image7.png" /><ns0:Relationship Id="rId3" Type="http://schemas.openxmlformats.org/officeDocument/2006/relationships/image" Target="../media/image8.svg" /><ns0:Relationship Id="rId4" Type="http://schemas.openxmlformats.org/officeDocument/2006/relationships/image" Target="../media/image9.png" /><ns0:Relationship Id="rId5" Type="http://schemas.openxmlformats.org/officeDocument/2006/relationships/image" Target="../media/image10.svg" /><ns0:Relationship Id="rId6" Type="http://schemas.openxmlformats.org/officeDocument/2006/relationships/image" Target="../media/image6.png" /><ns0:Relationship Id="rId7" Type="http://schemas.openxmlformats.org/officeDocument/2006/relationships/image" Target="../media/image6.png" /></ns0:Relationships>
</file>

<file path=ppt/slideLayouts/_rels/slideLayout19.xml.rels><?xml version='1.0' encoding='utf-8'?>
<ns0:Relationships xmlns:ns0="http://schemas.openxmlformats.org/package/2006/relationships"><ns0:Relationship Id="rId1" Type="http://schemas.openxmlformats.org/officeDocument/2006/relationships/slideMaster" Target="../slideMasters/slideMaster1.xml" /><ns0:Relationship Id="rId2" Type="http://schemas.openxmlformats.org/officeDocument/2006/relationships/image" Target="../media/image1.png" /><ns0:Relationship Id="rId3" Type="http://schemas.openxmlformats.org/officeDocument/2006/relationships/image" Target="../media/image2.svg" /><ns0:Relationship Id="rId4" Type="http://schemas.openxmlformats.org/officeDocument/2006/relationships/image" Target="../media/image7.png" /><ns0:Relationship Id="rId5" Type="http://schemas.openxmlformats.org/officeDocument/2006/relationships/image" Target="../media/image8.svg" /><ns0:Relationship Id="rId6" Type="http://schemas.openxmlformats.org/officeDocument/2006/relationships/image" Target="../media/image9.png" /><ns0:Relationship Id="rId7" Type="http://schemas.openxmlformats.org/officeDocument/2006/relationships/image" Target="../media/image10.svg" /><ns0:Relationship Id="rId8" Type="http://schemas.openxmlformats.org/officeDocument/2006/relationships/image" Target="../media/image6.png" /><ns0:Relationship Id="rId9" Type="http://schemas.openxmlformats.org/officeDocument/2006/relationships/image" Target="../media/image6.png" /></ns0:Relationships>
</file>

<file path=ppt/slideLayouts/_rels/slideLayout20.xml.rels><?xml version='1.0' encoding='utf-8'?>
<ns0:Relationships xmlns:ns0="http://schemas.openxmlformats.org/package/2006/relationships"><ns0:Relationship Id="rId1" Type="http://schemas.openxmlformats.org/officeDocument/2006/relationships/slideMaster" Target="../slideMasters/slideMaster1.xml" /><ns0:Relationship Id="rId2" Type="http://schemas.openxmlformats.org/officeDocument/2006/relationships/image" Target="../media/image1.png" /><ns0:Relationship Id="rId3" Type="http://schemas.openxmlformats.org/officeDocument/2006/relationships/image" Target="../media/image2.svg" /><ns0:Relationship Id="rId4" Type="http://schemas.openxmlformats.org/officeDocument/2006/relationships/image" Target="../media/image3.png" /><ns0:Relationship Id="rId5" Type="http://schemas.openxmlformats.org/officeDocument/2006/relationships/image" Target="../media/image4.svg" /><ns0:Relationship Id="rId6" Type="http://schemas.openxmlformats.org/officeDocument/2006/relationships/image" Target="../media/image5.png" /><ns0:Relationship Id="rId7" Type="http://schemas.openxmlformats.org/officeDocument/2006/relationships/image" Target="../media/image6.png" /><ns0:Relationship Id="rId8" Type="http://schemas.openxmlformats.org/officeDocument/2006/relationships/image" Target="../media/image3.png" /><ns0:Relationship Id="rId9" Type="http://schemas.openxmlformats.org/officeDocument/2006/relationships/image" Target="../media/image4.svg" /></ns0:Relationships>
</file>

<file path=ppt/slideLayouts/slideLayout7.xml><?xml version="1.0" encoding="utf-8"?>
<ns0:sldLayout xmlns:ns0="http://schemas.openxmlformats.org/presentationml/2006/main" xmlns:ns1="http://schemas.openxmlformats.org/drawingml/2006/main" xmlns:ns2="http://schemas.openxmlformats.org/officeDocument/2006/relationships" xmlns:ns3="http://schemas.microsoft.com/office/drawing/2016/SVG/main" type="blank" preserve="1">
  <ns0:cSld name="版型1"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name="Freeform 2" id="2"/>
          <ns0:cNvSpPr/>
          <ns0:nvPr/>
        </ns0:nvSpPr>
        <ns0:spPr>
          <ns1:xfrm flipH="false" flipV="false" rot="0">
            <ns1:off x="4585129" y="720289"/>
            <ns1:ext cx="8894940" cy="8846422"/>
          </ns1:xfrm>
          <ns1:custGeom>
            <ns1:avLst/>
            <ns1:gdLst/>
            <ns1:ahLst/>
            <ns1:cxnLst/>
            <ns1:rect r="r" b="b" t="t" l="l"/>
            <ns1:pathLst>
              <ns1:path h="8846422" w="8894940">
                <ns1:moveTo>
                  <ns1:pt x="0" y="0"/>
                </ns1:moveTo>
                <ns1:lnTo>
                  <ns1:pt x="8894940" y="0"/>
                </ns1:lnTo>
                <ns1:lnTo>
                  <ns1:pt x="8894940" y="8846422"/>
                </ns1:lnTo>
                <ns1:lnTo>
                  <ns1:pt x="0" y="8846422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2">
              <ns1:alphaModFix amt="21999"/>
              <ns1:extLst>
                <ns1:ext uri="{96DAC541-7B7A-43D3-8B79-37D633B846F1}">
                  <ns3:svgBlip ns2:embed="rId3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Freeform 3" id="3"/>
          <ns0:cNvSpPr/>
          <ns0:nvPr/>
        </ns0:nvSpPr>
        <ns0:spPr>
          <ns1:xfrm flipH="false" flipV="false" rot="0">
            <ns1:off x="0" y="-185341"/>
            <ns1:ext cx="4167845" cy="4114800"/>
          </ns1:xfrm>
          <ns1:custGeom>
            <ns1:avLst/>
            <ns1:gdLst/>
            <ns1:ahLst/>
            <ns1:cxnLst/>
            <ns1:rect r="r" b="b" t="t" l="l"/>
            <ns1:pathLst>
              <ns1:path h="4114800" w="4167845">
                <ns1:moveTo>
                  <ns1:pt x="0" y="0"/>
                </ns1:moveTo>
                <ns1:lnTo>
                  <ns1:pt x="4167845" y="0"/>
                </ns1:lnTo>
                <ns1:lnTo>
                  <ns1:pt x="4167845" y="4114800"/>
                </ns1:lnTo>
                <ns1:lnTo>
                  <ns1:pt x="0" y="4114800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4">
              <ns1:extLst>
                <ns1:ext uri="{96DAC541-7B7A-43D3-8B79-37D633B846F1}">
                  <ns3:svgBlip ns2:embed="rId5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Freeform 4" id="4"/>
          <ns0:cNvSpPr/>
          <ns0:nvPr/>
        </ns0:nvSpPr>
        <ns0:spPr>
          <ns1:xfrm flipH="false" flipV="false" rot="0">
            <ns1:off x="14581836" y="4565482"/>
            <ns1:ext cx="5354929" cy="8229600"/>
          </ns1:xfrm>
          <ns1:custGeom>
            <ns1:avLst/>
            <ns1:gdLst/>
            <ns1:ahLst/>
            <ns1:cxnLst/>
            <ns1:rect r="r" b="b" t="t" l="l"/>
            <ns1:pathLst>
              <ns1:path h="8229600" w="5354929">
                <ns1:moveTo>
                  <ns1:pt x="0" y="0"/>
                </ns1:moveTo>
                <ns1:lnTo>
                  <ns1:pt x="5354928" y="0"/>
                </ns1:lnTo>
                <ns1:lnTo>
                  <ns1:pt x="5354928" y="8229600"/>
                </ns1:lnTo>
                <ns1:lnTo>
                  <ns1:pt x="0" y="8229600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6"/>
            <ns1:stretch>
              <ns1:fillRect l="0" t="0" r="0" b="0"/>
            </ns1:stretch>
          </ns1:blipFill>
        </ns0:spPr>
      </ns0:sp>
      <ns0:sp>
        <ns0:nvSpPr>
          <ns0:cNvPr name="Freeform 5" id="5"/>
          <ns0:cNvSpPr/>
          <ns0:nvPr/>
        </ns0:nvSpPr>
        <ns0:spPr>
          <ns1:xfrm flipH="false" flipV="false" rot="0">
            <ns1:off x="-1834505" y="5672414"/>
            <ns1:ext cx="6419635" cy="8229600"/>
          </ns1:xfrm>
          <ns1:custGeom>
            <ns1:avLst/>
            <ns1:gdLst/>
            <ns1:ahLst/>
            <ns1:cxnLst/>
            <ns1:rect r="r" b="b" t="t" l="l"/>
            <ns1:pathLst>
              <ns1:path h="8229600" w="6419635">
                <ns1:moveTo>
                  <ns1:pt x="0" y="0"/>
                </ns1:moveTo>
                <ns1:lnTo>
                  <ns1:pt x="6419634" y="0"/>
                </ns1:lnTo>
                <ns1:lnTo>
                  <ns1:pt x="6419634" y="8229600"/>
                </ns1:lnTo>
                <ns1:lnTo>
                  <ns1:pt x="0" y="8229600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7">
              <ns1:alphaModFix amt="49000"/>
            </ns1:blip>
            <ns1:stretch>
              <ns1:fillRect l="0" t="0" r="0" b="0"/>
            </ns1:stretch>
          </ns1:blipFill>
        </ns0:spPr>
      </ns0:sp>
      <ns0:sp>
        <ns0:nvSpPr>
          <ns0:cNvPr name="TextBox 6" id="6"/>
          <ns0:cNvSpPr txBox="true"/>
          <ns0:nvPr/>
        </ns0:nvSpPr>
        <ns0:spPr>
          <ns1:xfrm rot="0">
            <ns1:off x="4366372" y="2294417"/>
            <ns1:ext cx="9332455" cy="4390209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ctr">
              <ns1:lnSpc>
                <ns1:spcPts val="17459"/>
              </ns1:lnSpc>
            </ns1:pPr>
            <ns1:r>
              <ns1:rPr lang="en-US" sz="13857">
                <ns1:solidFill>
                  <ns1:srgbClr val="000000"/>
                </ns1:solidFill>
                <ns1:latin typeface="Petit Formal Script"/>
                <ns1:ea typeface="Petit Formal Script"/>
                <ns1:cs typeface="Petit Formal Script"/>
                <ns1:sym typeface="Petit Formal Script"/>
              </ns1:rPr>
              <ns1:t/>
            </ns1:r>
          </ns1:p>
        </ns0:txBody>
      </ns0:sp>
      <ns0:sp>
        <ns0:nvSpPr>
          <ns0:cNvPr name="TextBox 7" id="7"/>
          <ns0:cNvSpPr txBox="true"/>
          <ns0:nvPr/>
        </ns0:nvSpPr>
        <ns0:spPr>
          <ns1:xfrm rot="0">
            <ns1:off x="5472365" y="6725033"/>
            <ns1:ext cx="7343270" cy="816224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ctr">
              <ns1:lnSpc>
                <ns1:spcPts val="6461"/>
              </ns1:lnSpc>
            </ns1:pPr>
            <ns1:r>
              <ns1:rPr lang="en-US" sz="4615" spc="927">
                <ns1:solidFill>
                  <ns1:srgbClr val="000000"/>
                </ns1:solidFill>
                <ns1:latin typeface="Arimo"/>
                <ns1:ea typeface="Arimo"/>
                <ns1:cs typeface="Arimo"/>
                <ns1:sym typeface="Arimo"/>
              </ns1:rPr>
              <ns1:t/>
            </ns1:r>
          </ns1:p>
        </ns0:txBody>
      </ns0:sp>
      <ns0:sp>
        <ns0:nvSpPr>
          <ns0:cNvPr name="Freeform 8" id="8"/>
          <ns0:cNvSpPr/>
          <ns0:nvPr/>
        </ns0:nvSpPr>
        <ns0:spPr>
          <ns1:xfrm flipH="true" flipV="false" rot="0">
            <ns1:off x="14120155" y="-185341"/>
            <ns1:ext cx="4167845" cy="4114800"/>
          </ns1:xfrm>
          <ns1:custGeom>
            <ns1:avLst/>
            <ns1:gdLst/>
            <ns1:ahLst/>
            <ns1:cxnLst/>
            <ns1:rect r="r" b="b" t="t" l="l"/>
            <ns1:pathLst>
              <ns1:path h="4114800" w="4167845">
                <ns1:moveTo>
                  <ns1:pt x="4167845" y="0"/>
                </ns1:moveTo>
                <ns1:lnTo>
                  <ns1:pt x="0" y="0"/>
                </ns1:lnTo>
                <ns1:lnTo>
                  <ns1:pt x="0" y="4114800"/>
                </ns1:lnTo>
                <ns1:lnTo>
                  <ns1:pt x="4167845" y="4114800"/>
                </ns1:lnTo>
                <ns1:lnTo>
                  <ns1:pt x="4167845" y="0"/>
                </ns1:lnTo>
                <ns1:close/>
              </ns1:path>
            </ns1:pathLst>
          </ns1:custGeom>
          <ns1:blipFill>
            <ns1:blip ns2:embed="rId8">
              <ns1:extLst>
                <ns1:ext uri="{96DAC541-7B7A-43D3-8B79-37D633B846F1}">
                  <ns3:svgBlip ns2:embed="rId9"/>
                </ns1:ext>
              </ns1:extLst>
            </ns1:blip>
            <ns1:stretch>
              <ns1:fillRect l="0" t="0" r="0" b="0"/>
            </ns1:stretch>
          </ns1:blipFill>
        </ns0:spPr>
      </ns0:sp>
    </ns0:spTree>
  </ns0:cSld>
  <ns0:clrMapOvr>
    <ns1:masterClrMapping/>
  </ns0:clrMapOvr>
</ns0:sldLayout>
</file>

<file path=ppt/slideLayouts/slideLayout12.xml><?xml version="1.0" encoding="utf-8"?>
<ns0:sldLayout xmlns:ns0="http://schemas.openxmlformats.org/presentationml/2006/main" xmlns:ns1="http://schemas.openxmlformats.org/drawingml/2006/main" xmlns:ns2="http://schemas.openxmlformats.org/officeDocument/2006/relationships" xmlns:ns3="http://schemas.microsoft.com/office/drawing/2016/SVG/main" type="blank" preserve="1">
  <ns0:cSld name="版型2"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name="Freeform 2" id="2"/>
          <ns0:cNvSpPr/>
          <ns0:nvPr/>
        </ns0:nvSpPr>
        <ns0:spPr>
          <ns1:xfrm flipH="false" flipV="false" rot="0">
            <ns1:off x="16163593" y="-1023658"/>
            <ns1:ext cx="3972652" cy="4114800"/>
          </ns1:xfrm>
          <ns1:custGeom>
            <ns1:avLst/>
            <ns1:gdLst/>
            <ns1:ahLst/>
            <ns1:cxnLst/>
            <ns1:rect r="r" b="b" t="t" l="l"/>
            <ns1:pathLst>
              <ns1:path h="4114800" w="3972652">
                <ns1:moveTo>
                  <ns1:pt x="0" y="0"/>
                </ns1:moveTo>
                <ns1:lnTo>
                  <ns1:pt x="3972652" y="0"/>
                </ns1:lnTo>
                <ns1:lnTo>
                  <ns1:pt x="3972652" y="4114800"/>
                </ns1:lnTo>
                <ns1:lnTo>
                  <ns1:pt x="0" y="4114800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2">
              <ns1:extLst>
                <ns1:ext uri="{96DAC541-7B7A-43D3-8B79-37D633B846F1}">
                  <ns3:svgBlip ns2:embed="rId3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Freeform 3" id="3"/>
          <ns0:cNvSpPr/>
          <ns0:nvPr/>
        </ns0:nvSpPr>
        <ns0:spPr>
          <ns1:xfrm flipH="false" flipV="false" rot="0">
            <ns1:off x="-3132288" y="-1023658"/>
            <ns1:ext cx="5594542" cy="8161799"/>
          </ns1:xfrm>
          <ns1:custGeom>
            <ns1:avLst/>
            <ns1:gdLst/>
            <ns1:ahLst/>
            <ns1:cxnLst/>
            <ns1:rect r="r" b="b" t="t" l="l"/>
            <ns1:pathLst>
              <ns1:path h="8161799" w="5594542">
                <ns1:moveTo>
                  <ns1:pt x="0" y="0"/>
                </ns1:moveTo>
                <ns1:lnTo>
                  <ns1:pt x="5594543" y="0"/>
                </ns1:lnTo>
                <ns1:lnTo>
                  <ns1:pt x="5594543" y="8161799"/>
                </ns1:lnTo>
                <ns1:lnTo>
                  <ns1:pt x="0" y="8161799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4">
              <ns1:extLst>
                <ns1:ext uri="{96DAC541-7B7A-43D3-8B79-37D633B846F1}">
                  <ns3:svgBlip ns2:embed="rId5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TextBox 4" id="4"/>
          <ns0:cNvSpPr txBox="true"/>
          <ns0:nvPr/>
        </ns0:nvSpPr>
        <ns0:spPr>
          <ns1:xfrm rot="0">
            <ns1:off x="5871030" y="1176617"/>
            <ns1:ext cx="6545941" cy="895324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ctr">
              <ns1:lnSpc>
                <ns1:spcPts val="6641"/>
              </ns1:lnSpc>
            </ns1:pPr>
            <ns1:r>
              <ns1:rPr lang="en-US" sz="6846">
                <ns1:solidFill>
                  <ns1:srgbClr val="000000"/>
                </ns1:solidFill>
                <ns1:latin typeface="Petit Formal Script"/>
                <ns1:ea typeface="Petit Formal Script"/>
                <ns1:cs typeface="Petit Formal Script"/>
                <ns1:sym typeface="Petit Formal Script"/>
              </ns1:rPr>
              <ns1:t/>
            </ns1:r>
          </ns1:p>
        </ns0:txBody>
      </ns0:sp>
      <ns0:sp>
        <ns0:nvSpPr>
          <ns0:cNvPr name="TextBox 5" id="5"/>
          <ns0:cNvSpPr txBox="true"/>
          <ns0:nvPr/>
        </ns0:nvSpPr>
        <ns0:spPr>
          <ns1:xfrm rot="0">
            <ns1:off x="3281798" y="5454517"/>
            <ns1:ext cx="11724404" cy="1430857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ctr">
              <ns1:lnSpc>
                <ns1:spcPts val="11433"/>
              </ns1:lnSpc>
            </ns1:pPr>
            <ns1:r>
              <ns1:rPr lang="en-US" sz="8167" i="true" spc="89">
                <ns1:solidFill>
                  <ns1:srgbClr val="000000"/>
                </ns1:solidFill>
                <ns1:latin typeface="Arimo Italics"/>
                <ns1:ea typeface="Arimo Italics"/>
                <ns1:cs typeface="Arimo Italics"/>
                <ns1:sym typeface="Arimo Italics"/>
              </ns1:rPr>
              <ns1:t/>
            </ns1:r>
          </ns1:p>
        </ns0:txBody>
      </ns0:sp>
      <ns0:sp>
        <ns0:nvSpPr>
          <ns0:cNvPr name="TextBox 6" id="6"/>
          <ns0:cNvSpPr txBox="true"/>
          <ns0:nvPr/>
        </ns0:nvSpPr>
        <ns0:spPr>
          <ns1:xfrm rot="0">
            <ns1:off x="3281798" y="3211127"/>
            <ns1:ext cx="11724404" cy="1430857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ctr">
              <ns1:lnSpc>
                <ns1:spcPts val="11433"/>
              </ns1:lnSpc>
            </ns1:pPr>
            <ns1:r>
              <ns1:rPr lang="en-US" sz="8167" i="true" spc="89">
                <ns1:solidFill>
                  <ns1:srgbClr val="000000"/>
                </ns1:solidFill>
                <ns1:latin typeface="Arimo Italics"/>
                <ns1:ea typeface="Arimo Italics"/>
                <ns1:cs typeface="Arimo Italics"/>
                <ns1:sym typeface="Arimo Italics"/>
              </ns1:rPr>
              <ns1:t/>
            </ns1:r>
          </ns1:p>
        </ns0:txBody>
      </ns0:sp>
      <ns0:sp>
        <ns0:nvSpPr>
          <ns0:cNvPr name="Freeform 7" id="7"/>
          <ns0:cNvSpPr/>
          <ns0:nvPr/>
        </ns0:nvSpPr>
        <ns0:spPr>
          <ns1:xfrm flipH="false" flipV="false" rot="0">
            <ns1:off x="13592666" y="4021805"/>
            <ns1:ext cx="6806678" cy="8725767"/>
          </ns1:xfrm>
          <ns1:custGeom>
            <ns1:avLst/>
            <ns1:gdLst/>
            <ns1:ahLst/>
            <ns1:cxnLst/>
            <ns1:rect r="r" b="b" t="t" l="l"/>
            <ns1:pathLst>
              <ns1:path h="8725767" w="6806678">
                <ns1:moveTo>
                  <ns1:pt x="0" y="0"/>
                </ns1:moveTo>
                <ns1:lnTo>
                  <ns1:pt x="6806678" y="0"/>
                </ns1:lnTo>
                <ns1:lnTo>
                  <ns1:pt x="6806678" y="8725767"/>
                </ns1:lnTo>
                <ns1:lnTo>
                  <ns1:pt x="0" y="8725767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6">
              <ns1:alphaModFix amt="49000"/>
            </ns1:blip>
            <ns1:stretch>
              <ns1:fillRect l="0" t="0" r="0" b="0"/>
            </ns1:stretch>
          </ns1:blipFill>
        </ns0:spPr>
      </ns0:sp>
      <ns0:sp>
        <ns0:nvSpPr>
          <ns0:cNvPr name="Freeform 8" id="8"/>
          <ns0:cNvSpPr/>
          <ns0:nvPr/>
        </ns0:nvSpPr>
        <ns0:spPr>
          <ns1:xfrm flipH="false" flipV="false" rot="0">
            <ns1:off x="-1155907" y="7458433"/>
            <ns1:ext cx="4807355" cy="6162751"/>
          </ns1:xfrm>
          <ns1:custGeom>
            <ns1:avLst/>
            <ns1:gdLst/>
            <ns1:ahLst/>
            <ns1:cxnLst/>
            <ns1:rect r="r" b="b" t="t" l="l"/>
            <ns1:pathLst>
              <ns1:path h="6162751" w="4807355">
                <ns1:moveTo>
                  <ns1:pt x="0" y="0"/>
                </ns1:moveTo>
                <ns1:lnTo>
                  <ns1:pt x="4807355" y="0"/>
                </ns1:lnTo>
                <ns1:lnTo>
                  <ns1:pt x="4807355" y="6162751"/>
                </ns1:lnTo>
                <ns1:lnTo>
                  <ns1:pt x="0" y="6162751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7">
              <ns1:alphaModFix amt="49000"/>
            </ns1:blip>
            <ns1:stretch>
              <ns1:fillRect l="0" t="0" r="0" b="0"/>
            </ns1:stretch>
          </ns1:blipFill>
        </ns0:spPr>
      </ns0:sp>
    </ns0:spTree>
  </ns0:cSld>
  <ns0:clrMapOvr>
    <ns1:masterClrMapping/>
  </ns0:clrMapOvr>
</ns0:sldLayout>
</file>

<file path=ppt/slideLayouts/slideLayout13.xml><?xml version="1.0" encoding="utf-8"?>
<ns0:sldLayout xmlns:ns0="http://schemas.openxmlformats.org/presentationml/2006/main" xmlns:ns1="http://schemas.openxmlformats.org/drawingml/2006/main" xmlns:ns2="http://schemas.openxmlformats.org/officeDocument/2006/relationships" xmlns:ns3="http://schemas.microsoft.com/office/drawing/2016/SVG/main" type="blank" preserve="1">
  <ns0:cSld name="版型3"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name="TextBox 2" id="2"/>
          <ns0:cNvSpPr txBox="true"/>
          <ns0:nvPr/>
        </ns0:nvSpPr>
        <ns0:spPr>
          <ns1:xfrm rot="0">
            <ns1:off x="5871030" y="1175559"/>
            <ns1:ext cx="6545941" cy="895324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ctr">
              <ns1:lnSpc>
                <ns1:spcPts val="6641"/>
              </ns1:lnSpc>
            </ns1:pPr>
            <ns1:r>
              <ns1:rPr lang="en-US" sz="6846">
                <ns1:solidFill>
                  <ns1:srgbClr val="000000"/>
                </ns1:solidFill>
                <ns1:latin typeface="Petit Formal Script"/>
                <ns1:ea typeface="Petit Formal Script"/>
                <ns1:cs typeface="Petit Formal Script"/>
                <ns1:sym typeface="Petit Formal Script"/>
              </ns1:rPr>
              <ns1:t/>
            </ns1:r>
          </ns1:p>
        </ns0:txBody>
      </ns0:sp>
      <ns0:sp>
        <ns0:nvSpPr>
          <ns0:cNvPr name="TextBox 3" id="3"/>
          <ns0:cNvSpPr txBox="true"/>
          <ns0:nvPr/>
        </ns0:nvSpPr>
        <ns0:spPr>
          <ns1:xfrm rot="0">
            <ns1:off x="4015916" y="3412490"/>
            <ns1:ext cx="10256168" cy="3376295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ctr">
              <ns1:lnSpc>
                <ns1:spcPts val="4479"/>
              </ns1:lnSpc>
            </ns1:pPr>
            <ns1:r>
              <ns1:rPr lang="en-US" sz="3199" spc="35">
                <ns1:solidFill>
                  <ns1:srgbClr val="000000"/>
                </ns1:solidFill>
                <ns1:latin typeface="Arimo"/>
                <ns1:ea typeface="Arimo"/>
                <ns1:cs typeface="Arimo"/>
                <ns1:sym typeface="Arimo"/>
              </ns1:rPr>
              <ns1:t/>
            </ns1:r>
          </ns1:p>
        </ns0:txBody>
      </ns0:sp>
      <ns0:sp>
        <ns0:nvSpPr>
          <ns0:cNvPr name="Freeform 4" id="4"/>
          <ns0:cNvSpPr/>
          <ns0:nvPr/>
        </ns0:nvSpPr>
        <ns0:spPr>
          <ns1:xfrm flipH="false" flipV="false" rot="0">
            <ns1:off x="16163593" y="-1023658"/>
            <ns1:ext cx="3972652" cy="4114800"/>
          </ns1:xfrm>
          <ns1:custGeom>
            <ns1:avLst/>
            <ns1:gdLst/>
            <ns1:ahLst/>
            <ns1:cxnLst/>
            <ns1:rect r="r" b="b" t="t" l="l"/>
            <ns1:pathLst>
              <ns1:path h="4114800" w="3972652">
                <ns1:moveTo>
                  <ns1:pt x="0" y="0"/>
                </ns1:moveTo>
                <ns1:lnTo>
                  <ns1:pt x="3972652" y="0"/>
                </ns1:lnTo>
                <ns1:lnTo>
                  <ns1:pt x="3972652" y="4114800"/>
                </ns1:lnTo>
                <ns1:lnTo>
                  <ns1:pt x="0" y="4114800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2">
              <ns1:extLst>
                <ns1:ext uri="{96DAC541-7B7A-43D3-8B79-37D633B846F1}">
                  <ns3:svgBlip ns2:embed="rId3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Freeform 5" id="5"/>
          <ns0:cNvSpPr/>
          <ns0:nvPr/>
        </ns0:nvSpPr>
        <ns0:spPr>
          <ns1:xfrm flipH="false" flipV="false" rot="0">
            <ns1:off x="-3132288" y="-1023658"/>
            <ns1:ext cx="5594542" cy="8161799"/>
          </ns1:xfrm>
          <ns1:custGeom>
            <ns1:avLst/>
            <ns1:gdLst/>
            <ns1:ahLst/>
            <ns1:cxnLst/>
            <ns1:rect r="r" b="b" t="t" l="l"/>
            <ns1:pathLst>
              <ns1:path h="8161799" w="5594542">
                <ns1:moveTo>
                  <ns1:pt x="0" y="0"/>
                </ns1:moveTo>
                <ns1:lnTo>
                  <ns1:pt x="5594543" y="0"/>
                </ns1:lnTo>
                <ns1:lnTo>
                  <ns1:pt x="5594543" y="8161799"/>
                </ns1:lnTo>
                <ns1:lnTo>
                  <ns1:pt x="0" y="8161799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4">
              <ns1:extLst>
                <ns1:ext uri="{96DAC541-7B7A-43D3-8B79-37D633B846F1}">
                  <ns3:svgBlip ns2:embed="rId5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Freeform 6" id="6"/>
          <ns0:cNvSpPr/>
          <ns0:nvPr/>
        </ns0:nvSpPr>
        <ns0:spPr>
          <ns1:xfrm flipH="false" flipV="false" rot="0">
            <ns1:off x="13592666" y="4021805"/>
            <ns1:ext cx="6806678" cy="8725767"/>
          </ns1:xfrm>
          <ns1:custGeom>
            <ns1:avLst/>
            <ns1:gdLst/>
            <ns1:ahLst/>
            <ns1:cxnLst/>
            <ns1:rect r="r" b="b" t="t" l="l"/>
            <ns1:pathLst>
              <ns1:path h="8725767" w="6806678">
                <ns1:moveTo>
                  <ns1:pt x="0" y="0"/>
                </ns1:moveTo>
                <ns1:lnTo>
                  <ns1:pt x="6806678" y="0"/>
                </ns1:lnTo>
                <ns1:lnTo>
                  <ns1:pt x="6806678" y="8725767"/>
                </ns1:lnTo>
                <ns1:lnTo>
                  <ns1:pt x="0" y="8725767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6">
              <ns1:alphaModFix amt="49000"/>
            </ns1:blip>
            <ns1:stretch>
              <ns1:fillRect l="0" t="0" r="0" b="0"/>
            </ns1:stretch>
          </ns1:blipFill>
        </ns0:spPr>
      </ns0:sp>
      <ns0:sp>
        <ns0:nvSpPr>
          <ns0:cNvPr name="Freeform 7" id="7"/>
          <ns0:cNvSpPr/>
          <ns0:nvPr/>
        </ns0:nvSpPr>
        <ns0:spPr>
          <ns1:xfrm flipH="false" flipV="false" rot="0">
            <ns1:off x="-1155907" y="7458433"/>
            <ns1:ext cx="4807355" cy="6162751"/>
          </ns1:xfrm>
          <ns1:custGeom>
            <ns1:avLst/>
            <ns1:gdLst/>
            <ns1:ahLst/>
            <ns1:cxnLst/>
            <ns1:rect r="r" b="b" t="t" l="l"/>
            <ns1:pathLst>
              <ns1:path h="6162751" w="4807355">
                <ns1:moveTo>
                  <ns1:pt x="0" y="0"/>
                </ns1:moveTo>
                <ns1:lnTo>
                  <ns1:pt x="4807355" y="0"/>
                </ns1:lnTo>
                <ns1:lnTo>
                  <ns1:pt x="4807355" y="6162751"/>
                </ns1:lnTo>
                <ns1:lnTo>
                  <ns1:pt x="0" y="6162751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7">
              <ns1:alphaModFix amt="49000"/>
            </ns1:blip>
            <ns1:stretch>
              <ns1:fillRect l="0" t="0" r="0" b="0"/>
            </ns1:stretch>
          </ns1:blipFill>
        </ns0:spPr>
      </ns0:sp>
    </ns0:spTree>
  </ns0:cSld>
  <ns0:clrMapOvr>
    <ns1:masterClrMapping/>
  </ns0:clrMapOvr>
</ns0:sldLayout>
</file>

<file path=ppt/slideLayouts/slideLayout14.xml><?xml version="1.0" encoding="utf-8"?>
<ns0:sldLayout xmlns:ns0="http://schemas.openxmlformats.org/presentationml/2006/main" xmlns:ns1="http://schemas.openxmlformats.org/drawingml/2006/main" xmlns:ns2="http://schemas.openxmlformats.org/officeDocument/2006/relationships" xmlns:ns3="http://schemas.microsoft.com/office/drawing/2016/SVG/main" type="blank" preserve="1">
  <ns0:cSld name="版型4"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name="TextBox 2" id="2"/>
          <ns0:cNvSpPr txBox="true"/>
          <ns0:nvPr/>
        </ns0:nvSpPr>
        <ns0:spPr>
          <ns1:xfrm rot="0">
            <ns1:off x="3885241" y="1175559"/>
            <ns1:ext cx="10517519" cy="895324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ctr">
              <ns1:lnSpc>
                <ns1:spcPts val="6641"/>
              </ns1:lnSpc>
            </ns1:pPr>
            <ns1:r>
              <ns1:rPr lang="en-US" sz="6846">
                <ns1:solidFill>
                  <ns1:srgbClr val="000000"/>
                </ns1:solidFill>
                <ns1:latin typeface="Petit Formal Script"/>
                <ns1:ea typeface="Petit Formal Script"/>
                <ns1:cs typeface="Petit Formal Script"/>
                <ns1:sym typeface="Petit Formal Script"/>
              </ns1:rPr>
              <ns1:t/>
            </ns1:r>
          </ns1:p>
        </ns0:txBody>
      </ns0:sp>
      <ns0:sp>
        <ns0:nvSpPr>
          <ns0:cNvPr name="Freeform 3" id="3"/>
          <ns0:cNvSpPr/>
          <ns0:nvPr/>
        </ns0:nvSpPr>
        <ns0:spPr>
          <ns1:xfrm flipH="false" flipV="false" rot="0">
            <ns1:off x="16163593" y="-1023658"/>
            <ns1:ext cx="3972652" cy="4114800"/>
          </ns1:xfrm>
          <ns1:custGeom>
            <ns1:avLst/>
            <ns1:gdLst/>
            <ns1:ahLst/>
            <ns1:cxnLst/>
            <ns1:rect r="r" b="b" t="t" l="l"/>
            <ns1:pathLst>
              <ns1:path h="4114800" w="3972652">
                <ns1:moveTo>
                  <ns1:pt x="0" y="0"/>
                </ns1:moveTo>
                <ns1:lnTo>
                  <ns1:pt x="3972652" y="0"/>
                </ns1:lnTo>
                <ns1:lnTo>
                  <ns1:pt x="3972652" y="4114800"/>
                </ns1:lnTo>
                <ns1:lnTo>
                  <ns1:pt x="0" y="4114800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2">
              <ns1:extLst>
                <ns1:ext uri="{96DAC541-7B7A-43D3-8B79-37D633B846F1}">
                  <ns3:svgBlip ns2:embed="rId3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Freeform 4" id="4"/>
          <ns0:cNvSpPr/>
          <ns0:nvPr/>
        </ns0:nvSpPr>
        <ns0:spPr>
          <ns1:xfrm flipH="false" flipV="false" rot="0">
            <ns1:off x="-3132288" y="-1023658"/>
            <ns1:ext cx="5594542" cy="8161799"/>
          </ns1:xfrm>
          <ns1:custGeom>
            <ns1:avLst/>
            <ns1:gdLst/>
            <ns1:ahLst/>
            <ns1:cxnLst/>
            <ns1:rect r="r" b="b" t="t" l="l"/>
            <ns1:pathLst>
              <ns1:path h="8161799" w="5594542">
                <ns1:moveTo>
                  <ns1:pt x="0" y="0"/>
                </ns1:moveTo>
                <ns1:lnTo>
                  <ns1:pt x="5594543" y="0"/>
                </ns1:lnTo>
                <ns1:lnTo>
                  <ns1:pt x="5594543" y="8161799"/>
                </ns1:lnTo>
                <ns1:lnTo>
                  <ns1:pt x="0" y="8161799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4">
              <ns1:extLst>
                <ns1:ext uri="{96DAC541-7B7A-43D3-8B79-37D633B846F1}">
                  <ns3:svgBlip ns2:embed="rId5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Freeform 5" id="5"/>
          <ns0:cNvSpPr/>
          <ns0:nvPr/>
        </ns0:nvSpPr>
        <ns0:spPr>
          <ns1:xfrm flipH="false" flipV="false" rot="0">
            <ns1:off x="13592666" y="4021805"/>
            <ns1:ext cx="6806678" cy="8725767"/>
          </ns1:xfrm>
          <ns1:custGeom>
            <ns1:avLst/>
            <ns1:gdLst/>
            <ns1:ahLst/>
            <ns1:cxnLst/>
            <ns1:rect r="r" b="b" t="t" l="l"/>
            <ns1:pathLst>
              <ns1:path h="8725767" w="6806678">
                <ns1:moveTo>
                  <ns1:pt x="0" y="0"/>
                </ns1:moveTo>
                <ns1:lnTo>
                  <ns1:pt x="6806678" y="0"/>
                </ns1:lnTo>
                <ns1:lnTo>
                  <ns1:pt x="6806678" y="8725767"/>
                </ns1:lnTo>
                <ns1:lnTo>
                  <ns1:pt x="0" y="8725767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6">
              <ns1:alphaModFix amt="49000"/>
            </ns1:blip>
            <ns1:stretch>
              <ns1:fillRect l="0" t="0" r="0" b="0"/>
            </ns1:stretch>
          </ns1:blipFill>
        </ns0:spPr>
      </ns0:sp>
      <ns0:sp>
        <ns0:nvSpPr>
          <ns0:cNvPr name="Freeform 6" id="6"/>
          <ns0:cNvSpPr/>
          <ns0:nvPr/>
        </ns0:nvSpPr>
        <ns0:spPr>
          <ns1:xfrm flipH="false" flipV="false" rot="0">
            <ns1:off x="-1155907" y="7458433"/>
            <ns1:ext cx="4807355" cy="6162751"/>
          </ns1:xfrm>
          <ns1:custGeom>
            <ns1:avLst/>
            <ns1:gdLst/>
            <ns1:ahLst/>
            <ns1:cxnLst/>
            <ns1:rect r="r" b="b" t="t" l="l"/>
            <ns1:pathLst>
              <ns1:path h="6162751" w="4807355">
                <ns1:moveTo>
                  <ns1:pt x="0" y="0"/>
                </ns1:moveTo>
                <ns1:lnTo>
                  <ns1:pt x="4807355" y="0"/>
                </ns1:lnTo>
                <ns1:lnTo>
                  <ns1:pt x="4807355" y="6162751"/>
                </ns1:lnTo>
                <ns1:lnTo>
                  <ns1:pt x="0" y="6162751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7">
              <ns1:alphaModFix amt="49000"/>
            </ns1:blip>
            <ns1:stretch>
              <ns1:fillRect l="0" t="0" r="0" b="0"/>
            </ns1:stretch>
          </ns1:blipFill>
        </ns0:spPr>
      </ns0:sp>
      <ns0:sp>
        <ns0:nvSpPr>
          <ns0:cNvPr name="TextBox 7" id="7"/>
          <ns0:cNvSpPr txBox="true"/>
          <ns0:nvPr/>
        </ns0:nvSpPr>
        <ns0:spPr>
          <ns1:xfrm rot="0">
            <ns1:off x="4015916" y="3412490"/>
            <ns1:ext cx="10256168" cy="3376295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ctr">
              <ns1:lnSpc>
                <ns1:spcPts val="4479"/>
              </ns1:lnSpc>
            </ns1:pPr>
            <ns1:r>
              <ns1:rPr lang="en-US" sz="3199" spc="35">
                <ns1:solidFill>
                  <ns1:srgbClr val="000000"/>
                </ns1:solidFill>
                <ns1:latin typeface="Arimo"/>
                <ns1:ea typeface="Arimo"/>
                <ns1:cs typeface="Arimo"/>
                <ns1:sym typeface="Arimo"/>
              </ns1:rPr>
              <ns1:t/>
            </ns1:r>
          </ns1:p>
        </ns0:txBody>
      </ns0:sp>
    </ns0:spTree>
  </ns0:cSld>
  <ns0:clrMapOvr>
    <ns1:masterClrMapping/>
  </ns0:clrMapOvr>
</ns0:sldLayout>
</file>

<file path=ppt/slideLayouts/slideLayout15.xml><?xml version="1.0" encoding="utf-8"?>
<ns0:sldLayout xmlns:ns0="http://schemas.openxmlformats.org/presentationml/2006/main" xmlns:ns1="http://schemas.openxmlformats.org/drawingml/2006/main" xmlns:ns2="http://schemas.openxmlformats.org/officeDocument/2006/relationships" xmlns:ns3="http://schemas.microsoft.com/office/drawing/2016/SVG/main" type="blank" preserve="1">
  <ns0:cSld name="版型5"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name="TextBox 2" id="2"/>
          <ns0:cNvSpPr txBox="true"/>
          <ns0:nvPr/>
        </ns0:nvSpPr>
        <ns0:spPr>
          <ns1:xfrm rot="0">
            <ns1:off x="5871030" y="1175559"/>
            <ns1:ext cx="6545941" cy="895324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ctr">
              <ns1:lnSpc>
                <ns1:spcPts val="6641"/>
              </ns1:lnSpc>
            </ns1:pPr>
            <ns1:r>
              <ns1:rPr lang="en-US" sz="6846">
                <ns1:solidFill>
                  <ns1:srgbClr val="000000"/>
                </ns1:solidFill>
                <ns1:latin typeface="Petit Formal Script"/>
                <ns1:ea typeface="Petit Formal Script"/>
                <ns1:cs typeface="Petit Formal Script"/>
                <ns1:sym typeface="Petit Formal Script"/>
              </ns1:rPr>
              <ns1:t/>
            </ns1:r>
          </ns1:p>
        </ns0:txBody>
      </ns0:sp>
      <ns0:sp>
        <ns0:nvSpPr>
          <ns0:cNvPr name="Freeform 3" id="3"/>
          <ns0:cNvSpPr/>
          <ns0:nvPr/>
        </ns0:nvSpPr>
        <ns0:spPr>
          <ns1:xfrm flipH="false" flipV="false" rot="0">
            <ns1:off x="16163593" y="-1023658"/>
            <ns1:ext cx="3972652" cy="4114800"/>
          </ns1:xfrm>
          <ns1:custGeom>
            <ns1:avLst/>
            <ns1:gdLst/>
            <ns1:ahLst/>
            <ns1:cxnLst/>
            <ns1:rect r="r" b="b" t="t" l="l"/>
            <ns1:pathLst>
              <ns1:path h="4114800" w="3972652">
                <ns1:moveTo>
                  <ns1:pt x="0" y="0"/>
                </ns1:moveTo>
                <ns1:lnTo>
                  <ns1:pt x="3972652" y="0"/>
                </ns1:lnTo>
                <ns1:lnTo>
                  <ns1:pt x="3972652" y="4114800"/>
                </ns1:lnTo>
                <ns1:lnTo>
                  <ns1:pt x="0" y="4114800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2">
              <ns1:extLst>
                <ns1:ext uri="{96DAC541-7B7A-43D3-8B79-37D633B846F1}">
                  <ns3:svgBlip ns2:embed="rId3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Freeform 4" id="4"/>
          <ns0:cNvSpPr/>
          <ns0:nvPr/>
        </ns0:nvSpPr>
        <ns0:spPr>
          <ns1:xfrm flipH="false" flipV="false" rot="0">
            <ns1:off x="-3132288" y="-1023658"/>
            <ns1:ext cx="5594542" cy="8161799"/>
          </ns1:xfrm>
          <ns1:custGeom>
            <ns1:avLst/>
            <ns1:gdLst/>
            <ns1:ahLst/>
            <ns1:cxnLst/>
            <ns1:rect r="r" b="b" t="t" l="l"/>
            <ns1:pathLst>
              <ns1:path h="8161799" w="5594542">
                <ns1:moveTo>
                  <ns1:pt x="0" y="0"/>
                </ns1:moveTo>
                <ns1:lnTo>
                  <ns1:pt x="5594543" y="0"/>
                </ns1:lnTo>
                <ns1:lnTo>
                  <ns1:pt x="5594543" y="8161799"/>
                </ns1:lnTo>
                <ns1:lnTo>
                  <ns1:pt x="0" y="8161799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4">
              <ns1:extLst>
                <ns1:ext uri="{96DAC541-7B7A-43D3-8B79-37D633B846F1}">
                  <ns3:svgBlip ns2:embed="rId5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Freeform 5" id="5"/>
          <ns0:cNvSpPr/>
          <ns0:nvPr/>
        </ns0:nvSpPr>
        <ns0:spPr>
          <ns1:xfrm flipH="false" flipV="false" rot="0">
            <ns1:off x="13592666" y="4021805"/>
            <ns1:ext cx="6806678" cy="8725767"/>
          </ns1:xfrm>
          <ns1:custGeom>
            <ns1:avLst/>
            <ns1:gdLst/>
            <ns1:ahLst/>
            <ns1:cxnLst/>
            <ns1:rect r="r" b="b" t="t" l="l"/>
            <ns1:pathLst>
              <ns1:path h="8725767" w="6806678">
                <ns1:moveTo>
                  <ns1:pt x="0" y="0"/>
                </ns1:moveTo>
                <ns1:lnTo>
                  <ns1:pt x="6806678" y="0"/>
                </ns1:lnTo>
                <ns1:lnTo>
                  <ns1:pt x="6806678" y="8725767"/>
                </ns1:lnTo>
                <ns1:lnTo>
                  <ns1:pt x="0" y="8725767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6">
              <ns1:alphaModFix amt="49000"/>
            </ns1:blip>
            <ns1:stretch>
              <ns1:fillRect l="0" t="0" r="0" b="0"/>
            </ns1:stretch>
          </ns1:blipFill>
        </ns0:spPr>
      </ns0:sp>
      <ns0:sp>
        <ns0:nvSpPr>
          <ns0:cNvPr name="Freeform 6" id="6"/>
          <ns0:cNvSpPr/>
          <ns0:nvPr/>
        </ns0:nvSpPr>
        <ns0:spPr>
          <ns1:xfrm flipH="false" flipV="false" rot="0">
            <ns1:off x="-1155907" y="7458433"/>
            <ns1:ext cx="4807355" cy="6162751"/>
          </ns1:xfrm>
          <ns1:custGeom>
            <ns1:avLst/>
            <ns1:gdLst/>
            <ns1:ahLst/>
            <ns1:cxnLst/>
            <ns1:rect r="r" b="b" t="t" l="l"/>
            <ns1:pathLst>
              <ns1:path h="6162751" w="4807355">
                <ns1:moveTo>
                  <ns1:pt x="0" y="0"/>
                </ns1:moveTo>
                <ns1:lnTo>
                  <ns1:pt x="4807355" y="0"/>
                </ns1:lnTo>
                <ns1:lnTo>
                  <ns1:pt x="4807355" y="6162751"/>
                </ns1:lnTo>
                <ns1:lnTo>
                  <ns1:pt x="0" y="6162751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7">
              <ns1:alphaModFix amt="49000"/>
            </ns1:blip>
            <ns1:stretch>
              <ns1:fillRect l="0" t="0" r="0" b="0"/>
            </ns1:stretch>
          </ns1:blipFill>
        </ns0:spPr>
      </ns0:sp>
      <ns0:sp>
        <ns0:nvSpPr>
          <ns0:cNvPr name="TextBox 7" id="7"/>
          <ns0:cNvSpPr txBox="true"/>
          <ns0:nvPr/>
        </ns0:nvSpPr>
        <ns0:spPr>
          <ns1:xfrm rot="0">
            <ns1:off x="4015916" y="3412490"/>
            <ns1:ext cx="10256168" cy="3376295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ctr">
              <ns1:lnSpc>
                <ns1:spcPts val="4479"/>
              </ns1:lnSpc>
            </ns1:pPr>
            <ns1:r>
              <ns1:rPr lang="en-US" sz="3199" spc="35">
                <ns1:solidFill>
                  <ns1:srgbClr val="000000"/>
                </ns1:solidFill>
                <ns1:latin typeface="Arimo"/>
                <ns1:ea typeface="Arimo"/>
                <ns1:cs typeface="Arimo"/>
                <ns1:sym typeface="Arimo"/>
              </ns1:rPr>
              <ns1:t/>
            </ns1:r>
          </ns1:p>
        </ns0:txBody>
      </ns0:sp>
    </ns0:spTree>
  </ns0:cSld>
  <ns0:clrMapOvr>
    <ns1:masterClrMapping/>
  </ns0:clrMapOvr>
</ns0:sldLayout>
</file>

<file path=ppt/slideLayouts/slideLayout16.xml><?xml version="1.0" encoding="utf-8"?>
<ns0:sldLayout xmlns:ns0="http://schemas.openxmlformats.org/presentationml/2006/main" xmlns:ns1="http://schemas.openxmlformats.org/drawingml/2006/main" xmlns:ns2="http://schemas.openxmlformats.org/officeDocument/2006/relationships" xmlns:ns3="http://schemas.microsoft.com/office/drawing/2016/SVG/main" type="blank" preserve="1">
  <ns0:cSld name="版型6"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name="TextBox 2" id="2"/>
          <ns0:cNvSpPr txBox="true"/>
          <ns0:nvPr/>
        </ns0:nvSpPr>
        <ns0:spPr>
          <ns1:xfrm rot="0">
            <ns1:off x="5871030" y="1175559"/>
            <ns1:ext cx="6545941" cy="895324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ctr">
              <ns1:lnSpc>
                <ns1:spcPts val="6641"/>
              </ns1:lnSpc>
            </ns1:pPr>
            <ns1:r>
              <ns1:rPr lang="en-US" sz="6846">
                <ns1:solidFill>
                  <ns1:srgbClr val="000000"/>
                </ns1:solidFill>
                <ns1:latin typeface="Petit Formal Script"/>
                <ns1:ea typeface="Petit Formal Script"/>
                <ns1:cs typeface="Petit Formal Script"/>
                <ns1:sym typeface="Petit Formal Script"/>
              </ns1:rPr>
              <ns1:t/>
            </ns1:r>
          </ns1:p>
        </ns0:txBody>
      </ns0:sp>
      <ns0:sp>
        <ns0:nvSpPr>
          <ns0:cNvPr name="Freeform 3" id="3"/>
          <ns0:cNvSpPr/>
          <ns0:nvPr/>
        </ns0:nvSpPr>
        <ns0:spPr>
          <ns1:xfrm flipH="false" flipV="false" rot="0">
            <ns1:off x="16163593" y="-1023658"/>
            <ns1:ext cx="3972652" cy="4114800"/>
          </ns1:xfrm>
          <ns1:custGeom>
            <ns1:avLst/>
            <ns1:gdLst/>
            <ns1:ahLst/>
            <ns1:cxnLst/>
            <ns1:rect r="r" b="b" t="t" l="l"/>
            <ns1:pathLst>
              <ns1:path h="4114800" w="3972652">
                <ns1:moveTo>
                  <ns1:pt x="0" y="0"/>
                </ns1:moveTo>
                <ns1:lnTo>
                  <ns1:pt x="3972652" y="0"/>
                </ns1:lnTo>
                <ns1:lnTo>
                  <ns1:pt x="3972652" y="4114800"/>
                </ns1:lnTo>
                <ns1:lnTo>
                  <ns1:pt x="0" y="4114800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2">
              <ns1:extLst>
                <ns1:ext uri="{96DAC541-7B7A-43D3-8B79-37D633B846F1}">
                  <ns3:svgBlip ns2:embed="rId3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Freeform 4" id="4"/>
          <ns0:cNvSpPr/>
          <ns0:nvPr/>
        </ns0:nvSpPr>
        <ns0:spPr>
          <ns1:xfrm flipH="false" flipV="false" rot="0">
            <ns1:off x="-3132288" y="-1023658"/>
            <ns1:ext cx="5594542" cy="8161799"/>
          </ns1:xfrm>
          <ns1:custGeom>
            <ns1:avLst/>
            <ns1:gdLst/>
            <ns1:ahLst/>
            <ns1:cxnLst/>
            <ns1:rect r="r" b="b" t="t" l="l"/>
            <ns1:pathLst>
              <ns1:path h="8161799" w="5594542">
                <ns1:moveTo>
                  <ns1:pt x="0" y="0"/>
                </ns1:moveTo>
                <ns1:lnTo>
                  <ns1:pt x="5594543" y="0"/>
                </ns1:lnTo>
                <ns1:lnTo>
                  <ns1:pt x="5594543" y="8161799"/>
                </ns1:lnTo>
                <ns1:lnTo>
                  <ns1:pt x="0" y="8161799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4">
              <ns1:extLst>
                <ns1:ext uri="{96DAC541-7B7A-43D3-8B79-37D633B846F1}">
                  <ns3:svgBlip ns2:embed="rId5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Freeform 5" id="5"/>
          <ns0:cNvSpPr/>
          <ns0:nvPr/>
        </ns0:nvSpPr>
        <ns0:spPr>
          <ns1:xfrm flipH="false" flipV="false" rot="0">
            <ns1:off x="13592666" y="4021805"/>
            <ns1:ext cx="6806678" cy="8725767"/>
          </ns1:xfrm>
          <ns1:custGeom>
            <ns1:avLst/>
            <ns1:gdLst/>
            <ns1:ahLst/>
            <ns1:cxnLst/>
            <ns1:rect r="r" b="b" t="t" l="l"/>
            <ns1:pathLst>
              <ns1:path h="8725767" w="6806678">
                <ns1:moveTo>
                  <ns1:pt x="0" y="0"/>
                </ns1:moveTo>
                <ns1:lnTo>
                  <ns1:pt x="6806678" y="0"/>
                </ns1:lnTo>
                <ns1:lnTo>
                  <ns1:pt x="6806678" y="8725767"/>
                </ns1:lnTo>
                <ns1:lnTo>
                  <ns1:pt x="0" y="8725767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6">
              <ns1:alphaModFix amt="49000"/>
            </ns1:blip>
            <ns1:stretch>
              <ns1:fillRect l="0" t="0" r="0" b="0"/>
            </ns1:stretch>
          </ns1:blipFill>
        </ns0:spPr>
      </ns0:sp>
      <ns0:sp>
        <ns0:nvSpPr>
          <ns0:cNvPr name="Freeform 6" id="6"/>
          <ns0:cNvSpPr/>
          <ns0:nvPr/>
        </ns0:nvSpPr>
        <ns0:spPr>
          <ns1:xfrm flipH="false" flipV="false" rot="0">
            <ns1:off x="-1155907" y="7458433"/>
            <ns1:ext cx="4807355" cy="6162751"/>
          </ns1:xfrm>
          <ns1:custGeom>
            <ns1:avLst/>
            <ns1:gdLst/>
            <ns1:ahLst/>
            <ns1:cxnLst/>
            <ns1:rect r="r" b="b" t="t" l="l"/>
            <ns1:pathLst>
              <ns1:path h="6162751" w="4807355">
                <ns1:moveTo>
                  <ns1:pt x="0" y="0"/>
                </ns1:moveTo>
                <ns1:lnTo>
                  <ns1:pt x="4807355" y="0"/>
                </ns1:lnTo>
                <ns1:lnTo>
                  <ns1:pt x="4807355" y="6162751"/>
                </ns1:lnTo>
                <ns1:lnTo>
                  <ns1:pt x="0" y="6162751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7">
              <ns1:alphaModFix amt="49000"/>
            </ns1:blip>
            <ns1:stretch>
              <ns1:fillRect l="0" t="0" r="0" b="0"/>
            </ns1:stretch>
          </ns1:blipFill>
        </ns0:spPr>
      </ns0:sp>
      <ns0:sp>
        <ns0:nvSpPr>
          <ns0:cNvPr name="TextBox 7" id="7"/>
          <ns0:cNvSpPr txBox="true"/>
          <ns0:nvPr/>
        </ns0:nvSpPr>
        <ns0:spPr>
          <ns1:xfrm rot="0">
            <ns1:off x="4015916" y="3412490"/>
            <ns1:ext cx="10256168" cy="3376295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ctr">
              <ns1:lnSpc>
                <ns1:spcPts val="4479"/>
              </ns1:lnSpc>
            </ns1:pPr>
            <ns1:r>
              <ns1:rPr lang="en-US" sz="3199" spc="35">
                <ns1:solidFill>
                  <ns1:srgbClr val="000000"/>
                </ns1:solidFill>
                <ns1:latin typeface="Arimo"/>
                <ns1:ea typeface="Arimo"/>
                <ns1:cs typeface="Arimo"/>
                <ns1:sym typeface="Arimo"/>
              </ns1:rPr>
              <ns1:t/>
            </ns1:r>
          </ns1:p>
        </ns0:txBody>
      </ns0:sp>
    </ns0:spTree>
  </ns0:cSld>
  <ns0:clrMapOvr>
    <ns1:masterClrMapping/>
  </ns0:clrMapOvr>
</ns0:sldLayout>
</file>

<file path=ppt/slideLayouts/slideLayout17.xml><?xml version="1.0" encoding="utf-8"?>
<ns0:sldLayout xmlns:ns0="http://schemas.openxmlformats.org/presentationml/2006/main" xmlns:ns1="http://schemas.openxmlformats.org/drawingml/2006/main" xmlns:ns2="http://schemas.openxmlformats.org/officeDocument/2006/relationships" xmlns:ns3="http://schemas.microsoft.com/office/drawing/2016/SVG/main" type="blank" preserve="1">
  <ns0:cSld name="版型7"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name="TextBox 2" id="2"/>
          <ns0:cNvSpPr txBox="true"/>
          <ns0:nvPr/>
        </ns0:nvSpPr>
        <ns0:spPr>
          <ns1:xfrm rot="0">
            <ns1:off x="5871030" y="1175559"/>
            <ns1:ext cx="6545941" cy="895324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ctr">
              <ns1:lnSpc>
                <ns1:spcPts val="6641"/>
              </ns1:lnSpc>
            </ns1:pPr>
            <ns1:r>
              <ns1:rPr lang="en-US" sz="6846">
                <ns1:solidFill>
                  <ns1:srgbClr val="000000"/>
                </ns1:solidFill>
                <ns1:latin typeface="Petit Formal Script"/>
                <ns1:ea typeface="Petit Formal Script"/>
                <ns1:cs typeface="Petit Formal Script"/>
                <ns1:sym typeface="Petit Formal Script"/>
              </ns1:rPr>
              <ns1:t/>
            </ns1:r>
          </ns1:p>
        </ns0:txBody>
      </ns0:sp>
      <ns0:sp>
        <ns0:nvSpPr>
          <ns0:cNvPr name="Freeform 3" id="3"/>
          <ns0:cNvSpPr/>
          <ns0:nvPr/>
        </ns0:nvSpPr>
        <ns0:spPr>
          <ns1:xfrm flipH="false" flipV="false" rot="0">
            <ns1:off x="16163593" y="-1023658"/>
            <ns1:ext cx="3972652" cy="4114800"/>
          </ns1:xfrm>
          <ns1:custGeom>
            <ns1:avLst/>
            <ns1:gdLst/>
            <ns1:ahLst/>
            <ns1:cxnLst/>
            <ns1:rect r="r" b="b" t="t" l="l"/>
            <ns1:pathLst>
              <ns1:path h="4114800" w="3972652">
                <ns1:moveTo>
                  <ns1:pt x="0" y="0"/>
                </ns1:moveTo>
                <ns1:lnTo>
                  <ns1:pt x="3972652" y="0"/>
                </ns1:lnTo>
                <ns1:lnTo>
                  <ns1:pt x="3972652" y="4114800"/>
                </ns1:lnTo>
                <ns1:lnTo>
                  <ns1:pt x="0" y="4114800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2">
              <ns1:extLst>
                <ns1:ext uri="{96DAC541-7B7A-43D3-8B79-37D633B846F1}">
                  <ns3:svgBlip ns2:embed="rId3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Freeform 4" id="4"/>
          <ns0:cNvSpPr/>
          <ns0:nvPr/>
        </ns0:nvSpPr>
        <ns0:spPr>
          <ns1:xfrm flipH="false" flipV="false" rot="0">
            <ns1:off x="-3132288" y="-1023658"/>
            <ns1:ext cx="5594542" cy="8161799"/>
          </ns1:xfrm>
          <ns1:custGeom>
            <ns1:avLst/>
            <ns1:gdLst/>
            <ns1:ahLst/>
            <ns1:cxnLst/>
            <ns1:rect r="r" b="b" t="t" l="l"/>
            <ns1:pathLst>
              <ns1:path h="8161799" w="5594542">
                <ns1:moveTo>
                  <ns1:pt x="0" y="0"/>
                </ns1:moveTo>
                <ns1:lnTo>
                  <ns1:pt x="5594543" y="0"/>
                </ns1:lnTo>
                <ns1:lnTo>
                  <ns1:pt x="5594543" y="8161799"/>
                </ns1:lnTo>
                <ns1:lnTo>
                  <ns1:pt x="0" y="8161799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4">
              <ns1:extLst>
                <ns1:ext uri="{96DAC541-7B7A-43D3-8B79-37D633B846F1}">
                  <ns3:svgBlip ns2:embed="rId5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Freeform 5" id="5"/>
          <ns0:cNvSpPr/>
          <ns0:nvPr/>
        </ns0:nvSpPr>
        <ns0:spPr>
          <ns1:xfrm flipH="false" flipV="false" rot="0">
            <ns1:off x="13592666" y="4021805"/>
            <ns1:ext cx="6806678" cy="8725767"/>
          </ns1:xfrm>
          <ns1:custGeom>
            <ns1:avLst/>
            <ns1:gdLst/>
            <ns1:ahLst/>
            <ns1:cxnLst/>
            <ns1:rect r="r" b="b" t="t" l="l"/>
            <ns1:pathLst>
              <ns1:path h="8725767" w="6806678">
                <ns1:moveTo>
                  <ns1:pt x="0" y="0"/>
                </ns1:moveTo>
                <ns1:lnTo>
                  <ns1:pt x="6806678" y="0"/>
                </ns1:lnTo>
                <ns1:lnTo>
                  <ns1:pt x="6806678" y="8725767"/>
                </ns1:lnTo>
                <ns1:lnTo>
                  <ns1:pt x="0" y="8725767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6">
              <ns1:alphaModFix amt="49000"/>
            </ns1:blip>
            <ns1:stretch>
              <ns1:fillRect l="0" t="0" r="0" b="0"/>
            </ns1:stretch>
          </ns1:blipFill>
        </ns0:spPr>
      </ns0:sp>
      <ns0:pic>
        <ns0:nvPicPr>
          <ns0:cNvPr name="Picture 6" id="6"/>
          <ns0:cNvPicPr>
            <ns1:picLocks noChangeAspect="true"/>
          </ns0:cNvPicPr>
          <ns0:nvPr/>
        </ns0:nvPicPr>
        <ns0:blipFill>
          <ns1:blip ns2:embed="rId7"/>
          <ns1:stretch>
            <ns1:fillRect/>
          </ns1:stretch>
        </ns0:blipFill>
        <ns0:spPr>
          <ns1:xfrm rot="0">
            <ns1:off x="9006066" y="2456446"/>
            <ns1:ext cx="5708872" cy="6067626"/>
          </ns1:xfrm>
          <ns1:prstGeom prst="rect">
            <ns1:avLst/>
          </ns1:prstGeom>
        </ns0:spPr>
      </ns0:pic>
      <ns0:sp>
        <ns0:nvSpPr>
          <ns0:cNvPr name="Freeform 7" id="7"/>
          <ns0:cNvSpPr/>
          <ns0:nvPr/>
        </ns0:nvSpPr>
        <ns0:spPr>
          <ns1:xfrm flipH="false" flipV="false" rot="0">
            <ns1:off x="-1155907" y="7458433"/>
            <ns1:ext cx="4807355" cy="6162751"/>
          </ns1:xfrm>
          <ns1:custGeom>
            <ns1:avLst/>
            <ns1:gdLst/>
            <ns1:ahLst/>
            <ns1:cxnLst/>
            <ns1:rect r="r" b="b" t="t" l="l"/>
            <ns1:pathLst>
              <ns1:path h="6162751" w="4807355">
                <ns1:moveTo>
                  <ns1:pt x="0" y="0"/>
                </ns1:moveTo>
                <ns1:lnTo>
                  <ns1:pt x="4807355" y="0"/>
                </ns1:lnTo>
                <ns1:lnTo>
                  <ns1:pt x="4807355" y="6162751"/>
                </ns1:lnTo>
                <ns1:lnTo>
                  <ns1:pt x="0" y="6162751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8">
              <ns1:alphaModFix amt="49000"/>
            </ns1:blip>
            <ns1:stretch>
              <ns1:fillRect l="0" t="0" r="0" b="0"/>
            </ns1:stretch>
          </ns1:blipFill>
        </ns0:spPr>
      </ns0:sp>
      <ns0:sp>
        <ns0:nvSpPr>
          <ns0:cNvPr name="TextBox 8" id="8"/>
          <ns0:cNvSpPr txBox="true"/>
          <ns0:nvPr/>
        </ns0:nvSpPr>
        <ns0:spPr>
          <ns1:xfrm rot="0">
            <ns1:off x="2858149" y="2354310"/>
            <ns1:ext cx="6025761" cy="6186170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ctr">
              <ns1:lnSpc>
                <ns1:spcPts val="4479"/>
              </ns1:lnSpc>
            </ns1:pPr>
            <ns1:r>
              <ns1:rPr lang="en-US" sz="3199" spc="35">
                <ns1:solidFill>
                  <ns1:srgbClr val="000000"/>
                </ns1:solidFill>
                <ns1:latin typeface="Arimo"/>
                <ns1:ea typeface="Arimo"/>
                <ns1:cs typeface="Arimo"/>
                <ns1:sym typeface="Arimo"/>
              </ns1:rPr>
              <ns1:t/>
            </ns1:r>
          </ns1:p>
        </ns0:txBody>
      </ns0:sp>
    </ns0:spTree>
  </ns0:cSld>
  <ns0:clrMapOvr>
    <ns1:masterClrMapping/>
  </ns0:clrMapOvr>
</ns0:sldLayout>
</file>

<file path=ppt/slideLayouts/slideLayout18.xml><?xml version="1.0" encoding="utf-8"?>
<ns0:sldLayout xmlns:ns0="http://schemas.openxmlformats.org/presentationml/2006/main" xmlns:ns1="http://schemas.openxmlformats.org/drawingml/2006/main" xmlns:ns2="http://schemas.openxmlformats.org/officeDocument/2006/relationships" xmlns:ns3="http://schemas.microsoft.com/office/drawing/2016/SVG/main" type="blank" preserve="1">
  <ns0:cSld name="版型8"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name="TextBox 2" id="2"/>
          <ns0:cNvSpPr txBox="true"/>
          <ns0:nvPr/>
        </ns0:nvSpPr>
        <ns0:spPr>
          <ns1:xfrm rot="0">
            <ns1:off x="5871030" y="1175559"/>
            <ns1:ext cx="6545941" cy="895324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ctr">
              <ns1:lnSpc>
                <ns1:spcPts val="6641"/>
              </ns1:lnSpc>
            </ns1:pPr>
            <ns1:r>
              <ns1:rPr lang="en-US" sz="6846">
                <ns1:solidFill>
                  <ns1:srgbClr val="000000"/>
                </ns1:solidFill>
                <ns1:latin typeface="Petit Formal Script"/>
                <ns1:ea typeface="Petit Formal Script"/>
                <ns1:cs typeface="Petit Formal Script"/>
                <ns1:sym typeface="Petit Formal Script"/>
              </ns1:rPr>
              <ns1:t/>
            </ns1:r>
          </ns1:p>
        </ns0:txBody>
      </ns0:sp>
      <ns0:sp>
        <ns0:nvSpPr>
          <ns0:cNvPr name="Freeform 3" id="3"/>
          <ns0:cNvSpPr/>
          <ns0:nvPr/>
        </ns0:nvSpPr>
        <ns0:spPr>
          <ns1:xfrm flipH="false" flipV="false" rot="0">
            <ns1:off x="16163593" y="-1023658"/>
            <ns1:ext cx="3972652" cy="4114800"/>
          </ns1:xfrm>
          <ns1:custGeom>
            <ns1:avLst/>
            <ns1:gdLst/>
            <ns1:ahLst/>
            <ns1:cxnLst/>
            <ns1:rect r="r" b="b" t="t" l="l"/>
            <ns1:pathLst>
              <ns1:path h="4114800" w="3972652">
                <ns1:moveTo>
                  <ns1:pt x="0" y="0"/>
                </ns1:moveTo>
                <ns1:lnTo>
                  <ns1:pt x="3972652" y="0"/>
                </ns1:lnTo>
                <ns1:lnTo>
                  <ns1:pt x="3972652" y="4114800"/>
                </ns1:lnTo>
                <ns1:lnTo>
                  <ns1:pt x="0" y="4114800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2">
              <ns1:extLst>
                <ns1:ext uri="{96DAC541-7B7A-43D3-8B79-37D633B846F1}">
                  <ns3:svgBlip ns2:embed="rId3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Freeform 4" id="4"/>
          <ns0:cNvSpPr/>
          <ns0:nvPr/>
        </ns0:nvSpPr>
        <ns0:spPr>
          <ns1:xfrm flipH="false" flipV="false" rot="0">
            <ns1:off x="-3132288" y="-1023658"/>
            <ns1:ext cx="5594542" cy="8161799"/>
          </ns1:xfrm>
          <ns1:custGeom>
            <ns1:avLst/>
            <ns1:gdLst/>
            <ns1:ahLst/>
            <ns1:cxnLst/>
            <ns1:rect r="r" b="b" t="t" l="l"/>
            <ns1:pathLst>
              <ns1:path h="8161799" w="5594542">
                <ns1:moveTo>
                  <ns1:pt x="0" y="0"/>
                </ns1:moveTo>
                <ns1:lnTo>
                  <ns1:pt x="5594543" y="0"/>
                </ns1:lnTo>
                <ns1:lnTo>
                  <ns1:pt x="5594543" y="8161799"/>
                </ns1:lnTo>
                <ns1:lnTo>
                  <ns1:pt x="0" y="8161799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4">
              <ns1:extLst>
                <ns1:ext uri="{96DAC541-7B7A-43D3-8B79-37D633B846F1}">
                  <ns3:svgBlip ns2:embed="rId5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Freeform 5" id="5"/>
          <ns0:cNvSpPr/>
          <ns0:nvPr/>
        </ns0:nvSpPr>
        <ns0:spPr>
          <ns1:xfrm flipH="false" flipV="false" rot="0">
            <ns1:off x="13592666" y="4021805"/>
            <ns1:ext cx="6806678" cy="8725767"/>
          </ns1:xfrm>
          <ns1:custGeom>
            <ns1:avLst/>
            <ns1:gdLst/>
            <ns1:ahLst/>
            <ns1:cxnLst/>
            <ns1:rect r="r" b="b" t="t" l="l"/>
            <ns1:pathLst>
              <ns1:path h="8725767" w="6806678">
                <ns1:moveTo>
                  <ns1:pt x="0" y="0"/>
                </ns1:moveTo>
                <ns1:lnTo>
                  <ns1:pt x="6806678" y="0"/>
                </ns1:lnTo>
                <ns1:lnTo>
                  <ns1:pt x="6806678" y="8725767"/>
                </ns1:lnTo>
                <ns1:lnTo>
                  <ns1:pt x="0" y="8725767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6">
              <ns1:alphaModFix amt="49000"/>
            </ns1:blip>
            <ns1:stretch>
              <ns1:fillRect l="0" t="0" r="0" b="0"/>
            </ns1:stretch>
          </ns1:blipFill>
        </ns0:spPr>
      </ns0:sp>
      <ns0:sp>
        <ns0:nvSpPr>
          <ns0:cNvPr name="Freeform 6" id="6"/>
          <ns0:cNvSpPr/>
          <ns0:nvPr/>
        </ns0:nvSpPr>
        <ns0:spPr>
          <ns1:xfrm flipH="false" flipV="false" rot="0">
            <ns1:off x="-1155907" y="7458433"/>
            <ns1:ext cx="4807355" cy="6162751"/>
          </ns1:xfrm>
          <ns1:custGeom>
            <ns1:avLst/>
            <ns1:gdLst/>
            <ns1:ahLst/>
            <ns1:cxnLst/>
            <ns1:rect r="r" b="b" t="t" l="l"/>
            <ns1:pathLst>
              <ns1:path h="6162751" w="4807355">
                <ns1:moveTo>
                  <ns1:pt x="0" y="0"/>
                </ns1:moveTo>
                <ns1:lnTo>
                  <ns1:pt x="4807355" y="0"/>
                </ns1:lnTo>
                <ns1:lnTo>
                  <ns1:pt x="4807355" y="6162751"/>
                </ns1:lnTo>
                <ns1:lnTo>
                  <ns1:pt x="0" y="6162751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7">
              <ns1:alphaModFix amt="49000"/>
            </ns1:blip>
            <ns1:stretch>
              <ns1:fillRect l="0" t="0" r="0" b="0"/>
            </ns1:stretch>
          </ns1:blipFill>
        </ns0:spPr>
      </ns0:sp>
      <ns0:sp>
        <ns0:nvSpPr>
          <ns0:cNvPr name="TextBox 7" id="7"/>
          <ns0:cNvSpPr txBox="true"/>
          <ns0:nvPr/>
        </ns0:nvSpPr>
        <ns0:spPr>
          <ns1:xfrm rot="0">
            <ns1:off x="4015916" y="3412490"/>
            <ns1:ext cx="10256168" cy="3376295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ctr">
              <ns1:lnSpc>
                <ns1:spcPts val="4479"/>
              </ns1:lnSpc>
            </ns1:pPr>
            <ns1:r>
              <ns1:rPr lang="en-US" sz="3199" spc="35">
                <ns1:solidFill>
                  <ns1:srgbClr val="000000"/>
                </ns1:solidFill>
                <ns1:latin typeface="Arimo"/>
                <ns1:ea typeface="Arimo"/>
                <ns1:cs typeface="Arimo"/>
                <ns1:sym typeface="Arimo"/>
              </ns1:rPr>
              <ns1:t/>
            </ns1:r>
          </ns1:p>
        </ns0:txBody>
      </ns0:sp>
    </ns0:spTree>
  </ns0:cSld>
  <ns0:clrMapOvr>
    <ns1:masterClrMapping/>
  </ns0:clrMapOvr>
</ns0:sldLayout>
</file>

<file path=ppt/slideLayouts/slideLayout19.xml><?xml version="1.0" encoding="utf-8"?>
<ns0:sldLayout xmlns:ns0="http://schemas.openxmlformats.org/presentationml/2006/main" xmlns:ns1="http://schemas.openxmlformats.org/drawingml/2006/main" xmlns:ns2="http://schemas.openxmlformats.org/officeDocument/2006/relationships" xmlns:ns3="http://schemas.microsoft.com/office/drawing/2016/SVG/main" type="blank" preserve="1">
  <ns0:cSld name="版型9"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name="Freeform 2" id="2"/>
          <ns0:cNvSpPr/>
          <ns0:nvPr/>
        </ns0:nvSpPr>
        <ns0:spPr>
          <ns1:xfrm flipH="false" flipV="false" rot="0">
            <ns1:off x="7604477" y="3335536"/>
            <ns1:ext cx="3079046" cy="3062252"/>
          </ns1:xfrm>
          <ns1:custGeom>
            <ns1:avLst/>
            <ns1:gdLst/>
            <ns1:ahLst/>
            <ns1:cxnLst/>
            <ns1:rect r="r" b="b" t="t" l="l"/>
            <ns1:pathLst>
              <ns1:path h="3062252" w="3079046">
                <ns1:moveTo>
                  <ns1:pt x="0" y="0"/>
                </ns1:moveTo>
                <ns1:lnTo>
                  <ns1:pt x="3079046" y="0"/>
                </ns1:lnTo>
                <ns1:lnTo>
                  <ns1:pt x="3079046" y="3062251"/>
                </ns1:lnTo>
                <ns1:lnTo>
                  <ns1:pt x="0" y="3062251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2">
              <ns1:alphaModFix amt="38000"/>
              <ns1:extLst>
                <ns1:ext uri="{96DAC541-7B7A-43D3-8B79-37D633B846F1}">
                  <ns3:svgBlip ns2:embed="rId3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TextBox 3" id="3"/>
          <ns0:cNvSpPr txBox="true"/>
          <ns0:nvPr/>
        </ns0:nvSpPr>
        <ns0:spPr>
          <ns1:xfrm rot="0">
            <ns1:off x="2595833" y="4400793"/>
            <ns1:ext cx="13096334" cy="1781259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ctr">
              <ns1:lnSpc>
                <ns1:spcPts val="13287"/>
              </ns1:lnSpc>
            </ns1:pPr>
            <ns1:r>
              <ns1:rPr lang="en-US" sz="13698">
                <ns1:solidFill>
                  <ns1:srgbClr val="000000"/>
                </ns1:solidFill>
                <ns1:latin typeface="Petit Formal Script"/>
                <ns1:ea typeface="Petit Formal Script"/>
                <ns1:cs typeface="Petit Formal Script"/>
                <ns1:sym typeface="Petit Formal Script"/>
              </ns1:rPr>
              <ns1:t/>
            </ns1:r>
          </ns1:p>
        </ns0:txBody>
      </ns0:sp>
      <ns0:sp>
        <ns0:nvSpPr>
          <ns0:cNvPr name="Freeform 4" id="4"/>
          <ns0:cNvSpPr/>
          <ns0:nvPr/>
        </ns0:nvSpPr>
        <ns0:spPr>
          <ns1:xfrm flipH="false" flipV="false" rot="0">
            <ns1:off x="16163593" y="-1023658"/>
            <ns1:ext cx="3972652" cy="4114800"/>
          </ns1:xfrm>
          <ns1:custGeom>
            <ns1:avLst/>
            <ns1:gdLst/>
            <ns1:ahLst/>
            <ns1:cxnLst/>
            <ns1:rect r="r" b="b" t="t" l="l"/>
            <ns1:pathLst>
              <ns1:path h="4114800" w="3972652">
                <ns1:moveTo>
                  <ns1:pt x="0" y="0"/>
                </ns1:moveTo>
                <ns1:lnTo>
                  <ns1:pt x="3972652" y="0"/>
                </ns1:lnTo>
                <ns1:lnTo>
                  <ns1:pt x="3972652" y="4114800"/>
                </ns1:lnTo>
                <ns1:lnTo>
                  <ns1:pt x="0" y="4114800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4">
              <ns1:extLst>
                <ns1:ext uri="{96DAC541-7B7A-43D3-8B79-37D633B846F1}">
                  <ns3:svgBlip ns2:embed="rId5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Freeform 5" id="5"/>
          <ns0:cNvSpPr/>
          <ns0:nvPr/>
        </ns0:nvSpPr>
        <ns0:spPr>
          <ns1:xfrm flipH="false" flipV="false" rot="0">
            <ns1:off x="-3132288" y="-1023658"/>
            <ns1:ext cx="5594542" cy="8161799"/>
          </ns1:xfrm>
          <ns1:custGeom>
            <ns1:avLst/>
            <ns1:gdLst/>
            <ns1:ahLst/>
            <ns1:cxnLst/>
            <ns1:rect r="r" b="b" t="t" l="l"/>
            <ns1:pathLst>
              <ns1:path h="8161799" w="5594542">
                <ns1:moveTo>
                  <ns1:pt x="0" y="0"/>
                </ns1:moveTo>
                <ns1:lnTo>
                  <ns1:pt x="5594543" y="0"/>
                </ns1:lnTo>
                <ns1:lnTo>
                  <ns1:pt x="5594543" y="8161799"/>
                </ns1:lnTo>
                <ns1:lnTo>
                  <ns1:pt x="0" y="8161799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6">
              <ns1:extLst>
                <ns1:ext uri="{96DAC541-7B7A-43D3-8B79-37D633B846F1}">
                  <ns3:svgBlip ns2:embed="rId7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Freeform 6" id="6"/>
          <ns0:cNvSpPr/>
          <ns0:nvPr/>
        </ns0:nvSpPr>
        <ns0:spPr>
          <ns1:xfrm flipH="false" flipV="false" rot="0">
            <ns1:off x="13592666" y="4021805"/>
            <ns1:ext cx="6806678" cy="8725767"/>
          </ns1:xfrm>
          <ns1:custGeom>
            <ns1:avLst/>
            <ns1:gdLst/>
            <ns1:ahLst/>
            <ns1:cxnLst/>
            <ns1:rect r="r" b="b" t="t" l="l"/>
            <ns1:pathLst>
              <ns1:path h="8725767" w="6806678">
                <ns1:moveTo>
                  <ns1:pt x="0" y="0"/>
                </ns1:moveTo>
                <ns1:lnTo>
                  <ns1:pt x="6806678" y="0"/>
                </ns1:lnTo>
                <ns1:lnTo>
                  <ns1:pt x="6806678" y="8725767"/>
                </ns1:lnTo>
                <ns1:lnTo>
                  <ns1:pt x="0" y="8725767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8">
              <ns1:alphaModFix amt="49000"/>
            </ns1:blip>
            <ns1:stretch>
              <ns1:fillRect l="0" t="0" r="0" b="0"/>
            </ns1:stretch>
          </ns1:blipFill>
        </ns0:spPr>
      </ns0:sp>
      <ns0:sp>
        <ns0:nvSpPr>
          <ns0:cNvPr name="Freeform 7" id="7"/>
          <ns0:cNvSpPr/>
          <ns0:nvPr/>
        </ns0:nvSpPr>
        <ns0:spPr>
          <ns1:xfrm flipH="false" flipV="false" rot="0">
            <ns1:off x="-1155907" y="7458433"/>
            <ns1:ext cx="4807355" cy="6162751"/>
          </ns1:xfrm>
          <ns1:custGeom>
            <ns1:avLst/>
            <ns1:gdLst/>
            <ns1:ahLst/>
            <ns1:cxnLst/>
            <ns1:rect r="r" b="b" t="t" l="l"/>
            <ns1:pathLst>
              <ns1:path h="6162751" w="4807355">
                <ns1:moveTo>
                  <ns1:pt x="0" y="0"/>
                </ns1:moveTo>
                <ns1:lnTo>
                  <ns1:pt x="4807355" y="0"/>
                </ns1:lnTo>
                <ns1:lnTo>
                  <ns1:pt x="4807355" y="6162751"/>
                </ns1:lnTo>
                <ns1:lnTo>
                  <ns1:pt x="0" y="6162751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9">
              <ns1:alphaModFix amt="49000"/>
            </ns1:blip>
            <ns1:stretch>
              <ns1:fillRect l="0" t="0" r="0" b="0"/>
            </ns1:stretch>
          </ns1:blipFill>
        </ns0:spPr>
      </ns0:sp>
    </ns0:spTree>
  </ns0:cSld>
  <ns0:clrMapOvr>
    <ns1:masterClrMapping/>
  </ns0:clrMapOvr>
</ns0:sldLayout>
</file>

<file path=ppt/slideLayouts/slideLayout20.xml><?xml version="1.0" encoding="utf-8"?>
<ns0:sldLayout xmlns:ns0="http://schemas.openxmlformats.org/presentationml/2006/main" xmlns:ns1="http://schemas.openxmlformats.org/drawingml/2006/main" xmlns:ns2="http://schemas.openxmlformats.org/officeDocument/2006/relationships" xmlns:ns3="http://schemas.microsoft.com/office/drawing/2016/SVG/main" type="blank" preserve="1">
  <ns0:cSld name="版型10"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name="Freeform 2" id="2"/>
          <ns0:cNvSpPr/>
          <ns0:nvPr/>
        </ns0:nvSpPr>
        <ns0:spPr>
          <ns1:xfrm flipH="false" flipV="false" rot="0">
            <ns1:off x="4585129" y="720289"/>
            <ns1:ext cx="8894940" cy="8846422"/>
          </ns1:xfrm>
          <ns1:custGeom>
            <ns1:avLst/>
            <ns1:gdLst/>
            <ns1:ahLst/>
            <ns1:cxnLst/>
            <ns1:rect r="r" b="b" t="t" l="l"/>
            <ns1:pathLst>
              <ns1:path h="8846422" w="8894940">
                <ns1:moveTo>
                  <ns1:pt x="0" y="0"/>
                </ns1:moveTo>
                <ns1:lnTo>
                  <ns1:pt x="8894940" y="0"/>
                </ns1:lnTo>
                <ns1:lnTo>
                  <ns1:pt x="8894940" y="8846422"/>
                </ns1:lnTo>
                <ns1:lnTo>
                  <ns1:pt x="0" y="8846422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2">
              <ns1:alphaModFix amt="21999"/>
              <ns1:extLst>
                <ns1:ext uri="{96DAC541-7B7A-43D3-8B79-37D633B846F1}">
                  <ns3:svgBlip ns2:embed="rId3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Freeform 3" id="3"/>
          <ns0:cNvSpPr/>
          <ns0:nvPr/>
        </ns0:nvSpPr>
        <ns0:spPr>
          <ns1:xfrm flipH="false" flipV="false" rot="0">
            <ns1:off x="0" y="-185341"/>
            <ns1:ext cx="4167845" cy="4114800"/>
          </ns1:xfrm>
          <ns1:custGeom>
            <ns1:avLst/>
            <ns1:gdLst/>
            <ns1:ahLst/>
            <ns1:cxnLst/>
            <ns1:rect r="r" b="b" t="t" l="l"/>
            <ns1:pathLst>
              <ns1:path h="4114800" w="4167845">
                <ns1:moveTo>
                  <ns1:pt x="0" y="0"/>
                </ns1:moveTo>
                <ns1:lnTo>
                  <ns1:pt x="4167845" y="0"/>
                </ns1:lnTo>
                <ns1:lnTo>
                  <ns1:pt x="4167845" y="4114800"/>
                </ns1:lnTo>
                <ns1:lnTo>
                  <ns1:pt x="0" y="4114800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4">
              <ns1:extLst>
                <ns1:ext uri="{96DAC541-7B7A-43D3-8B79-37D633B846F1}">
                  <ns3:svgBlip ns2:embed="rId5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Freeform 4" id="4"/>
          <ns0:cNvSpPr/>
          <ns0:nvPr/>
        </ns0:nvSpPr>
        <ns0:spPr>
          <ns1:xfrm flipH="false" flipV="false" rot="0">
            <ns1:off x="14581836" y="4565482"/>
            <ns1:ext cx="5354929" cy="8229600"/>
          </ns1:xfrm>
          <ns1:custGeom>
            <ns1:avLst/>
            <ns1:gdLst/>
            <ns1:ahLst/>
            <ns1:cxnLst/>
            <ns1:rect r="r" b="b" t="t" l="l"/>
            <ns1:pathLst>
              <ns1:path h="8229600" w="5354929">
                <ns1:moveTo>
                  <ns1:pt x="0" y="0"/>
                </ns1:moveTo>
                <ns1:lnTo>
                  <ns1:pt x="5354928" y="0"/>
                </ns1:lnTo>
                <ns1:lnTo>
                  <ns1:pt x="5354928" y="8229600"/>
                </ns1:lnTo>
                <ns1:lnTo>
                  <ns1:pt x="0" y="8229600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6"/>
            <ns1:stretch>
              <ns1:fillRect l="0" t="0" r="0" b="0"/>
            </ns1:stretch>
          </ns1:blipFill>
        </ns0:spPr>
      </ns0:sp>
      <ns0:sp>
        <ns0:nvSpPr>
          <ns0:cNvPr name="Freeform 5" id="5"/>
          <ns0:cNvSpPr/>
          <ns0:nvPr/>
        </ns0:nvSpPr>
        <ns0:spPr>
          <ns1:xfrm flipH="false" flipV="false" rot="0">
            <ns1:off x="-1834505" y="5672414"/>
            <ns1:ext cx="6419635" cy="8229600"/>
          </ns1:xfrm>
          <ns1:custGeom>
            <ns1:avLst/>
            <ns1:gdLst/>
            <ns1:ahLst/>
            <ns1:cxnLst/>
            <ns1:rect r="r" b="b" t="t" l="l"/>
            <ns1:pathLst>
              <ns1:path h="8229600" w="6419635">
                <ns1:moveTo>
                  <ns1:pt x="0" y="0"/>
                </ns1:moveTo>
                <ns1:lnTo>
                  <ns1:pt x="6419634" y="0"/>
                </ns1:lnTo>
                <ns1:lnTo>
                  <ns1:pt x="6419634" y="8229600"/>
                </ns1:lnTo>
                <ns1:lnTo>
                  <ns1:pt x="0" y="8229600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7">
              <ns1:alphaModFix amt="49000"/>
            </ns1:blip>
            <ns1:stretch>
              <ns1:fillRect l="0" t="0" r="0" b="0"/>
            </ns1:stretch>
          </ns1:blipFill>
        </ns0:spPr>
      </ns0:sp>
      <ns0:sp>
        <ns0:nvSpPr>
          <ns0:cNvPr name="TextBox 6" id="6"/>
          <ns0:cNvSpPr txBox="true"/>
          <ns0:nvPr/>
        </ns0:nvSpPr>
        <ns0:spPr>
          <ns1:xfrm rot="0">
            <ns1:off x="4366372" y="2910295"/>
            <ns1:ext cx="9332455" cy="4390209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ctr">
              <ns1:lnSpc>
                <ns1:spcPts val="17459"/>
              </ns1:lnSpc>
            </ns1:pPr>
            <ns1:r>
              <ns1:rPr lang="en-US" sz="13857">
                <ns1:solidFill>
                  <ns1:srgbClr val="000000"/>
                </ns1:solidFill>
                <ns1:latin typeface="Petit Formal Script"/>
                <ns1:ea typeface="Petit Formal Script"/>
                <ns1:cs typeface="Petit Formal Script"/>
                <ns1:sym typeface="Petit Formal Script"/>
              </ns1:rPr>
              <ns1:t/>
            </ns1:r>
          </ns1:p>
        </ns0:txBody>
      </ns0:sp>
      <ns0:sp>
        <ns0:nvSpPr>
          <ns0:cNvPr name="Freeform 7" id="7"/>
          <ns0:cNvSpPr/>
          <ns0:nvPr/>
        </ns0:nvSpPr>
        <ns0:spPr>
          <ns1:xfrm flipH="true" flipV="false" rot="0">
            <ns1:off x="14120155" y="-185341"/>
            <ns1:ext cx="4167845" cy="4114800"/>
          </ns1:xfrm>
          <ns1:custGeom>
            <ns1:avLst/>
            <ns1:gdLst/>
            <ns1:ahLst/>
            <ns1:cxnLst/>
            <ns1:rect r="r" b="b" t="t" l="l"/>
            <ns1:pathLst>
              <ns1:path h="4114800" w="4167845">
                <ns1:moveTo>
                  <ns1:pt x="4167845" y="0"/>
                </ns1:moveTo>
                <ns1:lnTo>
                  <ns1:pt x="0" y="0"/>
                </ns1:lnTo>
                <ns1:lnTo>
                  <ns1:pt x="0" y="4114800"/>
                </ns1:lnTo>
                <ns1:lnTo>
                  <ns1:pt x="4167845" y="4114800"/>
                </ns1:lnTo>
                <ns1:lnTo>
                  <ns1:pt x="4167845" y="0"/>
                </ns1:lnTo>
                <ns1:close/>
              </ns1:path>
            </ns1:pathLst>
          </ns1:custGeom>
          <ns1:blipFill>
            <ns1:blip ns2:embed="rId8">
              <ns1:extLst>
                <ns1:ext uri="{96DAC541-7B7A-43D3-8B79-37D633B846F1}">
                  <ns3:svgBlip ns2:embed="rId9"/>
                </ns1:ext>
              </ns1:extLst>
            </ns1:blip>
            <ns1:stretch>
              <ns1:fillRect l="0" t="0" r="0" b="0"/>
            </ns1:stretch>
          </ns1:blipFill>
        </ns0:spPr>
      </ns0:sp>
    </ns0:spTree>
  </ns0:cSld>
  <ns0:clrMapOvr>
    <ns1:masterClrMapping/>
  </ns0:clrMapOvr>
</ns0:sldLayout>
</file>

<file path=ppt/slideMasters/_rels/slideMaster1.xml.rels><?xml version='1.0' encoding='utf-8'?>
<ns0:Relationships xmlns:ns0="http://schemas.openxmlformats.org/package/2006/relationships"><ns0:Relationship Id="rId7" Type="http://schemas.openxmlformats.org/officeDocument/2006/relationships/slideLayout" Target="../slideLayouts/slideLayout7.xml" /><ns0:Relationship Id="rId12" Type="http://schemas.openxmlformats.org/officeDocument/2006/relationships/theme" Target="../theme/theme1.xml" /><ns0:Relationship Id="rId13" Type="http://schemas.openxmlformats.org/officeDocument/2006/relationships/slideLayout" Target="../slideLayouts/slideLayout12.xml" /><ns0:Relationship Id="rId14" Type="http://schemas.openxmlformats.org/officeDocument/2006/relationships/slideLayout" Target="../slideLayouts/slideLayout13.xml" /><ns0:Relationship Id="rId15" Type="http://schemas.openxmlformats.org/officeDocument/2006/relationships/slideLayout" Target="../slideLayouts/slideLayout14.xml" /><ns0:Relationship Id="rId16" Type="http://schemas.openxmlformats.org/officeDocument/2006/relationships/slideLayout" Target="../slideLayouts/slideLayout15.xml" /><ns0:Relationship Id="rId17" Type="http://schemas.openxmlformats.org/officeDocument/2006/relationships/slideLayout" Target="../slideLayouts/slideLayout16.xml" /><ns0:Relationship Id="rId18" Type="http://schemas.openxmlformats.org/officeDocument/2006/relationships/slideLayout" Target="../slideLayouts/slideLayout17.xml" /><ns0:Relationship Id="rId19" Type="http://schemas.openxmlformats.org/officeDocument/2006/relationships/slideLayout" Target="../slideLayouts/slideLayout18.xml" /><ns0:Relationship Id="rId20" Type="http://schemas.openxmlformats.org/officeDocument/2006/relationships/slideLayout" Target="../slideLayouts/slideLayout19.xml" /><ns0:Relationship Id="rId21" Type="http://schemas.openxmlformats.org/officeDocument/2006/relationships/slideLayout" Target="../slideLayouts/slideLayout20.xml" /></ns0:Relationships>
</file>

<file path=ppt/slideMasters/slideMaster1.xml><?xml version="1.0" encoding="utf-8"?>
<ns0:sldMaster xmlns:ns0="http://schemas.openxmlformats.org/presentationml/2006/main" xmlns:ns1="http://schemas.openxmlformats.org/drawingml/2006/main" xmlns:ns2="http://schemas.openxmlformats.org/officeDocument/2006/relationships">
  <ns0:cSld>
    <ns0:bg>
      <ns0:bgRef idx="1001">
        <ns1:schemeClr val="bg1"/>
      </ns0:bgRef>
    </ns0:bg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Title Placeholder 1"/>
          <ns0:cNvSpPr>
            <ns1:spLocks noGrp="1"/>
          </ns0:cNvSpPr>
          <ns0:nvPr>
            <ns0:ph type="title"/>
          </ns0:nvPr>
        </ns0:nvSpPr>
        <ns0:spPr>
          <ns1:xfrm>
            <ns1:off x="457200" y="274638"/>
            <ns1:ext cx="8229600" cy="1143000"/>
          </ns1:xfrm>
          <ns1:prstGeom prst="rect">
            <ns1:avLst/>
          </ns1:prstGeom>
        </ns0:spPr>
        <ns0:txBody>
          <ns1:bodyPr vert="horz" lIns="91440" tIns="45720" rIns="91440" bIns="45720" rtlCol="0" anchor="ctr">
            <ns1:normAutofit/>
          </ns1:bodyPr>
          <ns1:lstStyle/>
          <ns1:p>
            <ns1:r>
              <ns1:rPr lang="en-US" smtClean="0"/>
              <ns1:t>Click to edit Master title style</ns1:t>
            </ns1:r>
            <ns1:endParaRPr lang="en-US"/>
          </ns1:p>
        </ns0:txBody>
      </ns0:sp>
      <ns0:sp>
        <ns0:nvSpPr>
          <ns0:cNvPr id="3" name="Text Placeholder 2"/>
          <ns0:cNvSpPr>
            <ns1:spLocks noGrp="1"/>
          </ns0:cNvSpPr>
          <ns0:nvPr>
            <ns0:ph type="body" idx="1"/>
          </ns0:nvPr>
        </ns0:nvSpPr>
        <ns0:spPr>
          <ns1:xfrm>
            <ns1:off x="457200" y="1600200"/>
            <ns1:ext cx="8229600" cy="4525963"/>
          </ns1:xfrm>
          <ns1:prstGeom prst="rect">
            <ns1:avLst/>
          </ns1:prstGeom>
        </ns0:spPr>
        <ns0:txBody>
          <ns1:bodyPr vert="horz" lIns="91440" tIns="45720" rIns="91440" bIns="45720" rtlCol="0">
            <ns1:normAutofit/>
          </ns1:bodyPr>
          <ns1:lstStyle/>
          <ns1:p>
            <ns1:pPr lvl="0"/>
            <ns1:r>
              <ns1:rPr lang="en-US" smtClean="0"/>
              <ns1:t>Click to edit Master text styles</ns1:t>
            </ns1:r>
          </ns1:p>
          <ns1:p>
            <ns1:pPr lvl="1"/>
            <ns1:r>
              <ns1:rPr lang="en-US" smtClean="0"/>
              <ns1:t>Second level</ns1:t>
            </ns1:r>
          </ns1:p>
          <ns1:p>
            <ns1:pPr lvl="2"/>
            <ns1:r>
              <ns1:rPr lang="en-US" smtClean="0"/>
              <ns1:t>Third level</ns1:t>
            </ns1:r>
          </ns1:p>
          <ns1:p>
            <ns1:pPr lvl="3"/>
            <ns1:r>
              <ns1:rPr lang="en-US" smtClean="0"/>
              <ns1:t>Fourth level</ns1:t>
            </ns1:r>
          </ns1:p>
          <ns1:p>
            <ns1:pPr lvl="4"/>
            <ns1:r>
              <ns1:rPr lang="en-US" smtClean="0"/>
              <ns1:t>Fifth level</ns1:t>
            </ns1:r>
            <ns1:endParaRPr lang="en-US"/>
          </ns1:p>
        </ns0:txBody>
      </ns0:sp>
      <ns0:sp>
        <ns0:nvSpPr>
          <ns0:cNvPr id="4" name="Date Placeholder 3"/>
          <ns0:cNvSpPr>
            <ns1:spLocks noGrp="1"/>
          </ns0:cNvSpPr>
          <ns0:nvPr>
            <ns0:ph type="dt" sz="half" idx="2"/>
          </ns0:nvPr>
        </ns0:nvSpPr>
        <ns0:spPr>
          <ns1:xfrm>
            <ns1:off x="457200" y="6356350"/>
            <ns1:ext cx="2133600" cy="365125"/>
          </ns1:xfrm>
          <ns1:prstGeom prst="rect">
            <ns1:avLst/>
          </ns1:prstGeom>
        </ns0:spPr>
        <ns0:txBody>
          <ns1:bodyPr vert="horz" lIns="91440" tIns="45720" rIns="91440" bIns="45720" rtlCol="0" anchor="ctr"/>
          <ns1:lstStyle>
            <ns1:lvl1pPr algn="l">
              <ns1:defRPr sz="1200">
                <ns1:solidFill>
                  <ns1:schemeClr val="tx1">
                    <ns1:tint val="75000"/>
                  </ns1:schemeClr>
                </ns1:solidFill>
              </ns1:defRPr>
            </ns1:lvl1pPr>
          </ns1:lstStyle>
          <ns1:p>
            <ns1:fld id="{1D8BD707-D9CF-40AE-B4C6-C98DA3205C09}" type="datetimeFigureOut">
              <ns1:rPr lang="en-US" smtClean="0"/>
              <ns1:pPr/>
              <ns1:t>8/1/2011</ns1:t>
            </ns1:fld>
            <ns1:endParaRPr lang="en-US"/>
          </ns1:p>
        </ns0:txBody>
      </ns0:sp>
      <ns0:sp>
        <ns0:nvSpPr>
          <ns0:cNvPr id="5" name="Footer Placeholder 4"/>
          <ns0:cNvSpPr>
            <ns1:spLocks noGrp="1"/>
          </ns0:cNvSpPr>
          <ns0:nvPr>
            <ns0:ph type="ftr" sz="quarter" idx="3"/>
          </ns0:nvPr>
        </ns0:nvSpPr>
        <ns0:spPr>
          <ns1:xfrm>
            <ns1:off x="3124200" y="6356350"/>
            <ns1:ext cx="2895600" cy="365125"/>
          </ns1:xfrm>
          <ns1:prstGeom prst="rect">
            <ns1:avLst/>
          </ns1:prstGeom>
        </ns0:spPr>
        <ns0:txBody>
          <ns1:bodyPr vert="horz" lIns="91440" tIns="45720" rIns="91440" bIns="45720" rtlCol="0" anchor="ctr"/>
          <ns1:lstStyle>
            <ns1:lvl1pPr algn="ctr">
              <ns1:defRPr sz="1200">
                <ns1:solidFill>
                  <ns1:schemeClr val="tx1">
                    <ns1:tint val="75000"/>
                  </ns1:schemeClr>
                </ns1:solidFill>
              </ns1:defRPr>
            </ns1:lvl1pPr>
          </ns1:lstStyle>
          <ns1:p>
            <ns1:endParaRPr lang="en-US"/>
          </ns1:p>
        </ns0:txBody>
      </ns0:sp>
      <ns0:sp>
        <ns0:nvSpPr>
          <ns0:cNvPr id="6" name="Slide Number Placeholder 5"/>
          <ns0:cNvSpPr>
            <ns1:spLocks noGrp="1"/>
          </ns0:cNvSpPr>
          <ns0:nvPr>
            <ns0:ph type="sldNum" sz="quarter" idx="4"/>
          </ns0:nvPr>
        </ns0:nvSpPr>
        <ns0:spPr>
          <ns1:xfrm>
            <ns1:off x="6553200" y="6356350"/>
            <ns1:ext cx="2133600" cy="365125"/>
          </ns1:xfrm>
          <ns1:prstGeom prst="rect">
            <ns1:avLst/>
          </ns1:prstGeom>
        </ns0:spPr>
        <ns0:txBody>
          <ns1:bodyPr vert="horz" lIns="91440" tIns="45720" rIns="91440" bIns="45720" rtlCol="0" anchor="ctr"/>
          <ns1:lstStyle>
            <ns1:lvl1pPr algn="r">
              <ns1:defRPr sz="1200">
                <ns1:solidFill>
                  <ns1:schemeClr val="tx1">
                    <ns1:tint val="75000"/>
                  </ns1:schemeClr>
                </ns1:solidFill>
              </ns1:defRPr>
            </ns1:lvl1pPr>
          </ns1:lstStyle>
          <ns1:p>
            <ns1:fld id="{B6F15528-21DE-4FAA-801E-634DDDAF4B2B}" type="slidenum">
              <ns1:rPr lang="en-US" smtClean="0"/>
              <ns1:pPr/>
              <ns1:t>‹#›</ns1:t>
            </ns1:fld>
            <ns1:endParaRPr lang="en-US"/>
          </ns1:p>
        </ns0:txBody>
      </ns0:sp>
    </ns0:spTree>
  </ns0:cSld>
  <ns0:clrMap bg1="lt1" tx1="dk1" bg2="lt2" tx2="dk2" accent1="accent1" accent2="accent2" accent3="accent3" accent4="accent4" accent5="accent5" accent6="accent6" hlink="hlink" folHlink="folHlink"/>
  <ns0:sldLayoutIdLst>
    <ns0:sldLayoutId id="2147483655" ns2:id="rId7"/>
    <ns0:sldLayoutId id="2147483660" ns2:id="rId13"/>
    <ns0:sldLayoutId id="2147483661" ns2:id="rId14"/>
    <ns0:sldLayoutId id="2147483662" ns2:id="rId15"/>
    <ns0:sldLayoutId id="2147483663" ns2:id="rId16"/>
    <ns0:sldLayoutId id="2147483664" ns2:id="rId17"/>
    <ns0:sldLayoutId id="2147483665" ns2:id="rId18"/>
    <ns0:sldLayoutId id="2147483666" ns2:id="rId19"/>
    <ns0:sldLayoutId id="2147483667" ns2:id="rId20"/>
    <ns0:sldLayoutId id="2147483668" ns2:id="rId21"/>
  </ns0:sldLayoutIdLst>
  <ns0:txStyles>
    <ns0:titleStyle>
      <ns1:lvl1pPr algn="ctr" defTabSz="914400" rtl="0" eaLnBrk="1" latinLnBrk="0" hangingPunct="1">
        <ns1:spcBef>
          <ns1:spcPct val="0"/>
        </ns1:spcBef>
        <ns1:buNone/>
        <ns1:defRPr sz="4400" kern="1200">
          <ns1:solidFill>
            <ns1:schemeClr val="tx1"/>
          </ns1:solidFill>
          <ns1:latin typeface="+mj-lt"/>
          <ns1:ea typeface="+mj-ea"/>
          <ns1:cs typeface="+mj-cs"/>
        </ns1:defRPr>
      </ns1:lvl1pPr>
    </ns0:titleStyle>
    <ns0:bodyStyle>
      <ns1:lvl1pPr marL="342900" indent="-342900" algn="l" defTabSz="914400" rtl="0" eaLnBrk="1" latinLnBrk="0" hangingPunct="1">
        <ns1:spcBef>
          <ns1:spcPct val="20000"/>
        </ns1:spcBef>
        <ns1:buFont typeface="Arial" pitchFamily="34" charset="0"/>
        <ns1:buChar char="•"/>
        <ns1:defRPr sz="3200" kern="1200">
          <ns1:solidFill>
            <ns1:schemeClr val="tx1"/>
          </ns1:solidFill>
          <ns1:latin typeface="+mn-lt"/>
          <ns1:ea typeface="+mn-ea"/>
          <ns1:cs typeface="+mn-cs"/>
        </ns1:defRPr>
      </ns1:lvl1pPr>
      <ns1:lvl2pPr marL="742950" indent="-285750" algn="l" defTabSz="914400" rtl="0" eaLnBrk="1" latinLnBrk="0" hangingPunct="1">
        <ns1:spcBef>
          <ns1:spcPct val="20000"/>
        </ns1:spcBef>
        <ns1:buFont typeface="Arial" pitchFamily="34" charset="0"/>
        <ns1:buChar char="–"/>
        <ns1:defRPr sz="2800" kern="1200">
          <ns1:solidFill>
            <ns1:schemeClr val="tx1"/>
          </ns1:solidFill>
          <ns1:latin typeface="+mn-lt"/>
          <ns1:ea typeface="+mn-ea"/>
          <ns1:cs typeface="+mn-cs"/>
        </ns1:defRPr>
      </ns1:lvl2pPr>
      <ns1:lvl3pPr marL="1143000" indent="-228600" algn="l" defTabSz="914400" rtl="0" eaLnBrk="1" latinLnBrk="0" hangingPunct="1">
        <ns1:spcBef>
          <ns1:spcPct val="20000"/>
        </ns1:spcBef>
        <ns1:buFont typeface="Arial" pitchFamily="34" charset="0"/>
        <ns1:buChar char="•"/>
        <ns1:defRPr sz="2400" kern="1200">
          <ns1:solidFill>
            <ns1:schemeClr val="tx1"/>
          </ns1:solidFill>
          <ns1:latin typeface="+mn-lt"/>
          <ns1:ea typeface="+mn-ea"/>
          <ns1:cs typeface="+mn-cs"/>
        </ns1:defRPr>
      </ns1:lvl3pPr>
      <ns1:lvl4pPr marL="1600200" indent="-228600" algn="l" defTabSz="914400" rtl="0" eaLnBrk="1" latinLnBrk="0" hangingPunct="1">
        <ns1:spcBef>
          <ns1:spcPct val="20000"/>
        </ns1:spcBef>
        <ns1:buFont typeface="Arial" pitchFamily="34" charset="0"/>
        <ns1:buChar char="–"/>
        <ns1:defRPr sz="2000" kern="1200">
          <ns1:solidFill>
            <ns1:schemeClr val="tx1"/>
          </ns1:solidFill>
          <ns1:latin typeface="+mn-lt"/>
          <ns1:ea typeface="+mn-ea"/>
          <ns1:cs typeface="+mn-cs"/>
        </ns1:defRPr>
      </ns1:lvl4pPr>
      <ns1:lvl5pPr marL="2057400" indent="-228600" algn="l" defTabSz="914400" rtl="0" eaLnBrk="1" latinLnBrk="0" hangingPunct="1">
        <ns1:spcBef>
          <ns1:spcPct val="20000"/>
        </ns1:spcBef>
        <ns1:buFont typeface="Arial" pitchFamily="34" charset="0"/>
        <ns1:buChar char="»"/>
        <ns1:defRPr sz="2000" kern="1200">
          <ns1:solidFill>
            <ns1:schemeClr val="tx1"/>
          </ns1:solidFill>
          <ns1:latin typeface="+mn-lt"/>
          <ns1:ea typeface="+mn-ea"/>
          <ns1:cs typeface="+mn-cs"/>
        </ns1:defRPr>
      </ns1:lvl5pPr>
      <ns1:lvl6pPr marL="2514600" indent="-228600" algn="l" defTabSz="914400" rtl="0" eaLnBrk="1" latinLnBrk="0" hangingPunct="1">
        <ns1:spcBef>
          <ns1:spcPct val="20000"/>
        </ns1:spcBef>
        <ns1:buFont typeface="Arial" pitchFamily="34" charset="0"/>
        <ns1:buChar char="•"/>
        <ns1:defRPr sz="2000" kern="1200">
          <ns1:solidFill>
            <ns1:schemeClr val="tx1"/>
          </ns1:solidFill>
          <ns1:latin typeface="+mn-lt"/>
          <ns1:ea typeface="+mn-ea"/>
          <ns1:cs typeface="+mn-cs"/>
        </ns1:defRPr>
      </ns1:lvl6pPr>
      <ns1:lvl7pPr marL="2971800" indent="-228600" algn="l" defTabSz="914400" rtl="0" eaLnBrk="1" latinLnBrk="0" hangingPunct="1">
        <ns1:spcBef>
          <ns1:spcPct val="20000"/>
        </ns1:spcBef>
        <ns1:buFont typeface="Arial" pitchFamily="34" charset="0"/>
        <ns1:buChar char="•"/>
        <ns1:defRPr sz="2000" kern="1200">
          <ns1:solidFill>
            <ns1:schemeClr val="tx1"/>
          </ns1:solidFill>
          <ns1:latin typeface="+mn-lt"/>
          <ns1:ea typeface="+mn-ea"/>
          <ns1:cs typeface="+mn-cs"/>
        </ns1:defRPr>
      </ns1:lvl7pPr>
      <ns1:lvl8pPr marL="3429000" indent="-228600" algn="l" defTabSz="914400" rtl="0" eaLnBrk="1" latinLnBrk="0" hangingPunct="1">
        <ns1:spcBef>
          <ns1:spcPct val="20000"/>
        </ns1:spcBef>
        <ns1:buFont typeface="Arial" pitchFamily="34" charset="0"/>
        <ns1:buChar char="•"/>
        <ns1:defRPr sz="2000" kern="1200">
          <ns1:solidFill>
            <ns1:schemeClr val="tx1"/>
          </ns1:solidFill>
          <ns1:latin typeface="+mn-lt"/>
          <ns1:ea typeface="+mn-ea"/>
          <ns1:cs typeface="+mn-cs"/>
        </ns1:defRPr>
      </ns1:lvl8pPr>
      <ns1:lvl9pPr marL="3886200" indent="-228600" algn="l" defTabSz="914400" rtl="0" eaLnBrk="1" latinLnBrk="0" hangingPunct="1">
        <ns1:spcBef>
          <ns1:spcPct val="20000"/>
        </ns1:spcBef>
        <ns1:buFont typeface="Arial" pitchFamily="34" charset="0"/>
        <ns1:buChar char="•"/>
        <ns1:defRPr sz="2000" kern="1200">
          <ns1:solidFill>
            <ns1:schemeClr val="tx1"/>
          </ns1:solidFill>
          <ns1:latin typeface="+mn-lt"/>
          <ns1:ea typeface="+mn-ea"/>
          <ns1:cs typeface="+mn-cs"/>
        </ns1:defRPr>
      </ns1:lvl9pPr>
    </ns0:bodyStyle>
    <ns0:otherStyle>
      <ns1:defPPr>
        <ns1:defRPr lang="en-US"/>
      </ns1:defPPr>
      <ns1:lvl1pPr marL="0" algn="l" defTabSz="914400" rtl="0" eaLnBrk="1" latinLnBrk="0" hangingPunct="1">
        <ns1:defRPr sz="1800" kern="1200">
          <ns1:solidFill>
            <ns1:schemeClr val="tx1"/>
          </ns1:solidFill>
          <ns1:latin typeface="+mn-lt"/>
          <ns1:ea typeface="+mn-ea"/>
          <ns1:cs typeface="+mn-cs"/>
        </ns1:defRPr>
      </ns1:lvl1pPr>
      <ns1:lvl2pPr marL="457200" algn="l" defTabSz="914400" rtl="0" eaLnBrk="1" latinLnBrk="0" hangingPunct="1">
        <ns1:defRPr sz="1800" kern="1200">
          <ns1:solidFill>
            <ns1:schemeClr val="tx1"/>
          </ns1:solidFill>
          <ns1:latin typeface="+mn-lt"/>
          <ns1:ea typeface="+mn-ea"/>
          <ns1:cs typeface="+mn-cs"/>
        </ns1:defRPr>
      </ns1:lvl2pPr>
      <ns1:lvl3pPr marL="914400" algn="l" defTabSz="914400" rtl="0" eaLnBrk="1" latinLnBrk="0" hangingPunct="1">
        <ns1:defRPr sz="1800" kern="1200">
          <ns1:solidFill>
            <ns1:schemeClr val="tx1"/>
          </ns1:solidFill>
          <ns1:latin typeface="+mn-lt"/>
          <ns1:ea typeface="+mn-ea"/>
          <ns1:cs typeface="+mn-cs"/>
        </ns1:defRPr>
      </ns1:lvl3pPr>
      <ns1:lvl4pPr marL="1371600" algn="l" defTabSz="914400" rtl="0" eaLnBrk="1" latinLnBrk="0" hangingPunct="1">
        <ns1:defRPr sz="1800" kern="1200">
          <ns1:solidFill>
            <ns1:schemeClr val="tx1"/>
          </ns1:solidFill>
          <ns1:latin typeface="+mn-lt"/>
          <ns1:ea typeface="+mn-ea"/>
          <ns1:cs typeface="+mn-cs"/>
        </ns1:defRPr>
      </ns1:lvl4pPr>
      <ns1:lvl5pPr marL="1828800" algn="l" defTabSz="914400" rtl="0" eaLnBrk="1" latinLnBrk="0" hangingPunct="1">
        <ns1:defRPr sz="1800" kern="1200">
          <ns1:solidFill>
            <ns1:schemeClr val="tx1"/>
          </ns1:solidFill>
          <ns1:latin typeface="+mn-lt"/>
          <ns1:ea typeface="+mn-ea"/>
          <ns1:cs typeface="+mn-cs"/>
        </ns1:defRPr>
      </ns1:lvl5pPr>
      <ns1:lvl6pPr marL="2286000" algn="l" defTabSz="914400" rtl="0" eaLnBrk="1" latinLnBrk="0" hangingPunct="1">
        <ns1:defRPr sz="1800" kern="1200">
          <ns1:solidFill>
            <ns1:schemeClr val="tx1"/>
          </ns1:solidFill>
          <ns1:latin typeface="+mn-lt"/>
          <ns1:ea typeface="+mn-ea"/>
          <ns1:cs typeface="+mn-cs"/>
        </ns1:defRPr>
      </ns1:lvl6pPr>
      <ns1:lvl7pPr marL="2743200" algn="l" defTabSz="914400" rtl="0" eaLnBrk="1" latinLnBrk="0" hangingPunct="1">
        <ns1:defRPr sz="1800" kern="1200">
          <ns1:solidFill>
            <ns1:schemeClr val="tx1"/>
          </ns1:solidFill>
          <ns1:latin typeface="+mn-lt"/>
          <ns1:ea typeface="+mn-ea"/>
          <ns1:cs typeface="+mn-cs"/>
        </ns1:defRPr>
      </ns1:lvl7pPr>
      <ns1:lvl8pPr marL="3200400" algn="l" defTabSz="914400" rtl="0" eaLnBrk="1" latinLnBrk="0" hangingPunct="1">
        <ns1:defRPr sz="1800" kern="1200">
          <ns1:solidFill>
            <ns1:schemeClr val="tx1"/>
          </ns1:solidFill>
          <ns1:latin typeface="+mn-lt"/>
          <ns1:ea typeface="+mn-ea"/>
          <ns1:cs typeface="+mn-cs"/>
        </ns1:defRPr>
      </ns1:lvl8pPr>
      <ns1:lvl9pPr marL="3657600" algn="l" defTabSz="914400" rtl="0" eaLnBrk="1" latinLnBrk="0" hangingPunct="1">
        <ns1:defRPr sz="1800" kern="1200">
          <ns1:solidFill>
            <ns1:schemeClr val="tx1"/>
          </ns1:solidFill>
          <ns1:latin typeface="+mn-lt"/>
          <ns1:ea typeface="+mn-ea"/>
          <ns1:cs typeface="+mn-cs"/>
        </ns1:defRPr>
      </ns1:lvl9pPr>
    </ns0:otherStyle>
  </ns0:txStyles>
</ns0:sldMaster>
</file>

<file path=ppt/slides/_rels/slide1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7.xml" /></ns0:Relationships>
</file>

<file path=ppt/slides/_rels/slide2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12.xml" /></ns0:Relationships>
</file>

<file path=ppt/slides/_rels/slide3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13.xml" /></ns0:Relationships>
</file>

<file path=ppt/slides/_rels/slide4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14.xml" /></ns0:Relationships>
</file>

<file path=ppt/slides/_rels/slide5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15.xml" /></ns0:Relationships>
</file>

<file path=ppt/slides/_rels/slide6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16.xml" /></ns0:Relationships>
</file>

<file path=ppt/slides/_rels/slide7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17.xml" /></ns0:Relationships>
</file>

<file path=ppt/slides/_rels/slide8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18.xml" /></ns0:Relationships>
</file>

<file path=ppt/slides/_rels/slide9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19.xml" /></ns0:Relationships>
</file>

<file path=ppt/slides/_rels/slide10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20.xml" /></ns0:Relationships>
</file>

<file path=ppt/slides/slide1.xml><?xml version="1.0" encoding="utf-8"?>
<ns0:sld xmlns:ns0="http://schemas.openxmlformats.org/presentationml/2006/main" xmlns:ns1="http://schemas.openxmlformats.org/drawingml/2006/main">
  <ns0:cSld>
    <ns0:bg>
      <ns0:bgPr>
        <ns1:solidFill>
          <ns1:srgbClr val="FFF2E6"/>
        </ns1:solidFill>
      </ns0:bgPr>
    </ns0:bg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name="TextBox 6" id="6"/>
          <ns0:cNvSpPr txBox="true"/>
          <ns0:nvPr/>
        </ns0:nvSpPr>
        <ns0:spPr>
          <ns1:xfrm rot="0">
            <ns1:off x="4366372" y="2294417"/>
            <ns1:ext cx="9332455" cy="4390209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ctr">
              <ns1:lnSpc>
                <ns1:spcPts val="17459"/>
              </ns1:lnSpc>
            </ns1:pPr>
            <ns1:r>
              <ns1:rPr lang="en-US" sz="13857">
                <ns1:solidFill>
                  <ns1:srgbClr val="000000"/>
                </ns1:solidFill>
                <ns1:latin typeface="Petit Formal Script"/>
                <ns1:ea typeface="Petit Formal Script"/>
                <ns1:cs typeface="Petit Formal Script"/>
                <ns1:sym typeface="Petit Formal Script"/>
              </ns1:rPr>
              <ns1:t/>
            </ns1:r>
          </ns1:p>
        </ns0:txBody>
      </ns0:sp>
      <ns0:sp>
        <ns0:nvSpPr>
          <ns0:cNvPr name="TextBox 7" id="7"/>
          <ns0:cNvSpPr txBox="true"/>
          <ns0:nvPr/>
        </ns0:nvSpPr>
        <ns0:spPr>
          <ns1:xfrm rot="0">
            <ns1:off x="5472365" y="6725033"/>
            <ns1:ext cx="7343270" cy="816224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ctr">
              <ns1:lnSpc>
                <ns1:spcPts val="6461"/>
              </ns1:lnSpc>
            </ns1:pPr>
            <ns1:r>
              <ns1:rPr lang="en-US" sz="4615" spc="927">
                <ns1:solidFill>
                  <ns1:srgbClr val="000000"/>
                </ns1:solidFill>
                <ns1:latin typeface="Arimo"/>
                <ns1:ea typeface="Arimo"/>
                <ns1:cs typeface="Arimo"/>
                <ns1:sym typeface="Arimo"/>
              </ns1:rPr>
              <ns1:t/>
            </ns1:r>
          </ns1:p>
        </ns0:txBody>
      </ns0:sp>
    </ns0:spTree>
  </ns0:cSld>
  <ns0:clrMapOvr>
    <ns1:masterClrMapping/>
  </ns0:clrMapOvr>
</ns0:sld>
</file>

<file path=ppt/slides/slide2.xml><?xml version="1.0" encoding="utf-8"?>
<ns0:sld xmlns:ns0="http://schemas.openxmlformats.org/presentationml/2006/main" xmlns:ns1="http://schemas.openxmlformats.org/drawingml/2006/main">
  <ns0:cSld>
    <ns0:bg>
      <ns0:bgPr>
        <ns1:solidFill>
          <ns1:srgbClr val="FFF2E6"/>
        </ns1:solidFill>
      </ns0:bgPr>
    </ns0:bg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name="TextBox 4" id="4"/>
          <ns0:cNvSpPr txBox="true"/>
          <ns0:nvPr/>
        </ns0:nvSpPr>
        <ns0:spPr>
          <ns1:xfrm rot="0">
            <ns1:off x="5871030" y="1176617"/>
            <ns1:ext cx="6545941" cy="895324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ctr">
              <ns1:lnSpc>
                <ns1:spcPts val="6641"/>
              </ns1:lnSpc>
            </ns1:pPr>
            <ns1:r>
              <ns1:rPr lang="en-US" sz="6846">
                <ns1:solidFill>
                  <ns1:srgbClr val="000000"/>
                </ns1:solidFill>
                <ns1:latin typeface="Petit Formal Script"/>
                <ns1:ea typeface="Petit Formal Script"/>
                <ns1:cs typeface="Petit Formal Script"/>
                <ns1:sym typeface="Petit Formal Script"/>
              </ns1:rPr>
              <ns1:t/>
            </ns1:r>
          </ns1:p>
        </ns0:txBody>
      </ns0:sp>
      <ns0:sp>
        <ns0:nvSpPr>
          <ns0:cNvPr name="TextBox 5" id="5"/>
          <ns0:cNvSpPr txBox="true"/>
          <ns0:nvPr/>
        </ns0:nvSpPr>
        <ns0:spPr>
          <ns1:xfrm rot="0">
            <ns1:off x="3281798" y="5454517"/>
            <ns1:ext cx="11724404" cy="1430857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ctr">
              <ns1:lnSpc>
                <ns1:spcPts val="11433"/>
              </ns1:lnSpc>
            </ns1:pPr>
            <ns1:r>
              <ns1:rPr lang="en-US" sz="8167" i="true" spc="89">
                <ns1:solidFill>
                  <ns1:srgbClr val="000000"/>
                </ns1:solidFill>
                <ns1:latin typeface="Arimo Italics"/>
                <ns1:ea typeface="Arimo Italics"/>
                <ns1:cs typeface="Arimo Italics"/>
                <ns1:sym typeface="Arimo Italics"/>
              </ns1:rPr>
              <ns1:t/>
            </ns1:r>
          </ns1:p>
        </ns0:txBody>
      </ns0:sp>
      <ns0:sp>
        <ns0:nvSpPr>
          <ns0:cNvPr name="TextBox 6" id="6"/>
          <ns0:cNvSpPr txBox="true"/>
          <ns0:nvPr/>
        </ns0:nvSpPr>
        <ns0:spPr>
          <ns1:xfrm rot="0">
            <ns1:off x="3281798" y="3211127"/>
            <ns1:ext cx="11724404" cy="1430857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ctr">
              <ns1:lnSpc>
                <ns1:spcPts val="11433"/>
              </ns1:lnSpc>
            </ns1:pPr>
            <ns1:r>
              <ns1:rPr lang="en-US" sz="8167" i="true" spc="89">
                <ns1:solidFill>
                  <ns1:srgbClr val="000000"/>
                </ns1:solidFill>
                <ns1:latin typeface="Arimo Italics"/>
                <ns1:ea typeface="Arimo Italics"/>
                <ns1:cs typeface="Arimo Italics"/>
                <ns1:sym typeface="Arimo Italics"/>
              </ns1:rPr>
              <ns1:t/>
            </ns1:r>
          </ns1:p>
        </ns0:txBody>
      </ns0:sp>
    </ns0:spTree>
  </ns0:cSld>
  <ns0:clrMapOvr>
    <ns1:masterClrMapping/>
  </ns0:clrMapOvr>
</ns0:sld>
</file>

<file path=ppt/slides/slide3.xml><?xml version="1.0" encoding="utf-8"?>
<ns0:sld xmlns:ns0="http://schemas.openxmlformats.org/presentationml/2006/main" xmlns:ns1="http://schemas.openxmlformats.org/drawingml/2006/main">
  <ns0:cSld>
    <ns0:bg>
      <ns0:bgPr>
        <ns1:solidFill>
          <ns1:srgbClr val="FFF2E6"/>
        </ns1:solidFill>
      </ns0:bgPr>
    </ns0:bg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name="TextBox 2" id="2"/>
          <ns0:cNvSpPr txBox="true"/>
          <ns0:nvPr/>
        </ns0:nvSpPr>
        <ns0:spPr>
          <ns1:xfrm rot="0">
            <ns1:off x="5871030" y="1175559"/>
            <ns1:ext cx="6545941" cy="895324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ctr">
              <ns1:lnSpc>
                <ns1:spcPts val="6641"/>
              </ns1:lnSpc>
            </ns1:pPr>
            <ns1:r>
              <ns1:rPr lang="en-US" sz="6846">
                <ns1:solidFill>
                  <ns1:srgbClr val="000000"/>
                </ns1:solidFill>
                <ns1:latin typeface="Petit Formal Script"/>
                <ns1:ea typeface="Petit Formal Script"/>
                <ns1:cs typeface="Petit Formal Script"/>
                <ns1:sym typeface="Petit Formal Script"/>
              </ns1:rPr>
              <ns1:t/>
            </ns1:r>
          </ns1:p>
        </ns0:txBody>
      </ns0:sp>
      <ns0:sp>
        <ns0:nvSpPr>
          <ns0:cNvPr name="TextBox 3" id="3"/>
          <ns0:cNvSpPr txBox="true"/>
          <ns0:nvPr/>
        </ns0:nvSpPr>
        <ns0:spPr>
          <ns1:xfrm rot="0">
            <ns1:off x="4015916" y="3412490"/>
            <ns1:ext cx="10256168" cy="3376295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ctr">
              <ns1:lnSpc>
                <ns1:spcPts val="4479"/>
              </ns1:lnSpc>
            </ns1:pPr>
            <ns1:r>
              <ns1:rPr lang="en-US" sz="3199" spc="35">
                <ns1:solidFill>
                  <ns1:srgbClr val="000000"/>
                </ns1:solidFill>
                <ns1:latin typeface="Arimo"/>
                <ns1:ea typeface="Arimo"/>
                <ns1:cs typeface="Arimo"/>
                <ns1:sym typeface="Arimo"/>
              </ns1:rPr>
              <ns1:t/>
            </ns1:r>
          </ns1:p>
        </ns0:txBody>
      </ns0:sp>
    </ns0:spTree>
  </ns0:cSld>
  <ns0:clrMapOvr>
    <ns1:masterClrMapping/>
  </ns0:clrMapOvr>
</ns0:sld>
</file>

<file path=ppt/slides/slide4.xml><?xml version="1.0" encoding="utf-8"?>
<ns0:sld xmlns:ns0="http://schemas.openxmlformats.org/presentationml/2006/main" xmlns:ns1="http://schemas.openxmlformats.org/drawingml/2006/main">
  <ns0:cSld>
    <ns0:bg>
      <ns0:bgPr>
        <ns1:solidFill>
          <ns1:srgbClr val="FFF2E6"/>
        </ns1:solidFill>
      </ns0:bgPr>
    </ns0:bg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name="TextBox 2" id="2"/>
          <ns0:cNvSpPr txBox="true"/>
          <ns0:nvPr/>
        </ns0:nvSpPr>
        <ns0:spPr>
          <ns1:xfrm rot="0">
            <ns1:off x="3885241" y="1175559"/>
            <ns1:ext cx="10517519" cy="895324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ctr">
              <ns1:lnSpc>
                <ns1:spcPts val="6641"/>
              </ns1:lnSpc>
            </ns1:pPr>
            <ns1:r>
              <ns1:rPr lang="en-US" sz="6846">
                <ns1:solidFill>
                  <ns1:srgbClr val="000000"/>
                </ns1:solidFill>
                <ns1:latin typeface="Petit Formal Script"/>
                <ns1:ea typeface="Petit Formal Script"/>
                <ns1:cs typeface="Petit Formal Script"/>
                <ns1:sym typeface="Petit Formal Script"/>
              </ns1:rPr>
              <ns1:t/>
            </ns1:r>
          </ns1:p>
        </ns0:txBody>
      </ns0:sp>
      <ns0:sp>
        <ns0:nvSpPr>
          <ns0:cNvPr name="TextBox 7" id="7"/>
          <ns0:cNvSpPr txBox="true"/>
          <ns0:nvPr/>
        </ns0:nvSpPr>
        <ns0:spPr>
          <ns1:xfrm rot="0">
            <ns1:off x="4015916" y="3412490"/>
            <ns1:ext cx="10256168" cy="3376295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ctr">
              <ns1:lnSpc>
                <ns1:spcPts val="4479"/>
              </ns1:lnSpc>
            </ns1:pPr>
            <ns1:r>
              <ns1:rPr lang="en-US" sz="3199" spc="35">
                <ns1:solidFill>
                  <ns1:srgbClr val="000000"/>
                </ns1:solidFill>
                <ns1:latin typeface="Arimo"/>
                <ns1:ea typeface="Arimo"/>
                <ns1:cs typeface="Arimo"/>
                <ns1:sym typeface="Arimo"/>
              </ns1:rPr>
              <ns1:t/>
            </ns1:r>
          </ns1:p>
        </ns0:txBody>
      </ns0:sp>
    </ns0:spTree>
  </ns0:cSld>
  <ns0:clrMapOvr>
    <ns1:masterClrMapping/>
  </ns0:clrMapOvr>
</ns0:sld>
</file>

<file path=ppt/slides/slide5.xml><?xml version="1.0" encoding="utf-8"?>
<ns0:sld xmlns:ns0="http://schemas.openxmlformats.org/presentationml/2006/main" xmlns:ns1="http://schemas.openxmlformats.org/drawingml/2006/main">
  <ns0:cSld>
    <ns0:bg>
      <ns0:bgPr>
        <ns1:solidFill>
          <ns1:srgbClr val="FFF2E6"/>
        </ns1:solidFill>
      </ns0:bgPr>
    </ns0:bg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name="TextBox 2" id="2"/>
          <ns0:cNvSpPr txBox="true"/>
          <ns0:nvPr/>
        </ns0:nvSpPr>
        <ns0:spPr>
          <ns1:xfrm rot="0">
            <ns1:off x="5871030" y="1175559"/>
            <ns1:ext cx="6545941" cy="895324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ctr">
              <ns1:lnSpc>
                <ns1:spcPts val="6641"/>
              </ns1:lnSpc>
            </ns1:pPr>
            <ns1:r>
              <ns1:rPr lang="en-US" sz="6846">
                <ns1:solidFill>
                  <ns1:srgbClr val="000000"/>
                </ns1:solidFill>
                <ns1:latin typeface="Petit Formal Script"/>
                <ns1:ea typeface="Petit Formal Script"/>
                <ns1:cs typeface="Petit Formal Script"/>
                <ns1:sym typeface="Petit Formal Script"/>
              </ns1:rPr>
              <ns1:t/>
            </ns1:r>
          </ns1:p>
        </ns0:txBody>
      </ns0:sp>
      <ns0:sp>
        <ns0:nvSpPr>
          <ns0:cNvPr name="TextBox 7" id="7"/>
          <ns0:cNvSpPr txBox="true"/>
          <ns0:nvPr/>
        </ns0:nvSpPr>
        <ns0:spPr>
          <ns1:xfrm rot="0">
            <ns1:off x="4015916" y="3412490"/>
            <ns1:ext cx="10256168" cy="3376295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ctr">
              <ns1:lnSpc>
                <ns1:spcPts val="4479"/>
              </ns1:lnSpc>
            </ns1:pPr>
            <ns1:r>
              <ns1:rPr lang="en-US" sz="3199" spc="35">
                <ns1:solidFill>
                  <ns1:srgbClr val="000000"/>
                </ns1:solidFill>
                <ns1:latin typeface="Arimo"/>
                <ns1:ea typeface="Arimo"/>
                <ns1:cs typeface="Arimo"/>
                <ns1:sym typeface="Arimo"/>
              </ns1:rPr>
              <ns1:t/>
            </ns1:r>
          </ns1:p>
        </ns0:txBody>
      </ns0:sp>
    </ns0:spTree>
  </ns0:cSld>
  <ns0:clrMapOvr>
    <ns1:masterClrMapping/>
  </ns0:clrMapOvr>
</ns0:sld>
</file>

<file path=ppt/slides/slide6.xml><?xml version="1.0" encoding="utf-8"?>
<ns0:sld xmlns:ns0="http://schemas.openxmlformats.org/presentationml/2006/main" xmlns:ns1="http://schemas.openxmlformats.org/drawingml/2006/main">
  <ns0:cSld>
    <ns0:bg>
      <ns0:bgPr>
        <ns1:solidFill>
          <ns1:srgbClr val="FFF2E6"/>
        </ns1:solidFill>
      </ns0:bgPr>
    </ns0:bg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name="TextBox 2" id="2"/>
          <ns0:cNvSpPr txBox="true"/>
          <ns0:nvPr/>
        </ns0:nvSpPr>
        <ns0:spPr>
          <ns1:xfrm rot="0">
            <ns1:off x="5871030" y="1175559"/>
            <ns1:ext cx="6545941" cy="895324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ctr">
              <ns1:lnSpc>
                <ns1:spcPts val="6641"/>
              </ns1:lnSpc>
            </ns1:pPr>
            <ns1:r>
              <ns1:rPr lang="en-US" sz="6846">
                <ns1:solidFill>
                  <ns1:srgbClr val="000000"/>
                </ns1:solidFill>
                <ns1:latin typeface="Petit Formal Script"/>
                <ns1:ea typeface="Petit Formal Script"/>
                <ns1:cs typeface="Petit Formal Script"/>
                <ns1:sym typeface="Petit Formal Script"/>
              </ns1:rPr>
              <ns1:t/>
            </ns1:r>
          </ns1:p>
        </ns0:txBody>
      </ns0:sp>
      <ns0:sp>
        <ns0:nvSpPr>
          <ns0:cNvPr name="TextBox 7" id="7"/>
          <ns0:cNvSpPr txBox="true"/>
          <ns0:nvPr/>
        </ns0:nvSpPr>
        <ns0:spPr>
          <ns1:xfrm rot="0">
            <ns1:off x="4015916" y="3412490"/>
            <ns1:ext cx="10256168" cy="3376295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ctr">
              <ns1:lnSpc>
                <ns1:spcPts val="4479"/>
              </ns1:lnSpc>
            </ns1:pPr>
            <ns1:r>
              <ns1:rPr lang="en-US" sz="3199" spc="35">
                <ns1:solidFill>
                  <ns1:srgbClr val="000000"/>
                </ns1:solidFill>
                <ns1:latin typeface="Arimo"/>
                <ns1:ea typeface="Arimo"/>
                <ns1:cs typeface="Arimo"/>
                <ns1:sym typeface="Arimo"/>
              </ns1:rPr>
              <ns1:t/>
            </ns1:r>
          </ns1:p>
        </ns0:txBody>
      </ns0:sp>
    </ns0:spTree>
  </ns0:cSld>
  <ns0:clrMapOvr>
    <ns1:masterClrMapping/>
  </ns0:clrMapOvr>
</ns0:sld>
</file>

<file path=ppt/slides/slide7.xml><?xml version="1.0" encoding="utf-8"?>
<ns0:sld xmlns:ns0="http://schemas.openxmlformats.org/presentationml/2006/main" xmlns:ns1="http://schemas.openxmlformats.org/drawingml/2006/main">
  <ns0:cSld>
    <ns0:bg>
      <ns0:bgPr>
        <ns1:solidFill>
          <ns1:srgbClr val="FFF2E6"/>
        </ns1:solidFill>
      </ns0:bgPr>
    </ns0:bg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name="TextBox 2" id="2"/>
          <ns0:cNvSpPr txBox="true"/>
          <ns0:nvPr/>
        </ns0:nvSpPr>
        <ns0:spPr>
          <ns1:xfrm rot="0">
            <ns1:off x="5871030" y="1175559"/>
            <ns1:ext cx="6545941" cy="895324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ctr">
              <ns1:lnSpc>
                <ns1:spcPts val="6641"/>
              </ns1:lnSpc>
            </ns1:pPr>
            <ns1:r>
              <ns1:rPr lang="en-US" sz="6846">
                <ns1:solidFill>
                  <ns1:srgbClr val="000000"/>
                </ns1:solidFill>
                <ns1:latin typeface="Petit Formal Script"/>
                <ns1:ea typeface="Petit Formal Script"/>
                <ns1:cs typeface="Petit Formal Script"/>
                <ns1:sym typeface="Petit Formal Script"/>
              </ns1:rPr>
              <ns1:t/>
            </ns1:r>
          </ns1:p>
        </ns0:txBody>
      </ns0:sp>
      <ns0:sp>
        <ns0:nvSpPr>
          <ns0:cNvPr name="TextBox 8" id="8"/>
          <ns0:cNvSpPr txBox="true"/>
          <ns0:nvPr/>
        </ns0:nvSpPr>
        <ns0:spPr>
          <ns1:xfrm rot="0">
            <ns1:off x="2858149" y="2354310"/>
            <ns1:ext cx="6025761" cy="6186170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ctr">
              <ns1:lnSpc>
                <ns1:spcPts val="4479"/>
              </ns1:lnSpc>
            </ns1:pPr>
            <ns1:r>
              <ns1:rPr lang="en-US" sz="3199" spc="35">
                <ns1:solidFill>
                  <ns1:srgbClr val="000000"/>
                </ns1:solidFill>
                <ns1:latin typeface="Arimo"/>
                <ns1:ea typeface="Arimo"/>
                <ns1:cs typeface="Arimo"/>
                <ns1:sym typeface="Arimo"/>
              </ns1:rPr>
              <ns1:t/>
            </ns1:r>
          </ns1:p>
        </ns0:txBody>
      </ns0:sp>
    </ns0:spTree>
  </ns0:cSld>
  <ns0:clrMapOvr>
    <ns1:masterClrMapping/>
  </ns0:clrMapOvr>
</ns0:sld>
</file>

<file path=ppt/slides/slide8.xml><?xml version="1.0" encoding="utf-8"?>
<ns0:sld xmlns:ns0="http://schemas.openxmlformats.org/presentationml/2006/main" xmlns:ns1="http://schemas.openxmlformats.org/drawingml/2006/main">
  <ns0:cSld>
    <ns0:bg>
      <ns0:bgPr>
        <ns1:solidFill>
          <ns1:srgbClr val="FFF2E6"/>
        </ns1:solidFill>
      </ns0:bgPr>
    </ns0:bg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name="TextBox 2" id="2"/>
          <ns0:cNvSpPr txBox="true"/>
          <ns0:nvPr/>
        </ns0:nvSpPr>
        <ns0:spPr>
          <ns1:xfrm rot="0">
            <ns1:off x="5871030" y="1175559"/>
            <ns1:ext cx="6545941" cy="895324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ctr">
              <ns1:lnSpc>
                <ns1:spcPts val="6641"/>
              </ns1:lnSpc>
            </ns1:pPr>
            <ns1:r>
              <ns1:rPr lang="en-US" sz="6846">
                <ns1:solidFill>
                  <ns1:srgbClr val="000000"/>
                </ns1:solidFill>
                <ns1:latin typeface="Petit Formal Script"/>
                <ns1:ea typeface="Petit Formal Script"/>
                <ns1:cs typeface="Petit Formal Script"/>
                <ns1:sym typeface="Petit Formal Script"/>
              </ns1:rPr>
              <ns1:t/>
            </ns1:r>
          </ns1:p>
        </ns0:txBody>
      </ns0:sp>
      <ns0:sp>
        <ns0:nvSpPr>
          <ns0:cNvPr name="TextBox 7" id="7"/>
          <ns0:cNvSpPr txBox="true"/>
          <ns0:nvPr/>
        </ns0:nvSpPr>
        <ns0:spPr>
          <ns1:xfrm rot="0">
            <ns1:off x="4015916" y="3412490"/>
            <ns1:ext cx="10256168" cy="3376295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ctr">
              <ns1:lnSpc>
                <ns1:spcPts val="4479"/>
              </ns1:lnSpc>
            </ns1:pPr>
            <ns1:r>
              <ns1:rPr lang="en-US" sz="3199" spc="35">
                <ns1:solidFill>
                  <ns1:srgbClr val="000000"/>
                </ns1:solidFill>
                <ns1:latin typeface="Arimo"/>
                <ns1:ea typeface="Arimo"/>
                <ns1:cs typeface="Arimo"/>
                <ns1:sym typeface="Arimo"/>
              </ns1:rPr>
              <ns1:t/>
            </ns1:r>
          </ns1:p>
        </ns0:txBody>
      </ns0:sp>
    </ns0:spTree>
  </ns0:cSld>
  <ns0:clrMapOvr>
    <ns1:masterClrMapping/>
  </ns0:clrMapOvr>
</ns0:sld>
</file>

<file path=ppt/slides/slide9.xml><?xml version="1.0" encoding="utf-8"?>
<ns0:sld xmlns:ns0="http://schemas.openxmlformats.org/presentationml/2006/main" xmlns:ns1="http://schemas.openxmlformats.org/drawingml/2006/main">
  <ns0:cSld>
    <ns0:bg>
      <ns0:bgPr>
        <ns1:solidFill>
          <ns1:srgbClr val="FFF2E6"/>
        </ns1:solidFill>
      </ns0:bgPr>
    </ns0:bg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name="TextBox 3" id="3"/>
          <ns0:cNvSpPr txBox="true"/>
          <ns0:nvPr/>
        </ns0:nvSpPr>
        <ns0:spPr>
          <ns1:xfrm rot="0">
            <ns1:off x="2595833" y="4400793"/>
            <ns1:ext cx="13096334" cy="1781259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ctr">
              <ns1:lnSpc>
                <ns1:spcPts val="13287"/>
              </ns1:lnSpc>
            </ns1:pPr>
            <ns1:r>
              <ns1:rPr lang="en-US" sz="13698">
                <ns1:solidFill>
                  <ns1:srgbClr val="000000"/>
                </ns1:solidFill>
                <ns1:latin typeface="Petit Formal Script"/>
                <ns1:ea typeface="Petit Formal Script"/>
                <ns1:cs typeface="Petit Formal Script"/>
                <ns1:sym typeface="Petit Formal Script"/>
              </ns1:rPr>
              <ns1:t/>
            </ns1:r>
          </ns1:p>
        </ns0:txBody>
      </ns0:sp>
    </ns0:spTree>
  </ns0:cSld>
  <ns0:clrMapOvr>
    <ns1:masterClrMapping/>
  </ns0:clrMapOvr>
</ns0:sld>
</file>

<file path=ppt/slides/slide10.xml><?xml version="1.0" encoding="utf-8"?>
<ns0:sld xmlns:ns0="http://schemas.openxmlformats.org/presentationml/2006/main" xmlns:ns1="http://schemas.openxmlformats.org/drawingml/2006/main">
  <ns0:cSld>
    <ns0:bg>
      <ns0:bgPr>
        <ns1:solidFill>
          <ns1:srgbClr val="FFF2E6"/>
        </ns1:solidFill>
      </ns0:bgPr>
    </ns0:bg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name="TextBox 6" id="6"/>
          <ns0:cNvSpPr txBox="true"/>
          <ns0:nvPr/>
        </ns0:nvSpPr>
        <ns0:spPr>
          <ns1:xfrm rot="0">
            <ns1:off x="4366372" y="2910295"/>
            <ns1:ext cx="9332455" cy="4390209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ctr">
              <ns1:lnSpc>
                <ns1:spcPts val="17459"/>
              </ns1:lnSpc>
            </ns1:pPr>
            <ns1:r>
              <ns1:rPr lang="en-US" sz="13857">
                <ns1:solidFill>
                  <ns1:srgbClr val="000000"/>
                </ns1:solidFill>
                <ns1:latin typeface="Petit Formal Script"/>
                <ns1:ea typeface="Petit Formal Script"/>
                <ns1:cs typeface="Petit Formal Script"/>
                <ns1:sym typeface="Petit Formal Script"/>
              </ns1:rPr>
              <ns1:t/>
            </ns1:r>
          </ns1:p>
        </ns0:txBody>
      </ns0:sp>
    </ns0:spTree>
  </ns0:cSld>
  <ns0:clrMapOvr>
    <ns1:masterClrMapping/>
  </ns0:clrMapOvr>
</ns0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DAHCyv2TK60</dc:identifier>
  <dcterms:modified xsi:type="dcterms:W3CDTF">2011-08-01T06:04:30Z</dcterms:modified>
  <cp:revision>1</cp:revision>
</cp:coreProperties>
</file>